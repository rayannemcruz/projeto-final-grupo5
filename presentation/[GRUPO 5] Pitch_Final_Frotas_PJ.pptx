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  <p:sldMasterId id="2147483710" r:id="rId2"/>
    <p:sldMasterId id="2147483711" r:id="rId3"/>
    <p:sldMasterId id="2147483712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 type="screen16x9"/>
  <p:notesSz cx="6858000" cy="9144000"/>
  <p:embeddedFontLst>
    <p:embeddedFont>
      <p:font typeface="Lato Light" panose="020B0604020202020204" charset="0"/>
      <p:regular r:id="rId25"/>
      <p:bold r:id="rId26"/>
      <p:italic r:id="rId27"/>
      <p:boldItalic r:id="rId28"/>
    </p:embeddedFont>
    <p:embeddedFont>
      <p:font typeface="Play" panose="020B0604020202020204" charset="0"/>
      <p:regular r:id="rId29"/>
      <p:bold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Roboto" panose="020B0604020202020204" charset="0"/>
      <p:regular r:id="rId35"/>
      <p:bold r:id="rId36"/>
      <p:italic r:id="rId37"/>
      <p:boldItalic r:id="rId38"/>
    </p:embeddedFont>
    <p:embeddedFont>
      <p:font typeface="Barlow SemiBold" panose="020B0604020202020204" charset="0"/>
      <p:regular r:id="rId39"/>
      <p:bold r:id="rId40"/>
      <p:italic r:id="rId41"/>
      <p:boldItalic r:id="rId42"/>
    </p:embeddedFont>
    <p:embeddedFont>
      <p:font typeface="Helvetica Neue" panose="020B0604020202020204" charset="0"/>
      <p:regular r:id="rId43"/>
      <p:bold r:id="rId44"/>
      <p:italic r:id="rId45"/>
      <p:boldItalic r:id="rId46"/>
    </p:embeddedFont>
    <p:embeddedFont>
      <p:font typeface="Montserrat" panose="020B0604020202020204" charset="0"/>
      <p:regular r:id="rId47"/>
      <p:bold r:id="rId48"/>
      <p:italic r:id="rId49"/>
      <p:boldItalic r:id="rId50"/>
    </p:embeddedFont>
    <p:embeddedFont>
      <p:font typeface="Open Sans ExtraBold" panose="020B0604020202020204" charset="0"/>
      <p:bold r:id="rId51"/>
      <p:boldItalic r:id="rId52"/>
    </p:embeddedFont>
    <p:embeddedFont>
      <p:font typeface="Barlow" panose="020B0604020202020204" charset="0"/>
      <p:regular r:id="rId53"/>
      <p:bold r:id="rId54"/>
      <p:italic r:id="rId55"/>
      <p:boldItalic r:id="rId56"/>
    </p:embeddedFont>
    <p:embeddedFont>
      <p:font typeface="Open Sans Light" panose="020B0604020202020204" charset="0"/>
      <p:regular r:id="rId57"/>
      <p:bold r:id="rId58"/>
      <p:italic r:id="rId59"/>
      <p:boldItalic r:id="rId60"/>
    </p:embeddedFont>
    <p:embeddedFont>
      <p:font typeface="DM Sans Black" panose="020B0604020202020204" charset="0"/>
      <p:bold r:id="rId61"/>
      <p:boldItalic r:id="rId62"/>
    </p:embeddedFont>
    <p:embeddedFont>
      <p:font typeface="DM Sans" panose="020B0604020202020204" charset="0"/>
      <p:regular r:id="rId63"/>
      <p:bold r:id="rId64"/>
      <p:italic r:id="rId65"/>
      <p:boldItalic r:id="rId66"/>
    </p:embeddedFont>
    <p:embeddedFont>
      <p:font typeface="Raleway" panose="020B0604020202020204" charset="0"/>
      <p:regular r:id="rId67"/>
      <p:bold r:id="rId68"/>
      <p:italic r:id="rId69"/>
      <p:boldItalic r:id="rId70"/>
    </p:embeddedFont>
    <p:embeddedFont>
      <p:font typeface="Calibri" panose="020F0502020204030204" pitchFamily="34" charset="0"/>
      <p:regular r:id="rId71"/>
      <p:bold r:id="rId72"/>
      <p:italic r:id="rId73"/>
      <p:boldItalic r:id="rId74"/>
    </p:embeddedFont>
    <p:embeddedFont>
      <p:font typeface="Roboto Light" panose="020B0604020202020204" charset="0"/>
      <p:regular r:id="rId75"/>
      <p:bold r:id="rId76"/>
      <p:italic r:id="rId77"/>
      <p:boldItalic r:id="rId78"/>
    </p:embeddedFont>
    <p:embeddedFont>
      <p:font typeface="DM Sans Medium" panose="020B0604020202020204" charset="0"/>
      <p:regular r:id="rId79"/>
      <p:bold r:id="rId80"/>
      <p:italic r:id="rId81"/>
      <p:boldItalic r:id="rId82"/>
    </p:embeddedFont>
    <p:embeddedFont>
      <p:font typeface="DM Sans Light" panose="020B0604020202020204" charset="0"/>
      <p:regular r:id="rId83"/>
      <p:bold r:id="rId84"/>
      <p:italic r:id="rId85"/>
      <p:boldItalic r:id="rId8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7">
          <p15:clr>
            <a:srgbClr val="747775"/>
          </p15:clr>
        </p15:guide>
        <p15:guide id="2" pos="22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720"/>
      </p:cViewPr>
      <p:guideLst>
        <p:guide orient="horz" pos="227"/>
        <p:guide pos="2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font2.fntdata"/><Relationship Id="rId21" Type="http://schemas.openxmlformats.org/officeDocument/2006/relationships/slide" Target="slides/slide17.xml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63" Type="http://schemas.openxmlformats.org/officeDocument/2006/relationships/font" Target="fonts/font39.fntdata"/><Relationship Id="rId68" Type="http://schemas.openxmlformats.org/officeDocument/2006/relationships/font" Target="fonts/font44.fntdata"/><Relationship Id="rId84" Type="http://schemas.openxmlformats.org/officeDocument/2006/relationships/font" Target="fonts/font60.fntdata"/><Relationship Id="rId89" Type="http://schemas.openxmlformats.org/officeDocument/2006/relationships/theme" Target="theme/theme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53" Type="http://schemas.openxmlformats.org/officeDocument/2006/relationships/font" Target="fonts/font29.fntdata"/><Relationship Id="rId58" Type="http://schemas.openxmlformats.org/officeDocument/2006/relationships/font" Target="fonts/font34.fntdata"/><Relationship Id="rId74" Type="http://schemas.openxmlformats.org/officeDocument/2006/relationships/font" Target="fonts/font50.fntdata"/><Relationship Id="rId79" Type="http://schemas.openxmlformats.org/officeDocument/2006/relationships/font" Target="fonts/font55.fntdata"/><Relationship Id="rId5" Type="http://schemas.openxmlformats.org/officeDocument/2006/relationships/slide" Target="slides/slide1.xml"/><Relationship Id="rId90" Type="http://schemas.openxmlformats.org/officeDocument/2006/relationships/tableStyles" Target="tableStyles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56" Type="http://schemas.openxmlformats.org/officeDocument/2006/relationships/font" Target="fonts/font32.fntdata"/><Relationship Id="rId64" Type="http://schemas.openxmlformats.org/officeDocument/2006/relationships/font" Target="fonts/font40.fntdata"/><Relationship Id="rId69" Type="http://schemas.openxmlformats.org/officeDocument/2006/relationships/font" Target="fonts/font45.fntdata"/><Relationship Id="rId77" Type="http://schemas.openxmlformats.org/officeDocument/2006/relationships/font" Target="fonts/font53.fntdata"/><Relationship Id="rId8" Type="http://schemas.openxmlformats.org/officeDocument/2006/relationships/slide" Target="slides/slide4.xml"/><Relationship Id="rId51" Type="http://schemas.openxmlformats.org/officeDocument/2006/relationships/font" Target="fonts/font27.fntdata"/><Relationship Id="rId72" Type="http://schemas.openxmlformats.org/officeDocument/2006/relationships/font" Target="fonts/font48.fntdata"/><Relationship Id="rId80" Type="http://schemas.openxmlformats.org/officeDocument/2006/relationships/font" Target="fonts/font56.fntdata"/><Relationship Id="rId85" Type="http://schemas.openxmlformats.org/officeDocument/2006/relationships/font" Target="fonts/font61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59" Type="http://schemas.openxmlformats.org/officeDocument/2006/relationships/font" Target="fonts/font35.fntdata"/><Relationship Id="rId67" Type="http://schemas.openxmlformats.org/officeDocument/2006/relationships/font" Target="fonts/font43.fntdata"/><Relationship Id="rId20" Type="http://schemas.openxmlformats.org/officeDocument/2006/relationships/slide" Target="slides/slide16.xml"/><Relationship Id="rId41" Type="http://schemas.openxmlformats.org/officeDocument/2006/relationships/font" Target="fonts/font17.fntdata"/><Relationship Id="rId54" Type="http://schemas.openxmlformats.org/officeDocument/2006/relationships/font" Target="fonts/font30.fntdata"/><Relationship Id="rId62" Type="http://schemas.openxmlformats.org/officeDocument/2006/relationships/font" Target="fonts/font38.fntdata"/><Relationship Id="rId70" Type="http://schemas.openxmlformats.org/officeDocument/2006/relationships/font" Target="fonts/font46.fntdata"/><Relationship Id="rId75" Type="http://schemas.openxmlformats.org/officeDocument/2006/relationships/font" Target="fonts/font51.fntdata"/><Relationship Id="rId83" Type="http://schemas.openxmlformats.org/officeDocument/2006/relationships/font" Target="fonts/font59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Relationship Id="rId57" Type="http://schemas.openxmlformats.org/officeDocument/2006/relationships/font" Target="fonts/font33.fntdata"/><Relationship Id="rId10" Type="http://schemas.openxmlformats.org/officeDocument/2006/relationships/slide" Target="slides/slide6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font" Target="fonts/font28.fntdata"/><Relationship Id="rId60" Type="http://schemas.openxmlformats.org/officeDocument/2006/relationships/font" Target="fonts/font36.fntdata"/><Relationship Id="rId65" Type="http://schemas.openxmlformats.org/officeDocument/2006/relationships/font" Target="fonts/font41.fntdata"/><Relationship Id="rId73" Type="http://schemas.openxmlformats.org/officeDocument/2006/relationships/font" Target="fonts/font49.fntdata"/><Relationship Id="rId78" Type="http://schemas.openxmlformats.org/officeDocument/2006/relationships/font" Target="fonts/font54.fntdata"/><Relationship Id="rId81" Type="http://schemas.openxmlformats.org/officeDocument/2006/relationships/font" Target="fonts/font57.fntdata"/><Relationship Id="rId86" Type="http://schemas.openxmlformats.org/officeDocument/2006/relationships/font" Target="fonts/font6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font" Target="fonts/font15.fntdata"/><Relationship Id="rId34" Type="http://schemas.openxmlformats.org/officeDocument/2006/relationships/font" Target="fonts/font10.fntdata"/><Relationship Id="rId50" Type="http://schemas.openxmlformats.org/officeDocument/2006/relationships/font" Target="fonts/font26.fntdata"/><Relationship Id="rId55" Type="http://schemas.openxmlformats.org/officeDocument/2006/relationships/font" Target="fonts/font31.fntdata"/><Relationship Id="rId76" Type="http://schemas.openxmlformats.org/officeDocument/2006/relationships/font" Target="fonts/font52.fntdata"/><Relationship Id="rId7" Type="http://schemas.openxmlformats.org/officeDocument/2006/relationships/slide" Target="slides/slide3.xml"/><Relationship Id="rId71" Type="http://schemas.openxmlformats.org/officeDocument/2006/relationships/font" Target="fonts/font47.fntdata"/><Relationship Id="rId2" Type="http://schemas.openxmlformats.org/officeDocument/2006/relationships/slideMaster" Target="slideMasters/slideMaster2.xml"/><Relationship Id="rId29" Type="http://schemas.openxmlformats.org/officeDocument/2006/relationships/font" Target="fonts/font5.fntdata"/><Relationship Id="rId24" Type="http://schemas.openxmlformats.org/officeDocument/2006/relationships/notesMaster" Target="notesMasters/notesMaster1.xml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66" Type="http://schemas.openxmlformats.org/officeDocument/2006/relationships/font" Target="fonts/font42.fntdata"/><Relationship Id="rId87" Type="http://schemas.openxmlformats.org/officeDocument/2006/relationships/presProps" Target="presProps.xml"/><Relationship Id="rId61" Type="http://schemas.openxmlformats.org/officeDocument/2006/relationships/font" Target="fonts/font37.fntdata"/><Relationship Id="rId82" Type="http://schemas.openxmlformats.org/officeDocument/2006/relationships/font" Target="fonts/font58.fntdata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bbc84e061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bbc84e061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727c7246f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f727c7246f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727c7246f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f727c7246f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727c7246f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f727c7246f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727c7246f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f727c7246f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727c7246f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f727c7246f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727c7246f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f727c7246f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727c7246f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f727c7246f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f727c7246f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f727c7246f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727c7246f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f727c7246f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cbbc84e061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cbbc84e061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f727c7246f_0_2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g3f727c7246f_0_2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f727c7246f_0_2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6" name="Google Shape;1006;g3f727c7246f_0_2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f727c7246f_0_2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6" name="Google Shape;1216;g3f727c7246f_0_2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3f727c7246f_0_3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0" name="Google Shape;1490;g3f727c7246f_0_3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3f727c7246f_0_3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1" name="Google Shape;1791;g3f727c7246f_0_3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3f727c7246f_0_3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8" name="Google Shape;2008;g3f727c7246f_0_3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3f727c7246f_0_4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9" name="Google Shape;2429;g3f727c7246f_0_4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6343650" y="418425"/>
            <a:ext cx="1490700" cy="4277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2700185">
            <a:off x="5120101" y="583802"/>
            <a:ext cx="3938231" cy="3938019"/>
          </a:xfrm>
          <a:prstGeom prst="pie">
            <a:avLst>
              <a:gd name="adj1" fmla="val 10798285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083550" y="199350"/>
            <a:ext cx="2011500" cy="4744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601243" y="640230"/>
            <a:ext cx="975600" cy="38250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310475" y="793050"/>
            <a:ext cx="3557400" cy="35574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" name="Google Shape;15;p2"/>
          <p:cNvSpPr/>
          <p:nvPr/>
        </p:nvSpPr>
        <p:spPr>
          <a:xfrm rot="5400000">
            <a:off x="-26925" y="-6150"/>
            <a:ext cx="5182200" cy="51558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91525" y="1070550"/>
            <a:ext cx="4488300" cy="300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591875" y="1719900"/>
            <a:ext cx="2994600" cy="170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">
  <p:cSld name="TITLE_1">
    <p:bg>
      <p:bgPr>
        <a:solidFill>
          <a:srgbClr val="252525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 rot="5400000">
            <a:off x="-26925" y="-6150"/>
            <a:ext cx="5182200" cy="51558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343650" y="418425"/>
            <a:ext cx="1490700" cy="4277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3E0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 rot="2700185">
            <a:off x="5120101" y="583802"/>
            <a:ext cx="3938231" cy="3938019"/>
          </a:xfrm>
          <a:prstGeom prst="pie">
            <a:avLst>
              <a:gd name="adj1" fmla="val 10798285"/>
              <a:gd name="adj2" fmla="val 1620000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083550" y="199350"/>
            <a:ext cx="2011500" cy="4744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3E0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601243" y="640230"/>
            <a:ext cx="975600" cy="38250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3E0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310475" y="793050"/>
            <a:ext cx="3557400" cy="3557400"/>
          </a:xfrm>
          <a:prstGeom prst="ellipse">
            <a:avLst/>
          </a:prstGeom>
          <a:solidFill>
            <a:srgbClr val="F7F6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>
            <a:off x="391525" y="1070550"/>
            <a:ext cx="4488300" cy="300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5591875" y="1719900"/>
            <a:ext cx="2994600" cy="170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" name="Google Shape;31;p4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01449" y="1483475"/>
            <a:ext cx="1357500" cy="1357500"/>
          </a:xfrm>
          <a:prstGeom prst="pie">
            <a:avLst>
              <a:gd name="adj1" fmla="val 10731823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" name="Google Shape;33;p4"/>
          <p:cNvSpPr/>
          <p:nvPr/>
        </p:nvSpPr>
        <p:spPr>
          <a:xfrm rot="5400000">
            <a:off x="7249000" y="1609075"/>
            <a:ext cx="766500" cy="1446000"/>
          </a:xfrm>
          <a:prstGeom prst="roundRect">
            <a:avLst>
              <a:gd name="adj" fmla="val 50000"/>
            </a:avLst>
          </a:prstGeom>
          <a:solidFill>
            <a:srgbClr val="F7F6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660643" y="2022050"/>
            <a:ext cx="620100" cy="620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" name="Google Shape;35;p4"/>
          <p:cNvSpPr/>
          <p:nvPr/>
        </p:nvSpPr>
        <p:spPr>
          <a:xfrm rot="5400000">
            <a:off x="2189350" y="489650"/>
            <a:ext cx="1321200" cy="5097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436600" y="-563650"/>
            <a:ext cx="6270900" cy="62709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3909150" y="368342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F7F6E2"/>
                </a:solidFill>
                <a:latin typeface="Barlow"/>
                <a:ea typeface="Barlow"/>
                <a:cs typeface="Barlow"/>
                <a:sym typeface="Barlow"/>
              </a:rPr>
              <a:t>tempo</a:t>
            </a:r>
            <a:endParaRPr sz="2400" b="1">
              <a:solidFill>
                <a:srgbClr val="F7F6E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01449" y="623525"/>
            <a:ext cx="1357500" cy="1357500"/>
          </a:xfrm>
          <a:prstGeom prst="pie">
            <a:avLst>
              <a:gd name="adj1" fmla="val 10731823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ctrTitle"/>
          </p:nvPr>
        </p:nvSpPr>
        <p:spPr>
          <a:xfrm>
            <a:off x="2327900" y="1070550"/>
            <a:ext cx="4488300" cy="300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ubTitle" idx="1"/>
          </p:nvPr>
        </p:nvSpPr>
        <p:spPr>
          <a:xfrm>
            <a:off x="3074700" y="3189925"/>
            <a:ext cx="2994600" cy="170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">
  <p:cSld name="SECTION_HEADER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1040075" y="1084050"/>
            <a:ext cx="7064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3200"/>
              <a:buNone/>
              <a:defRPr sz="3200">
                <a:solidFill>
                  <a:srgbClr val="DE380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518300" y="2002500"/>
            <a:ext cx="6107400" cy="2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/>
          <p:nvPr/>
        </p:nvSpPr>
        <p:spPr>
          <a:xfrm rot="10800000">
            <a:off x="8446550" y="125"/>
            <a:ext cx="478200" cy="4710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8546850" y="-24"/>
            <a:ext cx="277500" cy="387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3E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7F6E2"/>
              </a:solidFill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241150" y="4568900"/>
            <a:ext cx="438900" cy="5745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 rot="10800000">
            <a:off x="250742" y="4034733"/>
            <a:ext cx="419700" cy="4197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107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107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 rot="10800000" flipH="1">
            <a:off x="7078100" y="-689550"/>
            <a:ext cx="1595400" cy="23832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 rot="10800000" flipH="1">
            <a:off x="7077900" y="3668425"/>
            <a:ext cx="1595400" cy="23832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 rot="10800000">
            <a:off x="7264125" y="2888900"/>
            <a:ext cx="1223100" cy="2957100"/>
          </a:xfrm>
          <a:prstGeom prst="roundRect">
            <a:avLst>
              <a:gd name="adj" fmla="val 47944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 rot="-5400000">
            <a:off x="7611931" y="418874"/>
            <a:ext cx="527310" cy="105467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6"/>
          <p:cNvSpPr/>
          <p:nvPr/>
        </p:nvSpPr>
        <p:spPr>
          <a:xfrm rot="-5400000">
            <a:off x="7611931" y="1021560"/>
            <a:ext cx="527310" cy="105467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6"/>
          <p:cNvSpPr/>
          <p:nvPr/>
        </p:nvSpPr>
        <p:spPr>
          <a:xfrm rot="10800000">
            <a:off x="7472256" y="1887922"/>
            <a:ext cx="806700" cy="8067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 rot="5400000">
            <a:off x="3681725" y="-3236575"/>
            <a:ext cx="687600" cy="8050800"/>
          </a:xfrm>
          <a:prstGeom prst="round2SameRect">
            <a:avLst>
              <a:gd name="adj1" fmla="val 45644"/>
              <a:gd name="adj2" fmla="val 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 rot="5400000">
            <a:off x="3681725" y="-3236575"/>
            <a:ext cx="687600" cy="8050800"/>
          </a:xfrm>
          <a:prstGeom prst="round2SameRect">
            <a:avLst>
              <a:gd name="adj1" fmla="val 45644"/>
              <a:gd name="adj2" fmla="val 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 1">
  <p:cSld name="TITLE_ONLY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 rot="10800000">
            <a:off x="267397" y="2966995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9"/>
          <p:cNvSpPr/>
          <p:nvPr/>
        </p:nvSpPr>
        <p:spPr>
          <a:xfrm rot="5400000">
            <a:off x="4219150" y="-1070125"/>
            <a:ext cx="1321200" cy="76848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/>
          <p:nvPr/>
        </p:nvSpPr>
        <p:spPr>
          <a:xfrm rot="10800000">
            <a:off x="953751" y="2966995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9"/>
          <p:cNvSpPr/>
          <p:nvPr/>
        </p:nvSpPr>
        <p:spPr>
          <a:xfrm rot="-5400000">
            <a:off x="1640068" y="2966876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9"/>
          <p:cNvSpPr/>
          <p:nvPr/>
        </p:nvSpPr>
        <p:spPr>
          <a:xfrm rot="10800000" flipH="1">
            <a:off x="8425213" y="1421120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9"/>
          <p:cNvSpPr/>
          <p:nvPr/>
        </p:nvSpPr>
        <p:spPr>
          <a:xfrm rot="10800000" flipH="1">
            <a:off x="7738860" y="1421120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9"/>
          <p:cNvSpPr/>
          <p:nvPr/>
        </p:nvSpPr>
        <p:spPr>
          <a:xfrm rot="5400000" flipH="1">
            <a:off x="6540922" y="1421001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" name="Google Shape;7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8222"/>
            <a:ext cx="9144000" cy="499365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/>
          <p:nvPr/>
        </p:nvSpPr>
        <p:spPr>
          <a:xfrm rot="5400000">
            <a:off x="3514200" y="-3703875"/>
            <a:ext cx="542100" cy="8391600"/>
          </a:xfrm>
          <a:prstGeom prst="roundRect">
            <a:avLst>
              <a:gd name="adj" fmla="val 48865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311700" y="20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1"/>
          </p:nvPr>
        </p:nvSpPr>
        <p:spPr>
          <a:xfrm>
            <a:off x="1995250" y="1595650"/>
            <a:ext cx="5315400" cy="28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title" idx="2"/>
          </p:nvPr>
        </p:nvSpPr>
        <p:spPr>
          <a:xfrm>
            <a:off x="1995250" y="1022550"/>
            <a:ext cx="597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 1 1">
  <p:cSld name="TITLE_ONLY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/>
        </p:nvSpPr>
        <p:spPr>
          <a:xfrm rot="10800000">
            <a:off x="267397" y="2526770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0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0"/>
          <p:cNvSpPr/>
          <p:nvPr/>
        </p:nvSpPr>
        <p:spPr>
          <a:xfrm rot="10800000">
            <a:off x="953751" y="2526770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0"/>
          <p:cNvSpPr/>
          <p:nvPr/>
        </p:nvSpPr>
        <p:spPr>
          <a:xfrm rot="-5400000">
            <a:off x="1640068" y="2526651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0"/>
          <p:cNvSpPr/>
          <p:nvPr/>
        </p:nvSpPr>
        <p:spPr>
          <a:xfrm rot="10800000" flipH="1">
            <a:off x="7738860" y="980895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0"/>
          <p:cNvSpPr/>
          <p:nvPr/>
        </p:nvSpPr>
        <p:spPr>
          <a:xfrm rot="5400000" flipH="1">
            <a:off x="6540922" y="980776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0" name="Google Shape;9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1850" y="428387"/>
            <a:ext cx="8300300" cy="45328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body" idx="1"/>
          </p:nvPr>
        </p:nvSpPr>
        <p:spPr>
          <a:xfrm>
            <a:off x="2187019" y="1247639"/>
            <a:ext cx="4919700" cy="26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title"/>
          </p:nvPr>
        </p:nvSpPr>
        <p:spPr>
          <a:xfrm>
            <a:off x="2187019" y="717190"/>
            <a:ext cx="5533200" cy="5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2"/>
          </p:nvPr>
        </p:nvSpPr>
        <p:spPr>
          <a:xfrm>
            <a:off x="311700" y="4663225"/>
            <a:ext cx="59988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10"/>
          <p:cNvSpPr/>
          <p:nvPr/>
        </p:nvSpPr>
        <p:spPr>
          <a:xfrm rot="10800000" flipH="1">
            <a:off x="8425213" y="980895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ldNum" idx="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p11"/>
          <p:cNvSpPr/>
          <p:nvPr/>
        </p:nvSpPr>
        <p:spPr>
          <a:xfrm rot="10800000">
            <a:off x="7718900" y="649950"/>
            <a:ext cx="1055400" cy="1057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1"/>
          <p:cNvSpPr/>
          <p:nvPr/>
        </p:nvSpPr>
        <p:spPr>
          <a:xfrm rot="10800000">
            <a:off x="6204375" y="2508200"/>
            <a:ext cx="1595400" cy="2686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6650299" y="3196052"/>
            <a:ext cx="1833300" cy="3171300"/>
          </a:xfrm>
          <a:prstGeom prst="roundRect">
            <a:avLst>
              <a:gd name="adj" fmla="val 47944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7007588" y="3627788"/>
            <a:ext cx="1118700" cy="2805300"/>
          </a:xfrm>
          <a:prstGeom prst="roundRect">
            <a:avLst>
              <a:gd name="adj" fmla="val 48703"/>
            </a:avLst>
          </a:prstGeom>
          <a:solidFill>
            <a:srgbClr val="DE38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1"/>
          <p:cNvSpPr/>
          <p:nvPr/>
        </p:nvSpPr>
        <p:spPr>
          <a:xfrm rot="10800000">
            <a:off x="7292000" y="224250"/>
            <a:ext cx="1909200" cy="1909200"/>
          </a:xfrm>
          <a:prstGeom prst="arc">
            <a:avLst>
              <a:gd name="adj1" fmla="val 3543296"/>
              <a:gd name="adj2" fmla="val 16524725"/>
            </a:avLst>
          </a:prstGeom>
          <a:noFill/>
          <a:ln w="9525" cap="flat" cmpd="sng">
            <a:solidFill>
              <a:srgbClr val="FF600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06" name="Google Shape;106;p11"/>
          <p:cNvSpPr/>
          <p:nvPr/>
        </p:nvSpPr>
        <p:spPr>
          <a:xfrm rot="-5400000">
            <a:off x="7303953" y="292611"/>
            <a:ext cx="525906" cy="1051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1"/>
          <p:cNvSpPr/>
          <p:nvPr/>
        </p:nvSpPr>
        <p:spPr>
          <a:xfrm rot="-5400000">
            <a:off x="7303953" y="998432"/>
            <a:ext cx="525906" cy="1051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7040904" y="1967217"/>
            <a:ext cx="1052100" cy="1052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2">
  <p:cSld name="ONE_COLUMN_TEXT_2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/>
          <p:nvPr/>
        </p:nvSpPr>
        <p:spPr>
          <a:xfrm rot="10800000">
            <a:off x="1591675" y="-42050"/>
            <a:ext cx="1352700" cy="2123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title"/>
          </p:nvPr>
        </p:nvSpPr>
        <p:spPr>
          <a:xfrm>
            <a:off x="3905325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body" idx="1"/>
          </p:nvPr>
        </p:nvSpPr>
        <p:spPr>
          <a:xfrm>
            <a:off x="3905325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3" name="Google Shape;113;p12"/>
          <p:cNvSpPr/>
          <p:nvPr/>
        </p:nvSpPr>
        <p:spPr>
          <a:xfrm rot="-5400000">
            <a:off x="2087146" y="-180874"/>
            <a:ext cx="361746" cy="7234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2"/>
          <p:cNvSpPr/>
          <p:nvPr/>
        </p:nvSpPr>
        <p:spPr>
          <a:xfrm rot="-5400000">
            <a:off x="2087146" y="304606"/>
            <a:ext cx="361746" cy="7234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1906226" y="970964"/>
            <a:ext cx="723600" cy="7236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396700" y="566325"/>
            <a:ext cx="2323800" cy="4125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F600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2"/>
          <p:cNvSpPr/>
          <p:nvPr/>
        </p:nvSpPr>
        <p:spPr>
          <a:xfrm>
            <a:off x="109900" y="1311300"/>
            <a:ext cx="1352700" cy="383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00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">
  <p:cSld name="ONE_COLUMN_TEXT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1" name="Google Shape;121;p13"/>
          <p:cNvSpPr/>
          <p:nvPr/>
        </p:nvSpPr>
        <p:spPr>
          <a:xfrm rot="-5400000">
            <a:off x="3974400" y="-17100"/>
            <a:ext cx="5161500" cy="5177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 rot="2700000">
            <a:off x="6371522" y="1204798"/>
            <a:ext cx="2865055" cy="2865055"/>
          </a:xfrm>
          <a:prstGeom prst="pie">
            <a:avLst>
              <a:gd name="adj1" fmla="val 10798285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4"/>
          <p:cNvSpPr/>
          <p:nvPr/>
        </p:nvSpPr>
        <p:spPr>
          <a:xfrm rot="5400000">
            <a:off x="6054150" y="636599"/>
            <a:ext cx="782700" cy="37179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4"/>
          <p:cNvSpPr/>
          <p:nvPr/>
        </p:nvSpPr>
        <p:spPr>
          <a:xfrm rot="5400000">
            <a:off x="6704574" y="1304033"/>
            <a:ext cx="250500" cy="23832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4"/>
          <p:cNvSpPr/>
          <p:nvPr/>
        </p:nvSpPr>
        <p:spPr>
          <a:xfrm rot="5400000">
            <a:off x="6382961" y="974458"/>
            <a:ext cx="526800" cy="30426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8274684" y="2178241"/>
            <a:ext cx="317466" cy="6349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14"/>
          <p:cNvSpPr/>
          <p:nvPr/>
        </p:nvSpPr>
        <p:spPr>
          <a:xfrm rot="5400000">
            <a:off x="7547933" y="2178350"/>
            <a:ext cx="635400" cy="635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4"/>
          <p:cNvSpPr/>
          <p:nvPr/>
        </p:nvSpPr>
        <p:spPr>
          <a:xfrm rot="5400000">
            <a:off x="1475775" y="-2190450"/>
            <a:ext cx="2589600" cy="937200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6539235" y="1602072"/>
            <a:ext cx="1787100" cy="1787100"/>
          </a:xfrm>
          <a:prstGeom prst="arc">
            <a:avLst>
              <a:gd name="adj1" fmla="val 2823394"/>
              <a:gd name="adj2" fmla="val 11064246"/>
            </a:avLst>
          </a:prstGeom>
          <a:noFill/>
          <a:ln w="9525" cap="flat" cmpd="sng">
            <a:solidFill>
              <a:srgbClr val="FF3E0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8739859" y="2178241"/>
            <a:ext cx="317466" cy="6349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 rot="5400000">
            <a:off x="-1519325" y="-2114250"/>
            <a:ext cx="5182200" cy="93720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4674150" y="398150"/>
            <a:ext cx="4347000" cy="43470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7" name="Google Shape;137;p15"/>
          <p:cNvSpPr txBox="1">
            <a:spLocks noGrp="1"/>
          </p:cNvSpPr>
          <p:nvPr>
            <p:ph type="title"/>
          </p:nvPr>
        </p:nvSpPr>
        <p:spPr>
          <a:xfrm>
            <a:off x="265500" y="170065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3600"/>
              <a:buNone/>
              <a:defRPr sz="3600">
                <a:solidFill>
                  <a:srgbClr val="F4F0E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subTitle" idx="1"/>
          </p:nvPr>
        </p:nvSpPr>
        <p:spPr>
          <a:xfrm>
            <a:off x="265500" y="327055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body" idx="2"/>
          </p:nvPr>
        </p:nvSpPr>
        <p:spPr>
          <a:xfrm>
            <a:off x="4929150" y="7241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-3075825" y="-56800"/>
            <a:ext cx="8457300" cy="52476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title" hasCustomPrompt="1"/>
          </p:nvPr>
        </p:nvSpPr>
        <p:spPr>
          <a:xfrm>
            <a:off x="444650" y="1106125"/>
            <a:ext cx="41958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1"/>
          </p:nvPr>
        </p:nvSpPr>
        <p:spPr>
          <a:xfrm>
            <a:off x="5700750" y="1072950"/>
            <a:ext cx="3131700" cy="29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7F6E2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2">
  <p:cSld name="SECTION_HEADER_2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 rot="5400000">
            <a:off x="2189350" y="489650"/>
            <a:ext cx="1321200" cy="5097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"/>
          <p:cNvSpPr/>
          <p:nvPr/>
        </p:nvSpPr>
        <p:spPr>
          <a:xfrm rot="5400000">
            <a:off x="7249000" y="1609075"/>
            <a:ext cx="766500" cy="1446000"/>
          </a:xfrm>
          <a:prstGeom prst="roundRect">
            <a:avLst>
              <a:gd name="adj" fmla="val 50000"/>
            </a:avLst>
          </a:prstGeom>
          <a:solidFill>
            <a:srgbClr val="F7F6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7660643" y="2022050"/>
            <a:ext cx="620100" cy="620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1436600" y="-563650"/>
            <a:ext cx="6270900" cy="62709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01449" y="1483475"/>
            <a:ext cx="1357500" cy="1357500"/>
          </a:xfrm>
          <a:prstGeom prst="pie">
            <a:avLst>
              <a:gd name="adj1" fmla="val 10731823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01449" y="623525"/>
            <a:ext cx="1357500" cy="1357500"/>
          </a:xfrm>
          <a:prstGeom prst="pie">
            <a:avLst>
              <a:gd name="adj1" fmla="val 10731823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0" name="Google Shape;160;p19"/>
          <p:cNvSpPr/>
          <p:nvPr/>
        </p:nvSpPr>
        <p:spPr>
          <a:xfrm rot="10800000">
            <a:off x="6997749" y="2693875"/>
            <a:ext cx="1357500" cy="1357500"/>
          </a:xfrm>
          <a:prstGeom prst="pie">
            <a:avLst>
              <a:gd name="adj1" fmla="val 10731823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1" name="Google Shape;161;p19"/>
          <p:cNvSpPr/>
          <p:nvPr/>
        </p:nvSpPr>
        <p:spPr>
          <a:xfrm rot="10800000">
            <a:off x="6997749" y="3553825"/>
            <a:ext cx="1357500" cy="1357500"/>
          </a:xfrm>
          <a:prstGeom prst="pie">
            <a:avLst>
              <a:gd name="adj1" fmla="val 10731823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2" name="Google Shape;162;p19"/>
          <p:cNvSpPr txBox="1">
            <a:spLocks noGrp="1"/>
          </p:cNvSpPr>
          <p:nvPr>
            <p:ph type="title"/>
          </p:nvPr>
        </p:nvSpPr>
        <p:spPr>
          <a:xfrm>
            <a:off x="2029475" y="2150850"/>
            <a:ext cx="508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">
  <p:cSld name="SECTION_HEADER_1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 rot="10800000">
            <a:off x="8446550" y="125"/>
            <a:ext cx="478200" cy="4710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0"/>
          <p:cNvSpPr/>
          <p:nvPr/>
        </p:nvSpPr>
        <p:spPr>
          <a:xfrm rot="10800000">
            <a:off x="8546850" y="-24"/>
            <a:ext cx="277500" cy="387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3E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7F6E2"/>
              </a:solidFill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41150" y="4568900"/>
            <a:ext cx="438900" cy="5745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0"/>
          <p:cNvSpPr/>
          <p:nvPr/>
        </p:nvSpPr>
        <p:spPr>
          <a:xfrm rot="10800000">
            <a:off x="250742" y="4034733"/>
            <a:ext cx="419700" cy="4197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040075" y="1084050"/>
            <a:ext cx="7064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DE380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1518300" y="2002500"/>
            <a:ext cx="6107400" cy="26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6343650" y="418425"/>
            <a:ext cx="1490700" cy="4277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2"/>
          <p:cNvSpPr/>
          <p:nvPr/>
        </p:nvSpPr>
        <p:spPr>
          <a:xfrm rot="2700185">
            <a:off x="5120101" y="583802"/>
            <a:ext cx="3938231" cy="3938019"/>
          </a:xfrm>
          <a:prstGeom prst="pie">
            <a:avLst>
              <a:gd name="adj1" fmla="val 10798285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6083550" y="199350"/>
            <a:ext cx="2011500" cy="4744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6601243" y="640230"/>
            <a:ext cx="975600" cy="38250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5310475" y="793050"/>
            <a:ext cx="3557400" cy="35574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1" name="Google Shape;181;p22"/>
          <p:cNvSpPr/>
          <p:nvPr/>
        </p:nvSpPr>
        <p:spPr>
          <a:xfrm rot="5400000">
            <a:off x="-26925" y="-6150"/>
            <a:ext cx="5182200" cy="51558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ctrTitle"/>
          </p:nvPr>
        </p:nvSpPr>
        <p:spPr>
          <a:xfrm>
            <a:off x="391525" y="1070550"/>
            <a:ext cx="4488300" cy="300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"/>
          </p:nvPr>
        </p:nvSpPr>
        <p:spPr>
          <a:xfrm>
            <a:off x="5591875" y="1719900"/>
            <a:ext cx="2994600" cy="170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84" name="Google Shape;18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">
  <p:cSld name="TITLE_1">
    <p:bg>
      <p:bgPr>
        <a:solidFill>
          <a:srgbClr val="252525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/>
          <p:nvPr/>
        </p:nvSpPr>
        <p:spPr>
          <a:xfrm rot="5400000">
            <a:off x="-26925" y="-6150"/>
            <a:ext cx="5182200" cy="51558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6343650" y="418425"/>
            <a:ext cx="1490700" cy="4277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3E0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3"/>
          <p:cNvSpPr/>
          <p:nvPr/>
        </p:nvSpPr>
        <p:spPr>
          <a:xfrm rot="2700185">
            <a:off x="5120101" y="583802"/>
            <a:ext cx="3938231" cy="3938019"/>
          </a:xfrm>
          <a:prstGeom prst="pie">
            <a:avLst>
              <a:gd name="adj1" fmla="val 10798285"/>
              <a:gd name="adj2" fmla="val 1620000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6083550" y="199350"/>
            <a:ext cx="2011500" cy="4744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3E0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6601243" y="640230"/>
            <a:ext cx="975600" cy="38250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3E0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5310475" y="793050"/>
            <a:ext cx="3557400" cy="3557400"/>
          </a:xfrm>
          <a:prstGeom prst="ellipse">
            <a:avLst/>
          </a:prstGeom>
          <a:solidFill>
            <a:srgbClr val="F7F6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2" name="Google Shape;192;p23"/>
          <p:cNvSpPr txBox="1">
            <a:spLocks noGrp="1"/>
          </p:cNvSpPr>
          <p:nvPr>
            <p:ph type="ctrTitle"/>
          </p:nvPr>
        </p:nvSpPr>
        <p:spPr>
          <a:xfrm>
            <a:off x="391525" y="1070550"/>
            <a:ext cx="4488300" cy="300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1"/>
          </p:nvPr>
        </p:nvSpPr>
        <p:spPr>
          <a:xfrm>
            <a:off x="5591875" y="1719900"/>
            <a:ext cx="2994600" cy="170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7" name="Google Shape;197;p24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301449" y="1483475"/>
            <a:ext cx="1357500" cy="1357500"/>
          </a:xfrm>
          <a:prstGeom prst="pie">
            <a:avLst>
              <a:gd name="adj1" fmla="val 10731823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9" name="Google Shape;199;p24"/>
          <p:cNvSpPr/>
          <p:nvPr/>
        </p:nvSpPr>
        <p:spPr>
          <a:xfrm rot="5400000">
            <a:off x="7249000" y="1609075"/>
            <a:ext cx="766500" cy="1446000"/>
          </a:xfrm>
          <a:prstGeom prst="roundRect">
            <a:avLst>
              <a:gd name="adj" fmla="val 50000"/>
            </a:avLst>
          </a:prstGeom>
          <a:solidFill>
            <a:srgbClr val="F7F6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7660643" y="2022050"/>
            <a:ext cx="620100" cy="620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24"/>
          <p:cNvSpPr/>
          <p:nvPr/>
        </p:nvSpPr>
        <p:spPr>
          <a:xfrm rot="5400000">
            <a:off x="2189350" y="489650"/>
            <a:ext cx="1321200" cy="5097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1436600" y="-563650"/>
            <a:ext cx="6270900" cy="62709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301449" y="623525"/>
            <a:ext cx="1357500" cy="1357500"/>
          </a:xfrm>
          <a:prstGeom prst="pie">
            <a:avLst>
              <a:gd name="adj1" fmla="val 10731823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4" name="Google Shape;204;p24"/>
          <p:cNvSpPr txBox="1">
            <a:spLocks noGrp="1"/>
          </p:cNvSpPr>
          <p:nvPr>
            <p:ph type="ctrTitle"/>
          </p:nvPr>
        </p:nvSpPr>
        <p:spPr>
          <a:xfrm>
            <a:off x="2327900" y="830900"/>
            <a:ext cx="4488300" cy="300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subTitle" idx="1"/>
          </p:nvPr>
        </p:nvSpPr>
        <p:spPr>
          <a:xfrm>
            <a:off x="3074700" y="3418525"/>
            <a:ext cx="2994600" cy="170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">
  <p:cSld name="SECTION_HEADER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1040075" y="1084050"/>
            <a:ext cx="7064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3200"/>
              <a:buNone/>
              <a:defRPr sz="3200">
                <a:solidFill>
                  <a:srgbClr val="DE380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body" idx="1"/>
          </p:nvPr>
        </p:nvSpPr>
        <p:spPr>
          <a:xfrm>
            <a:off x="1518300" y="2002500"/>
            <a:ext cx="6107400" cy="26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25"/>
          <p:cNvSpPr/>
          <p:nvPr/>
        </p:nvSpPr>
        <p:spPr>
          <a:xfrm rot="10800000">
            <a:off x="8446550" y="125"/>
            <a:ext cx="478200" cy="4710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5"/>
          <p:cNvSpPr/>
          <p:nvPr/>
        </p:nvSpPr>
        <p:spPr>
          <a:xfrm rot="10800000">
            <a:off x="8546850" y="-24"/>
            <a:ext cx="277500" cy="387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3E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7F6E2"/>
              </a:solidFill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241150" y="4568900"/>
            <a:ext cx="438900" cy="5745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5"/>
          <p:cNvSpPr/>
          <p:nvPr/>
        </p:nvSpPr>
        <p:spPr>
          <a:xfrm rot="10800000">
            <a:off x="250742" y="4034733"/>
            <a:ext cx="419700" cy="4197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107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107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8" name="Google Shape;218;p26"/>
          <p:cNvSpPr/>
          <p:nvPr/>
        </p:nvSpPr>
        <p:spPr>
          <a:xfrm rot="10800000" flipH="1">
            <a:off x="7078100" y="-689550"/>
            <a:ext cx="1595400" cy="23832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6"/>
          <p:cNvSpPr/>
          <p:nvPr/>
        </p:nvSpPr>
        <p:spPr>
          <a:xfrm rot="10800000" flipH="1">
            <a:off x="7077900" y="3668425"/>
            <a:ext cx="1595400" cy="23832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6"/>
          <p:cNvSpPr/>
          <p:nvPr/>
        </p:nvSpPr>
        <p:spPr>
          <a:xfrm rot="10800000">
            <a:off x="7264125" y="2888900"/>
            <a:ext cx="1223100" cy="2957100"/>
          </a:xfrm>
          <a:prstGeom prst="roundRect">
            <a:avLst>
              <a:gd name="adj" fmla="val 47944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6"/>
          <p:cNvSpPr/>
          <p:nvPr/>
        </p:nvSpPr>
        <p:spPr>
          <a:xfrm rot="-5400000">
            <a:off x="7611931" y="418874"/>
            <a:ext cx="527310" cy="105467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26"/>
          <p:cNvSpPr/>
          <p:nvPr/>
        </p:nvSpPr>
        <p:spPr>
          <a:xfrm rot="-5400000">
            <a:off x="7611931" y="1021560"/>
            <a:ext cx="527310" cy="105467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26"/>
          <p:cNvSpPr/>
          <p:nvPr/>
        </p:nvSpPr>
        <p:spPr>
          <a:xfrm rot="10800000">
            <a:off x="7472256" y="1887922"/>
            <a:ext cx="806700" cy="8067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/>
          <p:nvPr/>
        </p:nvSpPr>
        <p:spPr>
          <a:xfrm rot="5400000">
            <a:off x="3681725" y="-3236575"/>
            <a:ext cx="687600" cy="8050800"/>
          </a:xfrm>
          <a:prstGeom prst="round2SameRect">
            <a:avLst>
              <a:gd name="adj1" fmla="val 45644"/>
              <a:gd name="adj2" fmla="val 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8" name="Google Shape;228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9" name="Google Shape;22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/>
          <p:nvPr/>
        </p:nvSpPr>
        <p:spPr>
          <a:xfrm rot="5400000">
            <a:off x="3681725" y="-3236575"/>
            <a:ext cx="687600" cy="8050800"/>
          </a:xfrm>
          <a:prstGeom prst="round2SameRect">
            <a:avLst>
              <a:gd name="adj1" fmla="val 45644"/>
              <a:gd name="adj2" fmla="val 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 1">
  <p:cSld name="TITLE_ONLY_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/>
          <p:nvPr/>
        </p:nvSpPr>
        <p:spPr>
          <a:xfrm rot="10800000">
            <a:off x="267397" y="2966995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6" name="Google Shape;236;p29"/>
          <p:cNvSpPr/>
          <p:nvPr/>
        </p:nvSpPr>
        <p:spPr>
          <a:xfrm rot="5400000">
            <a:off x="4219150" y="-1070125"/>
            <a:ext cx="1321200" cy="76848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9"/>
          <p:cNvSpPr/>
          <p:nvPr/>
        </p:nvSpPr>
        <p:spPr>
          <a:xfrm rot="10800000">
            <a:off x="953751" y="2966995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29"/>
          <p:cNvSpPr/>
          <p:nvPr/>
        </p:nvSpPr>
        <p:spPr>
          <a:xfrm rot="-5400000">
            <a:off x="1640068" y="2966876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29"/>
          <p:cNvSpPr/>
          <p:nvPr/>
        </p:nvSpPr>
        <p:spPr>
          <a:xfrm rot="10800000" flipH="1">
            <a:off x="8425213" y="1421120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p29"/>
          <p:cNvSpPr/>
          <p:nvPr/>
        </p:nvSpPr>
        <p:spPr>
          <a:xfrm rot="10800000" flipH="1">
            <a:off x="7738860" y="1421120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p29"/>
          <p:cNvSpPr/>
          <p:nvPr/>
        </p:nvSpPr>
        <p:spPr>
          <a:xfrm rot="5400000" flipH="1">
            <a:off x="6540922" y="1421001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2" name="Google Shape;24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8222"/>
            <a:ext cx="9144000" cy="499365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/>
          <p:nvPr/>
        </p:nvSpPr>
        <p:spPr>
          <a:xfrm rot="5400000">
            <a:off x="3514200" y="-3703875"/>
            <a:ext cx="542100" cy="8391600"/>
          </a:xfrm>
          <a:prstGeom prst="roundRect">
            <a:avLst>
              <a:gd name="adj" fmla="val 48865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9"/>
          <p:cNvSpPr txBox="1">
            <a:spLocks noGrp="1"/>
          </p:cNvSpPr>
          <p:nvPr>
            <p:ph type="title"/>
          </p:nvPr>
        </p:nvSpPr>
        <p:spPr>
          <a:xfrm>
            <a:off x="311700" y="20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type="body" idx="1"/>
          </p:nvPr>
        </p:nvSpPr>
        <p:spPr>
          <a:xfrm>
            <a:off x="1995250" y="1595650"/>
            <a:ext cx="5315400" cy="28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7" name="Google Shape;247;p29"/>
          <p:cNvSpPr txBox="1">
            <a:spLocks noGrp="1"/>
          </p:cNvSpPr>
          <p:nvPr>
            <p:ph type="title" idx="2"/>
          </p:nvPr>
        </p:nvSpPr>
        <p:spPr>
          <a:xfrm>
            <a:off x="1995250" y="1022550"/>
            <a:ext cx="597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 1 1">
  <p:cSld name="TITLE_ONLY_1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/>
          <p:nvPr/>
        </p:nvSpPr>
        <p:spPr>
          <a:xfrm rot="10800000">
            <a:off x="267397" y="2526770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p30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0"/>
          <p:cNvSpPr/>
          <p:nvPr/>
        </p:nvSpPr>
        <p:spPr>
          <a:xfrm rot="10800000">
            <a:off x="953751" y="2526770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30"/>
          <p:cNvSpPr/>
          <p:nvPr/>
        </p:nvSpPr>
        <p:spPr>
          <a:xfrm rot="-5400000">
            <a:off x="1640068" y="2526651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3" name="Google Shape;253;p30"/>
          <p:cNvSpPr/>
          <p:nvPr/>
        </p:nvSpPr>
        <p:spPr>
          <a:xfrm rot="10800000" flipH="1">
            <a:off x="7738860" y="980895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p30"/>
          <p:cNvSpPr/>
          <p:nvPr/>
        </p:nvSpPr>
        <p:spPr>
          <a:xfrm rot="5400000" flipH="1">
            <a:off x="6540922" y="980776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1850" y="428387"/>
            <a:ext cx="8300300" cy="453287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2187019" y="1247639"/>
            <a:ext cx="4919700" cy="26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title"/>
          </p:nvPr>
        </p:nvSpPr>
        <p:spPr>
          <a:xfrm>
            <a:off x="2187019" y="717190"/>
            <a:ext cx="5533200" cy="5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9" name="Google Shape;259;p30"/>
          <p:cNvSpPr txBox="1">
            <a:spLocks noGrp="1"/>
          </p:cNvSpPr>
          <p:nvPr>
            <p:ph type="body" idx="2"/>
          </p:nvPr>
        </p:nvSpPr>
        <p:spPr>
          <a:xfrm>
            <a:off x="311700" y="4663225"/>
            <a:ext cx="59988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0" name="Google Shape;260;p30"/>
          <p:cNvSpPr/>
          <p:nvPr/>
        </p:nvSpPr>
        <p:spPr>
          <a:xfrm rot="10800000" flipH="1">
            <a:off x="8425213" y="980895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3" name="Google Shape;263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4" name="Google Shape;26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5" name="Google Shape;265;p31"/>
          <p:cNvSpPr txBox="1">
            <a:spLocks noGrp="1"/>
          </p:cNvSpPr>
          <p:nvPr>
            <p:ph type="sldNum" idx="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6" name="Google Shape;266;p31"/>
          <p:cNvSpPr/>
          <p:nvPr/>
        </p:nvSpPr>
        <p:spPr>
          <a:xfrm rot="10800000">
            <a:off x="7718900" y="649950"/>
            <a:ext cx="1055400" cy="1057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1"/>
          <p:cNvSpPr/>
          <p:nvPr/>
        </p:nvSpPr>
        <p:spPr>
          <a:xfrm rot="10800000">
            <a:off x="6204375" y="2508200"/>
            <a:ext cx="1595400" cy="2686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1"/>
          <p:cNvSpPr/>
          <p:nvPr/>
        </p:nvSpPr>
        <p:spPr>
          <a:xfrm>
            <a:off x="6650299" y="3196052"/>
            <a:ext cx="1833300" cy="3171300"/>
          </a:xfrm>
          <a:prstGeom prst="roundRect">
            <a:avLst>
              <a:gd name="adj" fmla="val 47944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1"/>
          <p:cNvSpPr/>
          <p:nvPr/>
        </p:nvSpPr>
        <p:spPr>
          <a:xfrm>
            <a:off x="7007588" y="3627788"/>
            <a:ext cx="1118700" cy="2805300"/>
          </a:xfrm>
          <a:prstGeom prst="roundRect">
            <a:avLst>
              <a:gd name="adj" fmla="val 48703"/>
            </a:avLst>
          </a:prstGeom>
          <a:solidFill>
            <a:srgbClr val="DE38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1"/>
          <p:cNvSpPr/>
          <p:nvPr/>
        </p:nvSpPr>
        <p:spPr>
          <a:xfrm rot="10800000">
            <a:off x="7292000" y="224250"/>
            <a:ext cx="1909200" cy="1909200"/>
          </a:xfrm>
          <a:prstGeom prst="arc">
            <a:avLst>
              <a:gd name="adj1" fmla="val 3543296"/>
              <a:gd name="adj2" fmla="val 16524725"/>
            </a:avLst>
          </a:prstGeom>
          <a:noFill/>
          <a:ln w="9525" cap="flat" cmpd="sng">
            <a:solidFill>
              <a:srgbClr val="FF600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71" name="Google Shape;271;p31"/>
          <p:cNvSpPr/>
          <p:nvPr/>
        </p:nvSpPr>
        <p:spPr>
          <a:xfrm rot="-5400000">
            <a:off x="7303953" y="292611"/>
            <a:ext cx="525906" cy="1051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p31"/>
          <p:cNvSpPr/>
          <p:nvPr/>
        </p:nvSpPr>
        <p:spPr>
          <a:xfrm rot="-5400000">
            <a:off x="7303953" y="998432"/>
            <a:ext cx="525906" cy="1051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7040904" y="1967217"/>
            <a:ext cx="1052100" cy="1052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2">
  <p:cSld name="ONE_COLUMN_TEXT_2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 rot="10800000">
            <a:off x="1591675" y="-42050"/>
            <a:ext cx="1352700" cy="2123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2"/>
          <p:cNvSpPr txBox="1">
            <a:spLocks noGrp="1"/>
          </p:cNvSpPr>
          <p:nvPr>
            <p:ph type="title"/>
          </p:nvPr>
        </p:nvSpPr>
        <p:spPr>
          <a:xfrm>
            <a:off x="3905325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7" name="Google Shape;277;p32"/>
          <p:cNvSpPr txBox="1">
            <a:spLocks noGrp="1"/>
          </p:cNvSpPr>
          <p:nvPr>
            <p:ph type="body" idx="1"/>
          </p:nvPr>
        </p:nvSpPr>
        <p:spPr>
          <a:xfrm>
            <a:off x="3905325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8" name="Google Shape;278;p32"/>
          <p:cNvSpPr/>
          <p:nvPr/>
        </p:nvSpPr>
        <p:spPr>
          <a:xfrm rot="-5400000">
            <a:off x="2087146" y="-180874"/>
            <a:ext cx="361746" cy="7234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p32"/>
          <p:cNvSpPr/>
          <p:nvPr/>
        </p:nvSpPr>
        <p:spPr>
          <a:xfrm rot="-5400000">
            <a:off x="2087146" y="304606"/>
            <a:ext cx="361746" cy="7234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1906226" y="970964"/>
            <a:ext cx="723600" cy="7236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396700" y="566325"/>
            <a:ext cx="2323800" cy="4125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F600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109900" y="1311300"/>
            <a:ext cx="1352700" cy="383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00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">
  <p:cSld name="ONE_COLUMN_TEXT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5" name="Google Shape;285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6" name="Google Shape;286;p33"/>
          <p:cNvSpPr/>
          <p:nvPr/>
        </p:nvSpPr>
        <p:spPr>
          <a:xfrm rot="-5400000">
            <a:off x="3974400" y="-17100"/>
            <a:ext cx="5161500" cy="5177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/>
          <p:nvPr/>
        </p:nvSpPr>
        <p:spPr>
          <a:xfrm rot="2700000">
            <a:off x="6371522" y="1204798"/>
            <a:ext cx="2865055" cy="2865055"/>
          </a:xfrm>
          <a:prstGeom prst="pie">
            <a:avLst>
              <a:gd name="adj1" fmla="val 10798285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4"/>
          <p:cNvSpPr/>
          <p:nvPr/>
        </p:nvSpPr>
        <p:spPr>
          <a:xfrm rot="5400000">
            <a:off x="6054150" y="636599"/>
            <a:ext cx="782700" cy="37179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4"/>
          <p:cNvSpPr/>
          <p:nvPr/>
        </p:nvSpPr>
        <p:spPr>
          <a:xfrm rot="5400000">
            <a:off x="6704574" y="1304033"/>
            <a:ext cx="250500" cy="23832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4"/>
          <p:cNvSpPr/>
          <p:nvPr/>
        </p:nvSpPr>
        <p:spPr>
          <a:xfrm rot="5400000">
            <a:off x="6382961" y="974458"/>
            <a:ext cx="526800" cy="30426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4"/>
          <p:cNvSpPr/>
          <p:nvPr/>
        </p:nvSpPr>
        <p:spPr>
          <a:xfrm>
            <a:off x="8274684" y="2178241"/>
            <a:ext cx="317466" cy="6349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34"/>
          <p:cNvSpPr/>
          <p:nvPr/>
        </p:nvSpPr>
        <p:spPr>
          <a:xfrm rot="5400000">
            <a:off x="7547933" y="2178350"/>
            <a:ext cx="635400" cy="635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34"/>
          <p:cNvSpPr/>
          <p:nvPr/>
        </p:nvSpPr>
        <p:spPr>
          <a:xfrm rot="5400000">
            <a:off x="1475775" y="-2190450"/>
            <a:ext cx="2589600" cy="937200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7" name="Google Shape;297;p34"/>
          <p:cNvSpPr/>
          <p:nvPr/>
        </p:nvSpPr>
        <p:spPr>
          <a:xfrm>
            <a:off x="6539235" y="1602072"/>
            <a:ext cx="1787100" cy="1787100"/>
          </a:xfrm>
          <a:prstGeom prst="arc">
            <a:avLst>
              <a:gd name="adj1" fmla="val 2823394"/>
              <a:gd name="adj2" fmla="val 11064246"/>
            </a:avLst>
          </a:prstGeom>
          <a:noFill/>
          <a:ln w="9525" cap="flat" cmpd="sng">
            <a:solidFill>
              <a:srgbClr val="FF3E0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4"/>
          <p:cNvSpPr/>
          <p:nvPr/>
        </p:nvSpPr>
        <p:spPr>
          <a:xfrm>
            <a:off x="8739859" y="2178241"/>
            <a:ext cx="317466" cy="6349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/>
          <p:nvPr/>
        </p:nvSpPr>
        <p:spPr>
          <a:xfrm rot="5400000">
            <a:off x="-1519325" y="-2114250"/>
            <a:ext cx="5182200" cy="93720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5"/>
          <p:cNvSpPr/>
          <p:nvPr/>
        </p:nvSpPr>
        <p:spPr>
          <a:xfrm>
            <a:off x="4674150" y="398150"/>
            <a:ext cx="4347000" cy="43470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2" name="Google Shape;302;p35"/>
          <p:cNvSpPr txBox="1">
            <a:spLocks noGrp="1"/>
          </p:cNvSpPr>
          <p:nvPr>
            <p:ph type="title"/>
          </p:nvPr>
        </p:nvSpPr>
        <p:spPr>
          <a:xfrm>
            <a:off x="265500" y="170065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3600"/>
              <a:buNone/>
              <a:defRPr sz="3600">
                <a:solidFill>
                  <a:srgbClr val="F4F0E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3" name="Google Shape;303;p35"/>
          <p:cNvSpPr txBox="1">
            <a:spLocks noGrp="1"/>
          </p:cNvSpPr>
          <p:nvPr>
            <p:ph type="subTitle" idx="1"/>
          </p:nvPr>
        </p:nvSpPr>
        <p:spPr>
          <a:xfrm>
            <a:off x="265500" y="327055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35"/>
          <p:cNvSpPr txBox="1">
            <a:spLocks noGrp="1"/>
          </p:cNvSpPr>
          <p:nvPr>
            <p:ph type="body" idx="2"/>
          </p:nvPr>
        </p:nvSpPr>
        <p:spPr>
          <a:xfrm>
            <a:off x="4929150" y="7241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08" name="Google Shape;30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/>
          <p:nvPr/>
        </p:nvSpPr>
        <p:spPr>
          <a:xfrm>
            <a:off x="-3075825" y="-56800"/>
            <a:ext cx="8457300" cy="5247600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7"/>
          <p:cNvSpPr txBox="1">
            <a:spLocks noGrp="1"/>
          </p:cNvSpPr>
          <p:nvPr>
            <p:ph type="title" hasCustomPrompt="1"/>
          </p:nvPr>
        </p:nvSpPr>
        <p:spPr>
          <a:xfrm>
            <a:off x="444650" y="1106125"/>
            <a:ext cx="41958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2" name="Google Shape;312;p37"/>
          <p:cNvSpPr txBox="1">
            <a:spLocks noGrp="1"/>
          </p:cNvSpPr>
          <p:nvPr>
            <p:ph type="body" idx="1"/>
          </p:nvPr>
        </p:nvSpPr>
        <p:spPr>
          <a:xfrm>
            <a:off x="5700750" y="1072950"/>
            <a:ext cx="3131700" cy="29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3" name="Google Shape;31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7F6E2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2">
  <p:cSld name="SECTION_HEADER_2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18" name="Google Shape;318;p39"/>
          <p:cNvSpPr/>
          <p:nvPr/>
        </p:nvSpPr>
        <p:spPr>
          <a:xfrm>
            <a:off x="301449" y="1483475"/>
            <a:ext cx="1357500" cy="1357500"/>
          </a:xfrm>
          <a:prstGeom prst="pie">
            <a:avLst>
              <a:gd name="adj1" fmla="val 10731823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9" name="Google Shape;319;p39"/>
          <p:cNvSpPr/>
          <p:nvPr/>
        </p:nvSpPr>
        <p:spPr>
          <a:xfrm rot="5400000">
            <a:off x="7249000" y="1609075"/>
            <a:ext cx="766500" cy="1446000"/>
          </a:xfrm>
          <a:prstGeom prst="roundRect">
            <a:avLst>
              <a:gd name="adj" fmla="val 50000"/>
            </a:avLst>
          </a:prstGeom>
          <a:solidFill>
            <a:srgbClr val="F7F6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9"/>
          <p:cNvSpPr/>
          <p:nvPr/>
        </p:nvSpPr>
        <p:spPr>
          <a:xfrm>
            <a:off x="7660643" y="2022050"/>
            <a:ext cx="620100" cy="620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39"/>
          <p:cNvSpPr/>
          <p:nvPr/>
        </p:nvSpPr>
        <p:spPr>
          <a:xfrm rot="5400000">
            <a:off x="2189350" y="489650"/>
            <a:ext cx="1321200" cy="5097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9"/>
          <p:cNvSpPr/>
          <p:nvPr/>
        </p:nvSpPr>
        <p:spPr>
          <a:xfrm>
            <a:off x="1436600" y="-563650"/>
            <a:ext cx="6270900" cy="62709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3" name="Google Shape;323;p39"/>
          <p:cNvSpPr/>
          <p:nvPr/>
        </p:nvSpPr>
        <p:spPr>
          <a:xfrm>
            <a:off x="301449" y="623525"/>
            <a:ext cx="1357500" cy="1357500"/>
          </a:xfrm>
          <a:prstGeom prst="pie">
            <a:avLst>
              <a:gd name="adj1" fmla="val 10731823"/>
              <a:gd name="adj2" fmla="val 1620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4" name="Google Shape;324;p39"/>
          <p:cNvSpPr txBox="1">
            <a:spLocks noGrp="1"/>
          </p:cNvSpPr>
          <p:nvPr>
            <p:ph type="title"/>
          </p:nvPr>
        </p:nvSpPr>
        <p:spPr>
          <a:xfrm>
            <a:off x="2029475" y="2074650"/>
            <a:ext cx="508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3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name="adj" fmla="val 50000"/>
            </a:avLst>
          </a:prstGeom>
          <a:solidFill>
            <a:srgbClr val="01526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00462" y="1059104"/>
            <a:ext cx="1044225" cy="104484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0"/>
          <p:cNvSpPr/>
          <p:nvPr/>
        </p:nvSpPr>
        <p:spPr>
          <a:xfrm rot="5400000">
            <a:off x="7249000" y="1609075"/>
            <a:ext cx="766500" cy="1446000"/>
          </a:xfrm>
          <a:prstGeom prst="roundRect">
            <a:avLst>
              <a:gd name="adj" fmla="val 50000"/>
            </a:avLst>
          </a:prstGeom>
          <a:solidFill>
            <a:srgbClr val="FF3E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40"/>
          <p:cNvPicPr preferRelativeResize="0"/>
          <p:nvPr/>
        </p:nvPicPr>
        <p:blipFill rotWithShape="1">
          <a:blip r:embed="rId3">
            <a:alphaModFix/>
          </a:blip>
          <a:srcRect t="-27280" b="27280"/>
          <a:stretch/>
        </p:blipFill>
        <p:spPr>
          <a:xfrm>
            <a:off x="609300" y="1743596"/>
            <a:ext cx="1044224" cy="10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0"/>
          <p:cNvSpPr/>
          <p:nvPr/>
        </p:nvSpPr>
        <p:spPr>
          <a:xfrm rot="5400000">
            <a:off x="2189350" y="489650"/>
            <a:ext cx="1321200" cy="5097000"/>
          </a:xfrm>
          <a:prstGeom prst="roundRect">
            <a:avLst>
              <a:gd name="adj" fmla="val 50000"/>
            </a:avLst>
          </a:prstGeom>
          <a:solidFill>
            <a:srgbClr val="FE881C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0"/>
          <p:cNvSpPr/>
          <p:nvPr/>
        </p:nvSpPr>
        <p:spPr>
          <a:xfrm>
            <a:off x="1436600" y="-563650"/>
            <a:ext cx="6270900" cy="62709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3" name="Google Shape;333;p40"/>
          <p:cNvSpPr txBox="1">
            <a:spLocks noGrp="1"/>
          </p:cNvSpPr>
          <p:nvPr>
            <p:ph type="title"/>
          </p:nvPr>
        </p:nvSpPr>
        <p:spPr>
          <a:xfrm>
            <a:off x="2029475" y="2150850"/>
            <a:ext cx="508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9pPr>
          </a:lstStyle>
          <a:p>
            <a:endParaRPr/>
          </a:p>
        </p:txBody>
      </p:sp>
      <p:sp>
        <p:nvSpPr>
          <p:cNvPr id="334" name="Google Shape;33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4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7" name="Google Shape;347;p4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1" name="Google Shape;351;p4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5" name="Google Shape;355;p4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6" name="Google Shape;356;p4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4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3" name="Google Shape;363;p4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6" name="Google Shape;366;p4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9" name="Google Shape;369;p4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0" name="Google Shape;370;p4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71" name="Google Shape;371;p4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2" name="Google Shape;372;p4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3" name="Google Shape;373;p4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376" name="Google Shape;376;p5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5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380" name="Google Shape;380;p5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1" name="Google Shape;381;p5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>
            <a:endParaRPr/>
          </a:p>
        </p:txBody>
      </p:sp>
      <p:sp>
        <p:nvSpPr>
          <p:cNvPr id="386" name="Google Shape;386;p5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7" name="Google Shape;387;p5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8" name="Google Shape;388;p5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9" name="Google Shape;389;p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5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R="0"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R="0"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R="0"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R="0"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R="0"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R="0"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R="0"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 1">
  <p:cSld name="TITLE_1_1_1_2_1">
    <p:bg>
      <p:bgPr>
        <a:solidFill>
          <a:schemeClr val="dk2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ctrTitle"/>
          </p:nvPr>
        </p:nvSpPr>
        <p:spPr>
          <a:xfrm>
            <a:off x="5925025" y="319150"/>
            <a:ext cx="26190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57"/>
          <p:cNvSpPr txBox="1">
            <a:spLocks noGrp="1"/>
          </p:cNvSpPr>
          <p:nvPr>
            <p:ph type="body" idx="1"/>
          </p:nvPr>
        </p:nvSpPr>
        <p:spPr>
          <a:xfrm>
            <a:off x="1031800" y="1147775"/>
            <a:ext cx="6401100" cy="31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2921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Lato Light"/>
              <a:buChar char="■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1" name="Google Shape;401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4" name="Google Shape;404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22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"/>
              <a:buNone/>
              <a:defRPr sz="5000" b="0" i="1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61"/>
          <p:cNvSpPr txBox="1">
            <a:spLocks noGrp="1"/>
          </p:cNvSpPr>
          <p:nvPr>
            <p:ph type="subTitle" idx="1"/>
          </p:nvPr>
        </p:nvSpPr>
        <p:spPr>
          <a:xfrm>
            <a:off x="1143000" y="3290047"/>
            <a:ext cx="68580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409" name="Google Shape;409;p61"/>
          <p:cNvSpPr txBox="1">
            <a:spLocks noGrp="1"/>
          </p:cNvSpPr>
          <p:nvPr>
            <p:ph type="dt" idx="10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410" name="Google Shape;410;p61"/>
          <p:cNvSpPr txBox="1">
            <a:spLocks noGrp="1"/>
          </p:cNvSpPr>
          <p:nvPr>
            <p:ph type="ftr" idx="11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411" name="Google Shape;411;p61"/>
          <p:cNvSpPr txBox="1">
            <a:spLocks noGrp="1"/>
          </p:cNvSpPr>
          <p:nvPr>
            <p:ph type="sldNum" idx="12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077"/>
              </a:buClr>
              <a:buSzPts val="1800"/>
              <a:buFont typeface="Montserrat"/>
              <a:buNone/>
              <a:defRPr sz="1800" b="1" i="0" u="none" strike="noStrike" cap="none">
                <a:solidFill>
                  <a:srgbClr val="0060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4" name="Google Shape;414;p62"/>
          <p:cNvSpPr txBox="1">
            <a:spLocks noGrp="1"/>
          </p:cNvSpPr>
          <p:nvPr>
            <p:ph type="body" idx="1"/>
          </p:nvPr>
        </p:nvSpPr>
        <p:spPr>
          <a:xfrm>
            <a:off x="0" y="837506"/>
            <a:ext cx="9144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5725" tIns="34275" rIns="342900" bIns="34275" anchor="t" anchorCtr="0">
            <a:spAutoFit/>
          </a:bodyPr>
          <a:lstStyle>
            <a:lvl1pPr marL="457200" marR="0" lvl="0" indent="-29845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415" name="Google Shape;415;p62"/>
          <p:cNvSpPr txBox="1">
            <a:spLocks noGrp="1"/>
          </p:cNvSpPr>
          <p:nvPr>
            <p:ph type="sldNum" idx="12"/>
          </p:nvPr>
        </p:nvSpPr>
        <p:spPr>
          <a:xfrm>
            <a:off x="8675077" y="4938355"/>
            <a:ext cx="265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3"/>
          <p:cNvSpPr txBox="1">
            <a:spLocks noGrp="1"/>
          </p:cNvSpPr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lay"/>
              <a:buNone/>
              <a:defRPr sz="3300" b="0" i="1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63"/>
          <p:cNvSpPr txBox="1">
            <a:spLocks noGrp="1"/>
          </p:cNvSpPr>
          <p:nvPr>
            <p:ph type="body" idx="1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419" name="Google Shape;419;p63"/>
          <p:cNvSpPr txBox="1">
            <a:spLocks noGrp="1"/>
          </p:cNvSpPr>
          <p:nvPr>
            <p:ph type="dt" idx="10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420" name="Google Shape;420;p63"/>
          <p:cNvSpPr txBox="1">
            <a:spLocks noGrp="1"/>
          </p:cNvSpPr>
          <p:nvPr>
            <p:ph type="ftr" idx="11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421" name="Google Shape;421;p63"/>
          <p:cNvSpPr txBox="1">
            <a:spLocks noGrp="1"/>
          </p:cNvSpPr>
          <p:nvPr>
            <p:ph type="sldNum" idx="12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4"/>
          <p:cNvSpPr txBox="1">
            <a:spLocks noGrp="1"/>
          </p:cNvSpPr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lay"/>
              <a:buNone/>
              <a:defRPr sz="3300" b="0" i="1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4" name="Google Shape;424;p64"/>
          <p:cNvSpPr txBox="1">
            <a:spLocks noGrp="1"/>
          </p:cNvSpPr>
          <p:nvPr>
            <p:ph type="dt" idx="10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425" name="Google Shape;425;p64"/>
          <p:cNvSpPr txBox="1">
            <a:spLocks noGrp="1"/>
          </p:cNvSpPr>
          <p:nvPr>
            <p:ph type="ftr" idx="11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426" name="Google Shape;426;p64"/>
          <p:cNvSpPr txBox="1">
            <a:spLocks noGrp="1"/>
          </p:cNvSpPr>
          <p:nvPr>
            <p:ph type="sldNum" idx="12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1_1_1_2">
    <p:bg>
      <p:bgPr>
        <a:solidFill>
          <a:schemeClr val="dk2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5"/>
          <p:cNvSpPr txBox="1">
            <a:spLocks noGrp="1"/>
          </p:cNvSpPr>
          <p:nvPr>
            <p:ph type="ctrTitle"/>
          </p:nvPr>
        </p:nvSpPr>
        <p:spPr>
          <a:xfrm>
            <a:off x="5925025" y="319150"/>
            <a:ext cx="26190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9" name="Google Shape;429;p65"/>
          <p:cNvSpPr txBox="1">
            <a:spLocks noGrp="1"/>
          </p:cNvSpPr>
          <p:nvPr>
            <p:ph type="body" idx="1"/>
          </p:nvPr>
        </p:nvSpPr>
        <p:spPr>
          <a:xfrm>
            <a:off x="1031800" y="1147775"/>
            <a:ext cx="6401100" cy="31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2921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2921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Lato Light"/>
              <a:buChar char="■"/>
              <a:defRPr sz="1000" b="0" i="0" u="none" strike="noStrike" cap="non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7F6E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●"/>
              <a:def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7F6E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●"/>
              <a:def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74" name="Google Shape;17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37" name="Google Shape;337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38" name="Google Shape;338;p4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2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6"/>
          <p:cNvSpPr/>
          <p:nvPr/>
        </p:nvSpPr>
        <p:spPr>
          <a:xfrm rot="5400000">
            <a:off x="5867475" y="-1116150"/>
            <a:ext cx="1127700" cy="3809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81400" tIns="81400" rIns="81400" bIns="81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6"/>
          </a:p>
        </p:txBody>
      </p:sp>
      <p:sp>
        <p:nvSpPr>
          <p:cNvPr id="435" name="Google Shape;435;p66"/>
          <p:cNvSpPr/>
          <p:nvPr/>
        </p:nvSpPr>
        <p:spPr>
          <a:xfrm rot="5400000">
            <a:off x="4775049" y="2375400"/>
            <a:ext cx="1911300" cy="330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66"/>
          <p:cNvSpPr/>
          <p:nvPr/>
        </p:nvSpPr>
        <p:spPr>
          <a:xfrm rot="5400000">
            <a:off x="5542649" y="2434604"/>
            <a:ext cx="1166100" cy="3187500"/>
          </a:xfrm>
          <a:prstGeom prst="roundRect">
            <a:avLst>
              <a:gd name="adj" fmla="val 50000"/>
            </a:avLst>
          </a:prstGeom>
          <a:solidFill>
            <a:srgbClr val="DE38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7" name="Google Shape;437;p66" title="dados-image.jpg"/>
          <p:cNvPicPr preferRelativeResize="0"/>
          <p:nvPr/>
        </p:nvPicPr>
        <p:blipFill rotWithShape="1">
          <a:blip r:embed="rId3">
            <a:alphaModFix/>
          </a:blip>
          <a:srcRect l="31579" r="12430"/>
          <a:stretch/>
        </p:blipFill>
        <p:spPr>
          <a:xfrm flipH="1">
            <a:off x="4711648" y="-100"/>
            <a:ext cx="4438500" cy="5143500"/>
          </a:xfrm>
          <a:prstGeom prst="flowChartDelay">
            <a:avLst/>
          </a:prstGeom>
          <a:noFill/>
          <a:ln>
            <a:noFill/>
          </a:ln>
        </p:spPr>
      </p:pic>
      <p:grpSp>
        <p:nvGrpSpPr>
          <p:cNvPr id="438" name="Google Shape;438;p66"/>
          <p:cNvGrpSpPr/>
          <p:nvPr/>
        </p:nvGrpSpPr>
        <p:grpSpPr>
          <a:xfrm>
            <a:off x="3704434" y="3447473"/>
            <a:ext cx="1253400" cy="1253400"/>
            <a:chOff x="5513863" y="2078450"/>
            <a:chExt cx="1253400" cy="1253400"/>
          </a:xfrm>
        </p:grpSpPr>
        <p:sp>
          <p:nvSpPr>
            <p:cNvPr id="439" name="Google Shape;439;p66"/>
            <p:cNvSpPr/>
            <p:nvPr/>
          </p:nvSpPr>
          <p:spPr>
            <a:xfrm>
              <a:off x="5513863" y="2078450"/>
              <a:ext cx="1253400" cy="1253400"/>
            </a:xfrm>
            <a:prstGeom prst="arc">
              <a:avLst>
                <a:gd name="adj1" fmla="val 16200000"/>
                <a:gd name="adj2" fmla="val 5175902"/>
              </a:avLst>
            </a:prstGeom>
            <a:noFill/>
            <a:ln w="9525" cap="flat" cmpd="sng">
              <a:solidFill>
                <a:srgbClr val="FE88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/>
                <a:t> </a:t>
              </a:r>
              <a:endParaRPr/>
            </a:p>
          </p:txBody>
        </p:sp>
        <p:sp>
          <p:nvSpPr>
            <p:cNvPr id="440" name="Google Shape;440;p66"/>
            <p:cNvSpPr/>
            <p:nvPr/>
          </p:nvSpPr>
          <p:spPr>
            <a:xfrm>
              <a:off x="5650138" y="2214725"/>
              <a:ext cx="980700" cy="980700"/>
            </a:xfrm>
            <a:prstGeom prst="arc">
              <a:avLst>
                <a:gd name="adj1" fmla="val 16200000"/>
                <a:gd name="adj2" fmla="val 5175902"/>
              </a:avLst>
            </a:prstGeom>
            <a:noFill/>
            <a:ln w="9525" cap="flat" cmpd="sng">
              <a:solidFill>
                <a:srgbClr val="FF600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66"/>
          <p:cNvSpPr/>
          <p:nvPr/>
        </p:nvSpPr>
        <p:spPr>
          <a:xfrm rot="5400000">
            <a:off x="1910150" y="1764300"/>
            <a:ext cx="812100" cy="4632600"/>
          </a:xfrm>
          <a:prstGeom prst="round2SameRect">
            <a:avLst>
              <a:gd name="adj1" fmla="val 48821"/>
              <a:gd name="adj2" fmla="val 0"/>
            </a:avLst>
          </a:prstGeom>
          <a:solidFill>
            <a:srgbClr val="F7F6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66"/>
          <p:cNvSpPr txBox="1"/>
          <p:nvPr/>
        </p:nvSpPr>
        <p:spPr>
          <a:xfrm>
            <a:off x="272158" y="1352560"/>
            <a:ext cx="38199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2300">
                <a:solidFill>
                  <a:srgbClr val="FF3E03"/>
                </a:solidFill>
                <a:latin typeface="DM Sans Light"/>
                <a:ea typeface="DM Sans Light"/>
                <a:cs typeface="DM Sans Light"/>
                <a:sym typeface="DM Sans Light"/>
              </a:rPr>
              <a:t>Residência Tecnológica</a:t>
            </a:r>
            <a:endParaRPr sz="2300">
              <a:solidFill>
                <a:srgbClr val="FF3E03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3500">
                <a:solidFill>
                  <a:srgbClr val="252525"/>
                </a:solidFill>
                <a:latin typeface="DM Sans Black"/>
                <a:ea typeface="DM Sans Black"/>
                <a:cs typeface="DM Sans Black"/>
                <a:sym typeface="DM Sans Black"/>
              </a:rPr>
              <a:t>Análise de </a:t>
            </a:r>
            <a:r>
              <a:rPr lang="pt-BR" sz="3900">
                <a:solidFill>
                  <a:srgbClr val="252525"/>
                </a:solidFill>
                <a:latin typeface="DM Sans Black"/>
                <a:ea typeface="DM Sans Black"/>
                <a:cs typeface="DM Sans Black"/>
                <a:sym typeface="DM Sans Black"/>
              </a:rPr>
              <a:t>Dados e IA</a:t>
            </a:r>
            <a:endParaRPr sz="3900">
              <a:solidFill>
                <a:srgbClr val="252525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443" name="Google Shape;443;p66"/>
          <p:cNvSpPr txBox="1"/>
          <p:nvPr/>
        </p:nvSpPr>
        <p:spPr>
          <a:xfrm>
            <a:off x="343250" y="2979275"/>
            <a:ext cx="36777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1800" b="1" dirty="0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Predição de Risco em Seguros
Automotivos de Frotas PJ</a:t>
            </a:r>
            <a:endParaRPr sz="1800" b="1" dirty="0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1800" dirty="0">
                <a:solidFill>
                  <a:srgbClr val="FF600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Setembro/2026</a:t>
            </a:r>
            <a:endParaRPr sz="1800" dirty="0"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800" dirty="0"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800" dirty="0"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grpSp>
        <p:nvGrpSpPr>
          <p:cNvPr id="444" name="Google Shape;444;p66"/>
          <p:cNvGrpSpPr/>
          <p:nvPr/>
        </p:nvGrpSpPr>
        <p:grpSpPr>
          <a:xfrm>
            <a:off x="343250" y="300175"/>
            <a:ext cx="3677727" cy="655350"/>
            <a:chOff x="343250" y="300175"/>
            <a:chExt cx="3677727" cy="655350"/>
          </a:xfrm>
        </p:grpSpPr>
        <p:pic>
          <p:nvPicPr>
            <p:cNvPr id="445" name="Google Shape;445;p66" title="RT Regua Marcas.png"/>
            <p:cNvPicPr preferRelativeResize="0"/>
            <p:nvPr/>
          </p:nvPicPr>
          <p:blipFill rotWithShape="1">
            <a:blip r:embed="rId4">
              <a:alphaModFix/>
            </a:blip>
            <a:srcRect r="32318"/>
            <a:stretch/>
          </p:blipFill>
          <p:spPr>
            <a:xfrm>
              <a:off x="343250" y="300175"/>
              <a:ext cx="3677727" cy="655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66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447" name="Google Shape;447;p66" title="(Original)Trillia_Endosso_Vertica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8" name="Google Shape;448;p66"/>
          <p:cNvSpPr txBox="1"/>
          <p:nvPr/>
        </p:nvSpPr>
        <p:spPr>
          <a:xfrm>
            <a:off x="343250" y="3848918"/>
            <a:ext cx="3809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Equipe: Grupo </a:t>
            </a:r>
            <a:r>
              <a:rPr lang="pt-BR" b="1" dirty="0" smtClean="0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5 (Breno, Danyllo, Ernesto, Juliana, Karine e Rayanne)</a:t>
            </a:r>
            <a:endParaRPr dirty="0"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2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67"/>
          <p:cNvPicPr preferRelativeResize="0"/>
          <p:nvPr/>
        </p:nvPicPr>
        <p:blipFill rotWithShape="1">
          <a:blip r:embed="rId3">
            <a:alphaModFix/>
          </a:blip>
          <a:srcRect l="-1654" r="-3047" b="-10779"/>
          <a:stretch/>
        </p:blipFill>
        <p:spPr>
          <a:xfrm>
            <a:off x="748973" y="2426362"/>
            <a:ext cx="875048" cy="555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67" title="image-removebg-preview.png"/>
          <p:cNvPicPr preferRelativeResize="0"/>
          <p:nvPr/>
        </p:nvPicPr>
        <p:blipFill rotWithShape="1">
          <a:blip r:embed="rId4">
            <a:alphaModFix/>
          </a:blip>
          <a:srcRect t="32295" b="35865"/>
          <a:stretch/>
        </p:blipFill>
        <p:spPr>
          <a:xfrm>
            <a:off x="3703485" y="2475951"/>
            <a:ext cx="1433274" cy="456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7" title="Marca-FACEP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9151" y="2475956"/>
            <a:ext cx="1238562" cy="45633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7"/>
          <p:cNvSpPr txBox="1"/>
          <p:nvPr/>
        </p:nvSpPr>
        <p:spPr>
          <a:xfrm>
            <a:off x="2426700" y="1748275"/>
            <a:ext cx="429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600" b="1">
                <a:solidFill>
                  <a:srgbClr val="212529"/>
                </a:solidFill>
                <a:latin typeface="Barlow"/>
                <a:ea typeface="Barlow"/>
                <a:cs typeface="Barlow"/>
                <a:sym typeface="Barlow"/>
              </a:rPr>
              <a:t>Parcerias de Sucesso</a:t>
            </a:r>
            <a:endParaRPr sz="1600" b="1">
              <a:solidFill>
                <a:srgbClr val="2125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57" name="Google Shape;457;p67" title="(Original)Trillia_Endosso_Vertic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9485" y="2408390"/>
            <a:ext cx="1238548" cy="591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50" y="2449903"/>
            <a:ext cx="1713340" cy="5084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8"/>
          <p:cNvSpPr/>
          <p:nvPr/>
        </p:nvSpPr>
        <p:spPr>
          <a:xfrm>
            <a:off x="276718" y="652625"/>
            <a:ext cx="3093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pt-BR"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Problema</a:t>
            </a:r>
            <a:endParaRPr sz="3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6" name="Google Shape;466;p68"/>
          <p:cNvSpPr/>
          <p:nvPr/>
        </p:nvSpPr>
        <p:spPr>
          <a:xfrm>
            <a:off x="356023" y="286925"/>
            <a:ext cx="1789800" cy="275400"/>
          </a:xfrm>
          <a:prstGeom prst="roundRect">
            <a:avLst>
              <a:gd name="adj" fmla="val 2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825" tIns="68825" rIns="68825" bIns="68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lang="pt-BR" sz="828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3</a:t>
            </a:r>
            <a:endParaRPr sz="828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67" name="Google Shape;467;p68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468" name="Google Shape;468;p68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t="29334" r="32318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68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63825" tIns="63825" rIns="63825" bIns="63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470" name="Google Shape;470;p68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68"/>
          <p:cNvSpPr/>
          <p:nvPr/>
        </p:nvSpPr>
        <p:spPr>
          <a:xfrm>
            <a:off x="334663" y="1368837"/>
            <a:ext cx="4188900" cy="3294000"/>
          </a:xfrm>
          <a:prstGeom prst="roundRect">
            <a:avLst>
              <a:gd name="adj" fmla="val 1739"/>
            </a:avLst>
          </a:prstGeom>
          <a:solidFill>
            <a:srgbClr val="F4F7FC"/>
          </a:solidFill>
          <a:ln w="9925" cap="flat" cmpd="sng">
            <a:solidFill>
              <a:srgbClr val="C7D0E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2" name="Google Shape;472;p68"/>
          <p:cNvSpPr/>
          <p:nvPr/>
        </p:nvSpPr>
        <p:spPr>
          <a:xfrm>
            <a:off x="513671" y="1497723"/>
            <a:ext cx="3831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35775" rIns="71600" bIns="35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79"/>
              <a:buFont typeface="Calibri"/>
              <a:buNone/>
            </a:pPr>
            <a:r>
              <a:rPr lang="pt-BR" sz="1279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Contexto</a:t>
            </a:r>
            <a:endParaRPr sz="1279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3" name="Google Shape;473;p68"/>
          <p:cNvSpPr/>
          <p:nvPr/>
        </p:nvSpPr>
        <p:spPr>
          <a:xfrm>
            <a:off x="513671" y="1798458"/>
            <a:ext cx="3831000" cy="27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35775" rIns="71600" bIns="35775" anchor="ctr" anchorCtr="0">
            <a:no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1"/>
              <a:buFont typeface="Calibri"/>
              <a:buNone/>
            </a:pPr>
            <a:r>
              <a:rPr lang="pt-BR" sz="1201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A Trillia </a:t>
            </a:r>
            <a:r>
              <a:rPr lang="pt-BR" sz="1201" i="1" u="none" strike="noStrike" cap="none" dirty="0" smtClean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é </a:t>
            </a:r>
            <a:r>
              <a:rPr lang="pt-BR" sz="1201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uma empresa de Inteligência Artificial e Dados que provê inteligência de risco para o mercado segurador. O desafio foca na aplicação dessa tecnologia para seguradoras no segmento de frotas automotivas PJ, avaliando o risco da apólice no momento imediatamente anterior à sua emissão.</a:t>
            </a:r>
            <a:endParaRPr sz="1201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4" name="Google Shape;474;p68"/>
          <p:cNvSpPr/>
          <p:nvPr/>
        </p:nvSpPr>
        <p:spPr>
          <a:xfrm>
            <a:off x="4666673" y="1368837"/>
            <a:ext cx="4188900" cy="15750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 w="9925" cap="flat" cmpd="sng">
            <a:solidFill>
              <a:srgbClr val="C7D0E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5" name="Google Shape;475;p68"/>
          <p:cNvSpPr/>
          <p:nvPr/>
        </p:nvSpPr>
        <p:spPr>
          <a:xfrm>
            <a:off x="4845682" y="1497723"/>
            <a:ext cx="3831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35775" rIns="71600" bIns="35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79"/>
              <a:buFont typeface="Calibri"/>
              <a:buNone/>
            </a:pPr>
            <a:r>
              <a:rPr lang="pt-BR" sz="1279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Impacto do problema</a:t>
            </a:r>
            <a:endParaRPr sz="1279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6" name="Google Shape;476;p68"/>
          <p:cNvSpPr/>
          <p:nvPr/>
        </p:nvSpPr>
        <p:spPr>
          <a:xfrm>
            <a:off x="4845682" y="1798458"/>
            <a:ext cx="3831000" cy="10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35775" rIns="71600" bIns="35775" anchor="ctr" anchorCtr="0">
            <a:noAutofit/>
          </a:bodyPr>
          <a:lstStyle/>
          <a:p>
            <a:pPr lvl="0" algn="just">
              <a:lnSpc>
                <a:spcPct val="125000"/>
              </a:lnSpc>
              <a:buClr>
                <a:srgbClr val="5B6472"/>
              </a:buClr>
              <a:buSzPts val="901"/>
            </a:pPr>
            <a:r>
              <a:rPr lang="pt-BR" sz="1000" i="1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Sem a inteligência analítica pré-emissão, seguradoras aceitam ou subprecificam frotas de alto risco, elevando despesas com indenizações e comprometendo o ganho operacional. Na simulação real do projeto, R$ 5,13M em sinistros ocorreram em frotas de altíssimo risco que foram evitadas pelo motor de decisão.</a:t>
            </a:r>
            <a:endParaRPr sz="1000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7" name="Google Shape;477;p68"/>
          <p:cNvSpPr/>
          <p:nvPr/>
        </p:nvSpPr>
        <p:spPr>
          <a:xfrm>
            <a:off x="4666673" y="3087318"/>
            <a:ext cx="4188900" cy="15750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 w="9925" cap="flat" cmpd="sng">
            <a:solidFill>
              <a:srgbClr val="C7D0E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8" name="Google Shape;478;p68"/>
          <p:cNvSpPr/>
          <p:nvPr/>
        </p:nvSpPr>
        <p:spPr>
          <a:xfrm>
            <a:off x="4845682" y="3216204"/>
            <a:ext cx="3831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35775" rIns="71600" bIns="35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79"/>
              <a:buFont typeface="Calibri"/>
              <a:buNone/>
            </a:pPr>
            <a:r>
              <a:rPr lang="pt-BR" sz="1279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Objetivo do desafio</a:t>
            </a:r>
            <a:endParaRPr sz="1279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9" name="Google Shape;479;p68"/>
          <p:cNvSpPr/>
          <p:nvPr/>
        </p:nvSpPr>
        <p:spPr>
          <a:xfrm>
            <a:off x="4845682" y="3516938"/>
            <a:ext cx="3831000" cy="10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35775" rIns="71600" bIns="35775" anchor="ctr" anchorCtr="0">
            <a:no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1"/>
              <a:buFont typeface="Calibri"/>
              <a:buNone/>
            </a:pPr>
            <a:r>
              <a:rPr lang="pt-BR" sz="1201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Desenvolver uma solução de Machine Learning e um Motor de Decisão 3-Way (Trillia RiskPack) para estimar a probabilidade de sinistro de casco e otimizar diretamente o resultado operacional da seguradora.</a:t>
            </a:r>
            <a:endParaRPr sz="1201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0" name="Google Shape;480;p68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lang="pt-BR" sz="1000" i="1" u="none" strike="noStrike" cap="non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Grupo 5  ·  Pitch Final  ·  Residência em Dados e IA</a:t>
            </a:r>
            <a:endParaRPr sz="1000" i="1" u="none" strike="noStrike" cap="non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9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pt-BR"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Entendimento dos Dados</a:t>
            </a:r>
            <a:endParaRPr sz="3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7" name="Google Shape;487;p69"/>
          <p:cNvSpPr/>
          <p:nvPr/>
        </p:nvSpPr>
        <p:spPr>
          <a:xfrm>
            <a:off x="356023" y="286925"/>
            <a:ext cx="1789800" cy="275400"/>
          </a:xfrm>
          <a:prstGeom prst="roundRect">
            <a:avLst>
              <a:gd name="adj" fmla="val 2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825" tIns="68825" rIns="68825" bIns="68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lang="pt-BR" sz="828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4</a:t>
            </a:r>
            <a:endParaRPr sz="828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88" name="Google Shape;488;p69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489" name="Google Shape;489;p69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t="29334" r="32318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69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63825" tIns="63825" rIns="63825" bIns="63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491" name="Google Shape;491;p69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2" name="Google Shape;492;p69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lang="pt-BR" sz="1000" i="1" u="none" strike="noStrike" cap="non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Grupo 5  ·  Pitch Final  ·  Residência em Dados e IA</a:t>
            </a:r>
            <a:endParaRPr sz="1000" i="1" u="none" strike="noStrike" cap="non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4" name="Google Shape;494;p69"/>
          <p:cNvSpPr/>
          <p:nvPr/>
        </p:nvSpPr>
        <p:spPr>
          <a:xfrm>
            <a:off x="356025" y="1460550"/>
            <a:ext cx="2006400" cy="15489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70400" tIns="70400" rIns="70400" bIns="70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5" name="Google Shape;495;p69"/>
          <p:cNvSpPr/>
          <p:nvPr/>
        </p:nvSpPr>
        <p:spPr>
          <a:xfrm>
            <a:off x="496837" y="1601362"/>
            <a:ext cx="1725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400" tIns="35175" rIns="70400" bIns="351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39"/>
              <a:buFont typeface="Calibri"/>
              <a:buNone/>
            </a:pPr>
            <a:r>
              <a:rPr lang="pt-BR" sz="1239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Origem</a:t>
            </a:r>
            <a:endParaRPr sz="1239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6" name="Google Shape;496;p69"/>
          <p:cNvSpPr/>
          <p:nvPr/>
        </p:nvSpPr>
        <p:spPr>
          <a:xfrm>
            <a:off x="496837" y="2059002"/>
            <a:ext cx="17250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400" tIns="35175" rIns="70400" bIns="35175" anchor="ctr" anchorCtr="0">
            <a:noAutofit/>
          </a:bodyPr>
          <a:lstStyle/>
          <a:p>
            <a:pPr lvl="0">
              <a:buClr>
                <a:srgbClr val="5B6472"/>
              </a:buClr>
              <a:buSzPts val="847"/>
            </a:pPr>
            <a:r>
              <a:rPr lang="pt-BR" sz="1047" i="1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Base de dados disponibilizada pela Trillia</a:t>
            </a:r>
            <a:endParaRPr lang="pt-BR" sz="1047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7" name="Google Shape;497;p69"/>
          <p:cNvSpPr/>
          <p:nvPr/>
        </p:nvSpPr>
        <p:spPr>
          <a:xfrm>
            <a:off x="2503409" y="1460550"/>
            <a:ext cx="2006400" cy="15489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70400" tIns="70400" rIns="70400" bIns="70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8" name="Google Shape;498;p69"/>
          <p:cNvSpPr/>
          <p:nvPr/>
        </p:nvSpPr>
        <p:spPr>
          <a:xfrm>
            <a:off x="2644221" y="1601362"/>
            <a:ext cx="1725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400" tIns="35175" rIns="70400" bIns="351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39"/>
              <a:buFont typeface="Calibri"/>
              <a:buNone/>
            </a:pPr>
            <a:r>
              <a:rPr lang="pt-BR" sz="1239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Tamanho</a:t>
            </a:r>
            <a:endParaRPr sz="1239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9" name="Google Shape;499;p69"/>
          <p:cNvSpPr/>
          <p:nvPr/>
        </p:nvSpPr>
        <p:spPr>
          <a:xfrm>
            <a:off x="2644221" y="2059002"/>
            <a:ext cx="17250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400" tIns="35175" rIns="70400" bIns="351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47"/>
              <a:buFont typeface="Calibri"/>
              <a:buNone/>
            </a:pPr>
            <a:r>
              <a:rPr lang="pt-BR" sz="1047" i="1" u="none" strike="noStrike" cap="none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3.932 registros (apólices)
102 variáveis (colunas)</a:t>
            </a:r>
            <a:endParaRPr sz="1047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0" name="Google Shape;500;p69"/>
          <p:cNvSpPr/>
          <p:nvPr/>
        </p:nvSpPr>
        <p:spPr>
          <a:xfrm>
            <a:off x="4650794" y="1460550"/>
            <a:ext cx="2006400" cy="15489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70400" tIns="70400" rIns="70400" bIns="70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1" name="Google Shape;501;p69"/>
          <p:cNvSpPr/>
          <p:nvPr/>
        </p:nvSpPr>
        <p:spPr>
          <a:xfrm>
            <a:off x="4791606" y="1601362"/>
            <a:ext cx="1725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400" tIns="35175" rIns="70400" bIns="351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39"/>
              <a:buFont typeface="Calibri"/>
              <a:buNone/>
            </a:pPr>
            <a:r>
              <a:rPr lang="pt-BR" sz="1239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Período</a:t>
            </a:r>
            <a:endParaRPr sz="1239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2" name="Google Shape;502;p69"/>
          <p:cNvSpPr/>
          <p:nvPr/>
        </p:nvSpPr>
        <p:spPr>
          <a:xfrm>
            <a:off x="4791606" y="2059002"/>
            <a:ext cx="17250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400" tIns="35175" rIns="70400" bIns="351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47"/>
              <a:buFont typeface="Calibri"/>
              <a:buNone/>
            </a:pPr>
            <a:r>
              <a:rPr lang="pt-BR" sz="1047" i="1" u="none" strike="noStrike" cap="none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Mai/2020 a Mai/2024
(49 meses contínuos)</a:t>
            </a:r>
            <a:endParaRPr sz="1047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3" name="Google Shape;503;p69"/>
          <p:cNvSpPr/>
          <p:nvPr/>
        </p:nvSpPr>
        <p:spPr>
          <a:xfrm>
            <a:off x="6798178" y="1460550"/>
            <a:ext cx="2006400" cy="154890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70400" tIns="70400" rIns="70400" bIns="70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4" name="Google Shape;504;p69"/>
          <p:cNvSpPr/>
          <p:nvPr/>
        </p:nvSpPr>
        <p:spPr>
          <a:xfrm>
            <a:off x="6938990" y="1601362"/>
            <a:ext cx="1725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400" tIns="35175" rIns="70400" bIns="351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39"/>
              <a:buFont typeface="Calibri"/>
              <a:buNone/>
            </a:pPr>
            <a:r>
              <a:rPr lang="pt-BR" sz="1239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Principais características</a:t>
            </a:r>
            <a:endParaRPr sz="1239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5" name="Google Shape;505;p69"/>
          <p:cNvSpPr/>
          <p:nvPr/>
        </p:nvSpPr>
        <p:spPr>
          <a:xfrm>
            <a:off x="6938990" y="2059002"/>
            <a:ext cx="17250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400" tIns="35175" rIns="70400" bIns="35175" anchor="ctr" anchorCtr="0">
            <a:noAutofit/>
          </a:bodyPr>
          <a:lstStyle/>
          <a:p>
            <a:pPr lvl="0">
              <a:buClr>
                <a:srgbClr val="DCE3F5"/>
              </a:buClr>
              <a:buSzPts val="847"/>
            </a:pPr>
            <a:r>
              <a:rPr lang="pt-BR" sz="1000" i="1" dirty="0">
                <a:solidFill>
                  <a:srgbClr val="DCE3F5"/>
                </a:solidFill>
                <a:latin typeface="Barlow"/>
                <a:ea typeface="Barlow"/>
                <a:cs typeface="Barlow"/>
                <a:sym typeface="Barlow"/>
              </a:rPr>
              <a:t>Alvo binário ALVO_CASCO (9,69% de sinistro). Variáveis corporativas, judiciais e 76 geográficas. Apenas 3 variáveis com &gt;5% de nulos.</a:t>
            </a:r>
            <a:endParaRPr lang="pt-BR" sz="1000" i="1" dirty="0">
              <a:solidFill>
                <a:srgbClr val="DCE3F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6" name="Google Shape;506;p69"/>
          <p:cNvSpPr/>
          <p:nvPr/>
        </p:nvSpPr>
        <p:spPr>
          <a:xfrm>
            <a:off x="356025" y="3291109"/>
            <a:ext cx="8378400" cy="133770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9775" cap="flat" cmpd="sng">
            <a:solidFill>
              <a:srgbClr val="C7D0E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0400" tIns="70400" rIns="70400" bIns="70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7" name="Google Shape;507;p69"/>
          <p:cNvSpPr/>
          <p:nvPr/>
        </p:nvSpPr>
        <p:spPr>
          <a:xfrm>
            <a:off x="532040" y="3417840"/>
            <a:ext cx="80262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400" tIns="35175" rIns="70400" bIns="351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62"/>
              <a:buFont typeface="Calibri"/>
              <a:buNone/>
            </a:pPr>
            <a:r>
              <a:rPr lang="pt-BR" sz="1162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Distribuição da Variável Alvo (ALVO_CASCO)</a:t>
            </a:r>
            <a:endParaRPr sz="1162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8" name="Google Shape;508;p69"/>
          <p:cNvSpPr/>
          <p:nvPr/>
        </p:nvSpPr>
        <p:spPr>
          <a:xfrm>
            <a:off x="532040" y="3713546"/>
            <a:ext cx="80262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400" tIns="35175" rIns="70400" bIns="35175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85"/>
              <a:buFont typeface="Calibri"/>
              <a:buNone/>
            </a:pPr>
            <a:r>
              <a:rPr lang="pt-BR" sz="1085" i="1" u="none" strike="noStrike" cap="none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Sem Sinistro (Classe 0): 3.551 empresas (90,31%)  |  Com Sinistro (Classe 1): 381 empresas (9,69%)  —  Desbalanceamento de 9,3:1 exige métricas como AUC-ROC, KS e Lift por Decil.</a:t>
            </a:r>
            <a:endParaRPr sz="1085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0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pt-BR"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Análises Exploratórias</a:t>
            </a:r>
            <a:endParaRPr sz="3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14" name="Google Shape;514;p70"/>
          <p:cNvSpPr/>
          <p:nvPr/>
        </p:nvSpPr>
        <p:spPr>
          <a:xfrm>
            <a:off x="356023" y="286925"/>
            <a:ext cx="1789800" cy="275400"/>
          </a:xfrm>
          <a:prstGeom prst="roundRect">
            <a:avLst>
              <a:gd name="adj" fmla="val 2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825" tIns="68825" rIns="68825" bIns="68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lang="pt-BR" sz="828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5</a:t>
            </a:r>
            <a:endParaRPr sz="828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15" name="Google Shape;515;p70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516" name="Google Shape;516;p70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t="29334" r="32318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70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63825" tIns="63825" rIns="63825" bIns="63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518" name="Google Shape;518;p70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9" name="Google Shape;519;p70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lang="pt-BR" sz="1000" i="1" u="none" strike="noStrike" cap="non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Grupo 5  ·  Pitch Final  ·  Residência em Dados e IA</a:t>
            </a:r>
            <a:endParaRPr sz="1000" i="1" u="none" strike="noStrike" cap="non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1" name="Google Shape;521;p70"/>
          <p:cNvSpPr/>
          <p:nvPr/>
        </p:nvSpPr>
        <p:spPr>
          <a:xfrm>
            <a:off x="436025" y="1417838"/>
            <a:ext cx="4142700" cy="3257400"/>
          </a:xfrm>
          <a:prstGeom prst="roundRect">
            <a:avLst>
              <a:gd name="adj" fmla="val 1739"/>
            </a:avLst>
          </a:prstGeom>
          <a:solidFill>
            <a:srgbClr val="F4F7FC"/>
          </a:solidFill>
          <a:ln w="9825" cap="flat" cmpd="sng">
            <a:solidFill>
              <a:srgbClr val="C7D0E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0800" tIns="70800" rIns="70800" bIns="7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2" name="Google Shape;522;p70"/>
          <p:cNvSpPr/>
          <p:nvPr/>
        </p:nvSpPr>
        <p:spPr>
          <a:xfrm>
            <a:off x="613054" y="1545297"/>
            <a:ext cx="3788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00" tIns="35400" rIns="70800" bIns="3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68"/>
              <a:buFont typeface="Calibri"/>
              <a:buNone/>
            </a:pPr>
            <a:r>
              <a:rPr lang="pt-BR" sz="1168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Taxa de Sinistro por Seção CNAE</a:t>
            </a:r>
            <a:endParaRPr sz="1168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3" name="Google Shape;523;p70"/>
          <p:cNvSpPr/>
          <p:nvPr/>
        </p:nvSpPr>
        <p:spPr>
          <a:xfrm>
            <a:off x="613054" y="1842703"/>
            <a:ext cx="3788700" cy="26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00" tIns="35400" rIns="70800" bIns="35400" anchor="ctr" anchorCtr="0">
            <a:no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1"/>
              <a:buFont typeface="Calibri"/>
              <a:buNone/>
            </a:pPr>
            <a:r>
              <a:rPr lang="pt-BR" sz="1091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Setores S (Outras Atividades de Serviços): 18,0% de sinistro e Q (Saúde): 17,1% — quase 2× a média geral de 9,69%. Setor G (Comércio) concentra 33,5% da carteira com 10,8% de sinistro. Setor M (Atividades Profissionais): apenas 4,7% — menor risco.</a:t>
            </a:r>
            <a:endParaRPr sz="1091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4" name="Google Shape;524;p70"/>
          <p:cNvSpPr/>
          <p:nvPr/>
        </p:nvSpPr>
        <p:spPr>
          <a:xfrm>
            <a:off x="4720111" y="1417838"/>
            <a:ext cx="4142700" cy="15579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 w="9825" cap="flat" cmpd="sng">
            <a:solidFill>
              <a:srgbClr val="C7D0E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0800" tIns="70800" rIns="70800" bIns="7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5" name="Google Shape;525;p70"/>
          <p:cNvSpPr/>
          <p:nvPr/>
        </p:nvSpPr>
        <p:spPr>
          <a:xfrm>
            <a:off x="4897139" y="1545297"/>
            <a:ext cx="3788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00" tIns="35400" rIns="70800" bIns="35400" anchor="ctr" anchorCtr="0">
            <a:noAutofit/>
          </a:bodyPr>
          <a:lstStyle/>
          <a:p>
            <a:pPr lvl="0">
              <a:buClr>
                <a:srgbClr val="1E2761"/>
              </a:buClr>
              <a:buSzPts val="968"/>
            </a:pPr>
            <a:r>
              <a:rPr lang="pt-BR" sz="1168" b="1" dirty="0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Evolução Temporal da Taxa de Sinistro</a:t>
            </a:r>
            <a:endParaRPr sz="1168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6" name="Google Shape;526;p70"/>
          <p:cNvSpPr/>
          <p:nvPr/>
        </p:nvSpPr>
        <p:spPr>
          <a:xfrm>
            <a:off x="4897139" y="1842703"/>
            <a:ext cx="3788700" cy="9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00" tIns="35400" rIns="70800" bIns="35400" anchor="ctr" anchorCtr="0">
            <a:no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1"/>
              <a:buFont typeface="Calibri"/>
              <a:buNone/>
            </a:pPr>
            <a:r>
              <a:rPr lang="pt-BR" sz="1091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2021-2022: ~11,7% (maturação completa)
2023: 9,4% (maturação parcial)
2024: 2,9% (sinistros não maturados)</a:t>
            </a:r>
            <a:endParaRPr sz="1091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7" name="Google Shape;527;p70"/>
          <p:cNvSpPr/>
          <p:nvPr/>
        </p:nvSpPr>
        <p:spPr>
          <a:xfrm>
            <a:off x="4720111" y="3117299"/>
            <a:ext cx="4142700" cy="15579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 w="9825" cap="flat" cmpd="sng">
            <a:solidFill>
              <a:srgbClr val="C7D0E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0800" tIns="70800" rIns="70800" bIns="7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8" name="Google Shape;528;p70"/>
          <p:cNvSpPr/>
          <p:nvPr/>
        </p:nvSpPr>
        <p:spPr>
          <a:xfrm>
            <a:off x="4897139" y="3244758"/>
            <a:ext cx="3788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00" tIns="35400" rIns="70800" bIns="3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68"/>
              <a:buFont typeface="Calibri"/>
              <a:buNone/>
            </a:pPr>
            <a:r>
              <a:rPr lang="pt-BR" sz="1168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Impacto no Modelo</a:t>
            </a:r>
            <a:endParaRPr sz="1168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9" name="Google Shape;529;p70"/>
          <p:cNvSpPr/>
          <p:nvPr/>
        </p:nvSpPr>
        <p:spPr>
          <a:xfrm>
            <a:off x="4897139" y="3542164"/>
            <a:ext cx="3788700" cy="9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00" tIns="35400" rIns="70800" bIns="35400" anchor="ctr" anchorCtr="0">
            <a:no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1"/>
              <a:buFont typeface="Calibri"/>
              <a:buNone/>
            </a:pPr>
            <a:r>
              <a:rPr lang="pt-BR" sz="1091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Dados de 2024 contêm falsos negativos por lag de maturação de sinistros. Truncamento temporal obrigatório: treinar até Jun/2023, testar até Fev/2024.</a:t>
            </a:r>
            <a:endParaRPr sz="1091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1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pt-BR"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Solução</a:t>
            </a:r>
            <a:endParaRPr sz="3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35" name="Google Shape;535;p71"/>
          <p:cNvSpPr/>
          <p:nvPr/>
        </p:nvSpPr>
        <p:spPr>
          <a:xfrm>
            <a:off x="356023" y="286925"/>
            <a:ext cx="1789800" cy="275400"/>
          </a:xfrm>
          <a:prstGeom prst="roundRect">
            <a:avLst>
              <a:gd name="adj" fmla="val 2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825" tIns="68825" rIns="68825" bIns="68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lang="pt-BR" sz="828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6</a:t>
            </a:r>
            <a:endParaRPr sz="828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36" name="Google Shape;536;p71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537" name="Google Shape;537;p71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t="29334" r="32318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71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63825" tIns="63825" rIns="63825" bIns="63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539" name="Google Shape;539;p71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0" name="Google Shape;540;p71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lang="pt-BR" sz="1000" i="1" u="none" strike="noStrike" cap="non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Grupo 5  ·  Pitch Final  ·  Residência em Dados e IA</a:t>
            </a:r>
            <a:endParaRPr sz="1000" i="1" u="none" strike="noStrike" cap="non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2" name="Google Shape;542;p71"/>
          <p:cNvSpPr/>
          <p:nvPr/>
        </p:nvSpPr>
        <p:spPr>
          <a:xfrm>
            <a:off x="360000" y="1290400"/>
            <a:ext cx="2748900" cy="1785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9925" cap="flat" cmpd="sng">
            <a:solidFill>
              <a:srgbClr val="E3E8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1400" tIns="71400" rIns="71400" bIns="7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3" name="Google Shape;543;p71"/>
          <p:cNvSpPr/>
          <p:nvPr/>
        </p:nvSpPr>
        <p:spPr>
          <a:xfrm>
            <a:off x="502804" y="1433203"/>
            <a:ext cx="321300" cy="321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1400" tIns="71400" rIns="71400" bIns="7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4" name="Google Shape;544;p71"/>
          <p:cNvSpPr/>
          <p:nvPr/>
        </p:nvSpPr>
        <p:spPr>
          <a:xfrm>
            <a:off x="502804" y="1861612"/>
            <a:ext cx="24636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00" tIns="35675" rIns="71400" bIns="35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4"/>
              <a:buFont typeface="Calibri"/>
              <a:buNone/>
            </a:pPr>
            <a:r>
              <a:rPr lang="pt-BR" sz="1254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Estratégia adotada</a:t>
            </a:r>
            <a:endParaRPr sz="1254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5" name="Google Shape;545;p71"/>
          <p:cNvSpPr/>
          <p:nvPr/>
        </p:nvSpPr>
        <p:spPr>
          <a:xfrm>
            <a:off x="502804" y="2218620"/>
            <a:ext cx="24636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00" tIns="35675" rIns="71400" bIns="35675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8"/>
              <a:buFont typeface="Calibri"/>
              <a:buNone/>
            </a:pPr>
            <a:r>
              <a:rPr lang="pt-BR" sz="1098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Metodologia CRISP-DM completa. Random Forest para scoring de propensão a sinistro + Motor de Decisão XML 3-Way (Aprovado / Condicional / Recusado).</a:t>
            </a:r>
            <a:endParaRPr sz="1098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6" name="Google Shape;546;p71"/>
          <p:cNvSpPr/>
          <p:nvPr/>
        </p:nvSpPr>
        <p:spPr>
          <a:xfrm>
            <a:off x="3251779" y="1290400"/>
            <a:ext cx="2748900" cy="1785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9925" cap="flat" cmpd="sng">
            <a:solidFill>
              <a:srgbClr val="E3E8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1400" tIns="71400" rIns="71400" bIns="7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7" name="Google Shape;547;p71"/>
          <p:cNvSpPr/>
          <p:nvPr/>
        </p:nvSpPr>
        <p:spPr>
          <a:xfrm>
            <a:off x="3394583" y="1433203"/>
            <a:ext cx="321300" cy="321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1400" tIns="71400" rIns="71400" bIns="7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8" name="Google Shape;548;p71"/>
          <p:cNvSpPr/>
          <p:nvPr/>
        </p:nvSpPr>
        <p:spPr>
          <a:xfrm>
            <a:off x="3394583" y="1861612"/>
            <a:ext cx="24636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00" tIns="35675" rIns="71400" bIns="35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4"/>
              <a:buFont typeface="Calibri"/>
              <a:buNone/>
            </a:pPr>
            <a:r>
              <a:rPr lang="pt-BR" sz="1254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Ferramentas utilizadas</a:t>
            </a:r>
            <a:endParaRPr sz="1254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9" name="Google Shape;549;p71"/>
          <p:cNvSpPr/>
          <p:nvPr/>
        </p:nvSpPr>
        <p:spPr>
          <a:xfrm>
            <a:off x="3394583" y="2218620"/>
            <a:ext cx="24636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00" tIns="35675" rIns="71400" bIns="35675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8"/>
              <a:buFont typeface="Calibri"/>
              <a:buNone/>
            </a:pPr>
            <a:r>
              <a:rPr lang="pt-BR" sz="1098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Python 3.12, Scikit-learn (RandomForest), Pandas, NumPy, XML (DecisionRunnerNotation), Google Colab.</a:t>
            </a:r>
            <a:endParaRPr sz="1098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0" name="Google Shape;550;p71"/>
          <p:cNvSpPr/>
          <p:nvPr/>
        </p:nvSpPr>
        <p:spPr>
          <a:xfrm>
            <a:off x="6143557" y="1290400"/>
            <a:ext cx="2748900" cy="1785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9925" cap="flat" cmpd="sng">
            <a:solidFill>
              <a:srgbClr val="E3E8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1400" tIns="71400" rIns="71400" bIns="7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1" name="Google Shape;551;p71"/>
          <p:cNvSpPr/>
          <p:nvPr/>
        </p:nvSpPr>
        <p:spPr>
          <a:xfrm>
            <a:off x="6286361" y="1433203"/>
            <a:ext cx="321300" cy="321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1400" tIns="71400" rIns="71400" bIns="7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2" name="Google Shape;552;p71"/>
          <p:cNvSpPr/>
          <p:nvPr/>
        </p:nvSpPr>
        <p:spPr>
          <a:xfrm>
            <a:off x="6286361" y="1861612"/>
            <a:ext cx="24636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00" tIns="35675" rIns="71400" bIns="35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4"/>
              <a:buFont typeface="Calibri"/>
              <a:buNone/>
            </a:pPr>
            <a:r>
              <a:rPr lang="pt-BR" sz="1254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Arquitetura da solução</a:t>
            </a:r>
            <a:endParaRPr sz="1254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3" name="Google Shape;553;p71"/>
          <p:cNvSpPr/>
          <p:nvPr/>
        </p:nvSpPr>
        <p:spPr>
          <a:xfrm>
            <a:off x="6286361" y="2218620"/>
            <a:ext cx="24636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00" tIns="35675" rIns="71400" bIns="35675" anchor="ctr" anchorCtr="0">
            <a:noAutofit/>
          </a:bodyPr>
          <a:lstStyle/>
          <a:p>
            <a:pPr lvl="0" algn="just">
              <a:buClr>
                <a:srgbClr val="5B6472"/>
              </a:buClr>
              <a:buSzPts val="898"/>
            </a:pPr>
            <a:r>
              <a:rPr lang="pt-BR" sz="900" i="1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Dados </a:t>
            </a:r>
            <a:r>
              <a:rPr lang="pt-BR" sz="900" i="1" dirty="0" smtClean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da base → </a:t>
            </a:r>
            <a:r>
              <a:rPr lang="pt-BR" sz="900" i="1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Truncamento Temporal (OOT) → Filtro Tríplice → Random Forest → 10 Decis de Risco → Motor XML Trillia (Knockouts + Roteamento) → Decisão Final + KPIs Financeiros.</a:t>
            </a:r>
            <a:endParaRPr sz="900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4" name="Google Shape;554;p71"/>
          <p:cNvSpPr/>
          <p:nvPr/>
        </p:nvSpPr>
        <p:spPr>
          <a:xfrm>
            <a:off x="360000" y="3253943"/>
            <a:ext cx="8496900" cy="132090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9925" cap="flat" cmpd="sng">
            <a:solidFill>
              <a:srgbClr val="C7D0E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1400" tIns="71400" rIns="71400" bIns="7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5" name="Google Shape;555;p71"/>
          <p:cNvSpPr/>
          <p:nvPr/>
        </p:nvSpPr>
        <p:spPr>
          <a:xfrm>
            <a:off x="538505" y="3382466"/>
            <a:ext cx="81399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00" tIns="35675" rIns="71400" bIns="35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76"/>
              <a:buFont typeface="Calibri"/>
              <a:buNone/>
            </a:pPr>
            <a:r>
              <a:rPr lang="pt-BR" sz="1176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Fluxograma da arquitetura</a:t>
            </a:r>
            <a:endParaRPr sz="1176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6" name="Google Shape;556;p71"/>
          <p:cNvSpPr/>
          <p:nvPr/>
        </p:nvSpPr>
        <p:spPr>
          <a:xfrm>
            <a:off x="538505" y="3682352"/>
            <a:ext cx="81399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00" tIns="35675" rIns="71400" bIns="35675" anchor="ctr" anchorCtr="0">
            <a:noAutofit/>
          </a:bodyPr>
          <a:lstStyle/>
          <a:p>
            <a:pPr lvl="0" algn="just">
              <a:lnSpc>
                <a:spcPct val="125000"/>
              </a:lnSpc>
              <a:buClr>
                <a:srgbClr val="5B6472"/>
              </a:buClr>
              <a:buSzPts val="898"/>
            </a:pPr>
            <a:r>
              <a:rPr lang="pt-BR" sz="1098" i="1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CSV </a:t>
            </a:r>
            <a:r>
              <a:rPr lang="pt-BR" sz="1098" i="1" dirty="0" smtClean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base de dados </a:t>
            </a:r>
            <a:r>
              <a:rPr lang="pt-BR" sz="1098" i="1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(102 vars) → Truncamento Temporal (3.742 apólices) → Filtro Tríplice (14 vars) → RandomForest OOT (n=100, depth=6) → Score &amp; 10 Decis → Motor XML (2 Knockouts + 4 Regras de Roteamento) → Decisão 3-Way + Precificação</a:t>
            </a:r>
            <a:endParaRPr sz="1098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3E03"/>
            </a:gs>
            <a:gs pos="100000">
              <a:srgbClr val="FE881C"/>
            </a:gs>
          </a:gsLst>
          <a:lin ang="5400700" scaled="0"/>
        </a:gra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2"/>
          <p:cNvSpPr/>
          <p:nvPr/>
        </p:nvSpPr>
        <p:spPr>
          <a:xfrm>
            <a:off x="0" y="0"/>
            <a:ext cx="9144000" cy="487200"/>
          </a:xfrm>
          <a:prstGeom prst="rect">
            <a:avLst/>
          </a:prstGeom>
          <a:solidFill>
            <a:srgbClr val="F7F6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562" name="Google Shape;562;p72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563" name="Google Shape;563;p72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t="29334" r="32318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72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63825" tIns="63825" rIns="63825" bIns="63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565" name="Google Shape;565;p72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6" name="Google Shape;566;p72"/>
          <p:cNvSpPr/>
          <p:nvPr/>
        </p:nvSpPr>
        <p:spPr>
          <a:xfrm>
            <a:off x="360004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pt-BR" sz="30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Demonstração</a:t>
            </a:r>
            <a:endParaRPr sz="30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67" name="Google Shape;567;p72"/>
          <p:cNvSpPr/>
          <p:nvPr/>
        </p:nvSpPr>
        <p:spPr>
          <a:xfrm>
            <a:off x="231398" y="149363"/>
            <a:ext cx="1789800" cy="275400"/>
          </a:xfrm>
          <a:prstGeom prst="roundRect">
            <a:avLst>
              <a:gd name="adj" fmla="val 2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68825" tIns="68825" rIns="68825" bIns="68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lang="pt-BR" sz="828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7</a:t>
            </a:r>
            <a:endParaRPr sz="828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69" name="Google Shape;569;p72"/>
          <p:cNvSpPr/>
          <p:nvPr/>
        </p:nvSpPr>
        <p:spPr>
          <a:xfrm>
            <a:off x="398869" y="2710540"/>
            <a:ext cx="8378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250" tIns="34600" rIns="69250" bIns="346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6C2"/>
              </a:buClr>
              <a:buSzPts val="1136"/>
              <a:buFont typeface="Calibri"/>
              <a:buNone/>
            </a:pPr>
            <a:r>
              <a:rPr lang="pt-BR" sz="1336" i="1" u="none" strike="noStrike" cap="none">
                <a:solidFill>
                  <a:srgbClr val="8B96C2"/>
                </a:solidFill>
                <a:latin typeface="Barlow"/>
                <a:ea typeface="Barlow"/>
                <a:cs typeface="Barlow"/>
                <a:sym typeface="Barlow"/>
              </a:rPr>
              <a:t>[Inserir captura de tela do Google Colab aqui]</a:t>
            </a:r>
            <a:endParaRPr sz="1336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0" name="Google Shape;570;p72"/>
          <p:cNvSpPr/>
          <p:nvPr/>
        </p:nvSpPr>
        <p:spPr>
          <a:xfrm>
            <a:off x="398869" y="3056761"/>
            <a:ext cx="8378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250" tIns="34600" rIns="69250" bIns="346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79A8"/>
              </a:buClr>
              <a:buSzPts val="871"/>
              <a:buFont typeface="Calibri"/>
              <a:buNone/>
            </a:pPr>
            <a:r>
              <a:rPr lang="pt-BR" sz="1071" i="0" u="none" strike="noStrike" cap="none">
                <a:solidFill>
                  <a:srgbClr val="6E79A8"/>
                </a:solidFill>
                <a:latin typeface="Barlow"/>
                <a:ea typeface="Barlow"/>
                <a:cs typeface="Barlow"/>
                <a:sym typeface="Barlow"/>
              </a:rPr>
              <a:t>Resultados do Motor Trillia: 2.557 APROVADOS (65%) | 904 CONDICIONAIS (23%) | 471 RECUSADOS (12%) | 163 frotas resgatadas com GPS</a:t>
            </a:r>
            <a:endParaRPr sz="1071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1" name="Google Shape;571;p72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lang="pt-BR" sz="1000" i="1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Grupo 5  ·  Pitch Final  ·  Residência em Dados e IA</a:t>
            </a:r>
            <a:endParaRPr sz="1000" i="1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04" y="1536935"/>
            <a:ext cx="8297432" cy="3019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3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pt-BR"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Principais Insights</a:t>
            </a:r>
            <a:endParaRPr sz="3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7" name="Google Shape;577;p73"/>
          <p:cNvSpPr/>
          <p:nvPr/>
        </p:nvSpPr>
        <p:spPr>
          <a:xfrm>
            <a:off x="356023" y="286925"/>
            <a:ext cx="1789800" cy="275400"/>
          </a:xfrm>
          <a:prstGeom prst="roundRect">
            <a:avLst>
              <a:gd name="adj" fmla="val 2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825" tIns="68825" rIns="68825" bIns="68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lang="pt-BR" sz="828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8</a:t>
            </a:r>
            <a:endParaRPr sz="828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78" name="Google Shape;578;p73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579" name="Google Shape;579;p73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t="29334" r="32318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73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63825" tIns="63825" rIns="63825" bIns="63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581" name="Google Shape;581;p73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2" name="Google Shape;582;p73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lang="pt-BR" sz="1000" i="1" u="none" strike="noStrike" cap="non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Grupo 5  ·  Pitch Final  ·  Residência em Dados e IA</a:t>
            </a:r>
            <a:endParaRPr sz="1000" i="1" u="none" strike="noStrike" cap="non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4" name="Google Shape;584;p73"/>
          <p:cNvSpPr/>
          <p:nvPr/>
        </p:nvSpPr>
        <p:spPr>
          <a:xfrm>
            <a:off x="417300" y="1319437"/>
            <a:ext cx="7728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250" tIns="35100" rIns="70250" bIns="35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99"/>
              <a:buFont typeface="Calibri"/>
              <a:buNone/>
            </a:pPr>
            <a:r>
              <a:rPr lang="pt-BR" sz="1199" i="1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Top 5 descobertas — ordenadas da mais para a menos impactante:</a:t>
            </a:r>
            <a:endParaRPr sz="1199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5" name="Google Shape;585;p73"/>
          <p:cNvSpPr/>
          <p:nvPr/>
        </p:nvSpPr>
        <p:spPr>
          <a:xfrm>
            <a:off x="417300" y="1705868"/>
            <a:ext cx="8501400" cy="477900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70250" tIns="70250" rIns="70250" bIns="70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6" name="Google Shape;586;p73"/>
          <p:cNvSpPr/>
          <p:nvPr/>
        </p:nvSpPr>
        <p:spPr>
          <a:xfrm>
            <a:off x="592951" y="1804232"/>
            <a:ext cx="281100" cy="28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0250" tIns="70250" rIns="70250" bIns="70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7" name="Google Shape;587;p73"/>
          <p:cNvSpPr/>
          <p:nvPr/>
        </p:nvSpPr>
        <p:spPr>
          <a:xfrm>
            <a:off x="1014512" y="1705868"/>
            <a:ext cx="77286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250" tIns="35100" rIns="70250" bIns="35100" anchor="ctr" anchorCtr="0">
            <a:noAutofit/>
          </a:bodyPr>
          <a:lstStyle/>
          <a:p>
            <a:pPr lvl="0">
              <a:buClr>
                <a:srgbClr val="1B1F2E"/>
              </a:buClr>
              <a:buSzPts val="1076"/>
            </a:pPr>
            <a:r>
              <a:rPr lang="pt-BR" sz="1276" i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82,15% dos sinistros concentrados nos Decis 1 a 3 (44,9% no Decil 1) — o modelo demonstra alta capacidade de ordenação de risco Out-of-Time.</a:t>
            </a:r>
            <a:endParaRPr sz="1276" i="0" u="none" strike="noStrike" cap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8" name="Google Shape;588;p73"/>
          <p:cNvSpPr/>
          <p:nvPr/>
        </p:nvSpPr>
        <p:spPr>
          <a:xfrm>
            <a:off x="417300" y="2303078"/>
            <a:ext cx="8501400" cy="4779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0250" tIns="70250" rIns="70250" bIns="70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9" name="Google Shape;589;p73"/>
          <p:cNvSpPr/>
          <p:nvPr/>
        </p:nvSpPr>
        <p:spPr>
          <a:xfrm>
            <a:off x="592951" y="2401442"/>
            <a:ext cx="281100" cy="28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0250" tIns="70250" rIns="70250" bIns="70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0" name="Google Shape;590;p73"/>
          <p:cNvSpPr/>
          <p:nvPr/>
        </p:nvSpPr>
        <p:spPr>
          <a:xfrm>
            <a:off x="1014512" y="2303078"/>
            <a:ext cx="77286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250" tIns="35100" rIns="70250" bIns="35100" anchor="ctr" anchorCtr="0">
            <a:noAutofit/>
          </a:bodyPr>
          <a:lstStyle/>
          <a:p>
            <a:pPr lvl="0">
              <a:buClr>
                <a:srgbClr val="1B1F2E"/>
              </a:buClr>
              <a:buSzPts val="1076"/>
            </a:pPr>
            <a:r>
              <a:rPr lang="pt-BR" sz="1276" i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Política 3-Way resgatou 137 frotas de alto risco que seriam recusadas, exigindo GPS + sobretaxa de 15%.</a:t>
            </a:r>
            <a:endParaRPr sz="1276" i="0" u="none" strike="noStrike" cap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1" name="Google Shape;591;p73"/>
          <p:cNvSpPr/>
          <p:nvPr/>
        </p:nvSpPr>
        <p:spPr>
          <a:xfrm>
            <a:off x="417300" y="2900288"/>
            <a:ext cx="8501400" cy="477900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70250" tIns="70250" rIns="70250" bIns="70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2" name="Google Shape;592;p73"/>
          <p:cNvSpPr/>
          <p:nvPr/>
        </p:nvSpPr>
        <p:spPr>
          <a:xfrm>
            <a:off x="592951" y="2998652"/>
            <a:ext cx="281100" cy="28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0250" tIns="70250" rIns="70250" bIns="70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3" name="Google Shape;593;p73"/>
          <p:cNvSpPr/>
          <p:nvPr/>
        </p:nvSpPr>
        <p:spPr>
          <a:xfrm>
            <a:off x="1014512" y="2900288"/>
            <a:ext cx="77286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250" tIns="35100" rIns="70250" bIns="35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76"/>
              <a:buFont typeface="Calibri"/>
              <a:buNone/>
            </a:pPr>
            <a:r>
              <a:rPr lang="pt-BR" sz="1276" i="1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Seção CNAE e Concentração de Área de Risco são as variáveis com maior poder discriminante (MI e χ²).</a:t>
            </a:r>
            <a:endParaRPr sz="1276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4" name="Google Shape;594;p73"/>
          <p:cNvSpPr/>
          <p:nvPr/>
        </p:nvSpPr>
        <p:spPr>
          <a:xfrm>
            <a:off x="417300" y="3497498"/>
            <a:ext cx="8501400" cy="4779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0250" tIns="70250" rIns="70250" bIns="70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5" name="Google Shape;595;p73"/>
          <p:cNvSpPr/>
          <p:nvPr/>
        </p:nvSpPr>
        <p:spPr>
          <a:xfrm>
            <a:off x="592951" y="3595862"/>
            <a:ext cx="281100" cy="28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0250" tIns="70250" rIns="70250" bIns="70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4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6" name="Google Shape;596;p73"/>
          <p:cNvSpPr/>
          <p:nvPr/>
        </p:nvSpPr>
        <p:spPr>
          <a:xfrm>
            <a:off x="1014512" y="3497498"/>
            <a:ext cx="77286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250" tIns="35100" rIns="70250" bIns="35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76"/>
              <a:buFont typeface="Calibri"/>
              <a:buNone/>
            </a:pPr>
            <a:r>
              <a:rPr lang="pt-BR" sz="1276" i="1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Lag de maturação em 2024 gera falsos negativos — truncamento temporal é obrigatório para modelagem confiável.</a:t>
            </a:r>
            <a:endParaRPr sz="1276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7" name="Google Shape;597;p73"/>
          <p:cNvSpPr/>
          <p:nvPr/>
        </p:nvSpPr>
        <p:spPr>
          <a:xfrm>
            <a:off x="417300" y="4094708"/>
            <a:ext cx="8501400" cy="477900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70250" tIns="70250" rIns="70250" bIns="70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8" name="Google Shape;598;p73"/>
          <p:cNvSpPr/>
          <p:nvPr/>
        </p:nvSpPr>
        <p:spPr>
          <a:xfrm>
            <a:off x="592951" y="4193072"/>
            <a:ext cx="281100" cy="28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0250" tIns="70250" rIns="70250" bIns="70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5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9" name="Google Shape;599;p73"/>
          <p:cNvSpPr/>
          <p:nvPr/>
        </p:nvSpPr>
        <p:spPr>
          <a:xfrm>
            <a:off x="1014512" y="4094708"/>
            <a:ext cx="77286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250" tIns="35100" rIns="70250" bIns="35100" anchor="ctr" anchorCtr="0">
            <a:noAutofit/>
          </a:bodyPr>
          <a:lstStyle/>
          <a:p>
            <a:pPr lvl="0">
              <a:buClr>
                <a:srgbClr val="1B1F2E"/>
              </a:buClr>
              <a:buSzPts val="1076"/>
            </a:pPr>
            <a:r>
              <a:rPr lang="pt-BR" sz="1276" i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14 variáveis chave selecionadas no Filtro Tríplice (garantindo nulos &lt; 20%, alto MI Score e estabilidade no teste KS).</a:t>
            </a:r>
            <a:endParaRPr sz="1276" i="0" u="none" strike="noStrike" cap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4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pt-BR"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Impacto para o Negócio</a:t>
            </a:r>
            <a:endParaRPr sz="3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05" name="Google Shape;605;p74"/>
          <p:cNvSpPr/>
          <p:nvPr/>
        </p:nvSpPr>
        <p:spPr>
          <a:xfrm>
            <a:off x="356023" y="286925"/>
            <a:ext cx="1789800" cy="275400"/>
          </a:xfrm>
          <a:prstGeom prst="roundRect">
            <a:avLst>
              <a:gd name="adj" fmla="val 2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825" tIns="68825" rIns="68825" bIns="68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lang="pt-BR" sz="828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9</a:t>
            </a:r>
            <a:endParaRPr sz="828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606" name="Google Shape;606;p74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607" name="Google Shape;607;p74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t="29334" r="32318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8" name="Google Shape;608;p74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63825" tIns="63825" rIns="63825" bIns="63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609" name="Google Shape;609;p74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0" name="Google Shape;610;p74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lang="pt-BR" sz="1000" i="1" u="none" strike="noStrike" cap="non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Grupo 5  ·  Pitch Final  ·  Residência em Dados e IA</a:t>
            </a:r>
            <a:endParaRPr sz="1000" i="1" u="none" strike="noStrike" cap="non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2" name="Google Shape;612;p74"/>
          <p:cNvSpPr/>
          <p:nvPr/>
        </p:nvSpPr>
        <p:spPr>
          <a:xfrm>
            <a:off x="356025" y="1559875"/>
            <a:ext cx="7790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25" tIns="35375" rIns="70825" bIns="35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7"/>
              <a:buFont typeface="Calibri"/>
              <a:buNone/>
            </a:pPr>
            <a:r>
              <a:rPr lang="pt-BR" sz="1307" i="1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Quanto valor a solução gera?</a:t>
            </a:r>
            <a:endParaRPr sz="1307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3" name="Google Shape;613;p74"/>
          <p:cNvSpPr/>
          <p:nvPr/>
        </p:nvSpPr>
        <p:spPr>
          <a:xfrm>
            <a:off x="356025" y="2020211"/>
            <a:ext cx="2726700" cy="2266500"/>
          </a:xfrm>
          <a:prstGeom prst="roundRect">
            <a:avLst>
              <a:gd name="adj" fmla="val 3125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70825" tIns="70825" rIns="70825" bIns="70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4" name="Google Shape;614;p74"/>
          <p:cNvSpPr/>
          <p:nvPr/>
        </p:nvSpPr>
        <p:spPr>
          <a:xfrm>
            <a:off x="356025" y="2268084"/>
            <a:ext cx="27267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25" tIns="35375" rIns="70825" bIns="353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33"/>
              <a:buFont typeface="Cambria"/>
              <a:buNone/>
            </a:pPr>
            <a:r>
              <a:rPr lang="pt-BR" sz="2933" b="1" i="0" u="none" strike="noStrike" cap="none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R$ </a:t>
            </a:r>
            <a:r>
              <a:rPr lang="pt-BR" sz="2933" b="1" i="0" u="none" strike="noStrike" cap="none" dirty="0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5,13M</a:t>
            </a:r>
            <a:endParaRPr sz="2933" i="0" u="none" strike="noStrike" cap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5" name="Google Shape;615;p74"/>
          <p:cNvSpPr/>
          <p:nvPr/>
        </p:nvSpPr>
        <p:spPr>
          <a:xfrm>
            <a:off x="568489" y="3082525"/>
            <a:ext cx="23016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25" tIns="35375" rIns="70825" bIns="353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07"/>
              <a:buFont typeface="Calibri"/>
              <a:buNone/>
            </a:pPr>
            <a:r>
              <a:rPr lang="pt-BR" sz="1307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Sinistros Evitados</a:t>
            </a:r>
            <a:endParaRPr sz="1307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6" name="Google Shape;616;p74"/>
          <p:cNvSpPr/>
          <p:nvPr/>
        </p:nvSpPr>
        <p:spPr>
          <a:xfrm>
            <a:off x="568489" y="3472040"/>
            <a:ext cx="23016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25" tIns="35375" rIns="70825" bIns="35375" anchor="ctr" anchorCtr="0">
            <a:noAutofit/>
          </a:bodyPr>
          <a:lstStyle/>
          <a:p>
            <a:pPr lvl="0" algn="ctr">
              <a:buClr>
                <a:srgbClr val="5B6472"/>
              </a:buClr>
              <a:buSzPts val="813"/>
            </a:pPr>
            <a:r>
              <a:rPr lang="pt-BR" sz="1113" i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114 frotas com sinistro real barradas pelo motor (entre as 487 recusadas). Economia direta no fundo de reserva da seguradora.</a:t>
            </a:r>
            <a:endParaRPr sz="1113" i="0" u="none" strike="noStrike" cap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7" name="Google Shape;617;p74"/>
          <p:cNvSpPr/>
          <p:nvPr/>
        </p:nvSpPr>
        <p:spPr>
          <a:xfrm>
            <a:off x="3224287" y="2020211"/>
            <a:ext cx="2726700" cy="226650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70825" tIns="70825" rIns="70825" bIns="70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8" name="Google Shape;618;p74"/>
          <p:cNvSpPr/>
          <p:nvPr/>
        </p:nvSpPr>
        <p:spPr>
          <a:xfrm>
            <a:off x="3224287" y="2268084"/>
            <a:ext cx="27267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25" tIns="35375" rIns="70825" bIns="353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633"/>
              <a:buFont typeface="Cambria"/>
              <a:buNone/>
            </a:pPr>
            <a:r>
              <a:rPr lang="pt-BR" sz="2933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R$ </a:t>
            </a:r>
            <a:r>
              <a:rPr lang="pt-BR" sz="2933" b="1" i="0" u="none" strike="noStrike" cap="none" dirty="0" smtClean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760K</a:t>
            </a:r>
            <a:endParaRPr sz="2933" i="0" u="none" strike="noStrike" cap="none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9" name="Google Shape;619;p74"/>
          <p:cNvSpPr/>
          <p:nvPr/>
        </p:nvSpPr>
        <p:spPr>
          <a:xfrm>
            <a:off x="3436751" y="3082525"/>
            <a:ext cx="23016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25" tIns="35375" rIns="70825" bIns="353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7"/>
              <a:buFont typeface="Calibri"/>
              <a:buNone/>
            </a:pPr>
            <a:r>
              <a:rPr lang="pt-BR" sz="1307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Receita Adicional</a:t>
            </a:r>
            <a:endParaRPr sz="1307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0" name="Google Shape;620;p74"/>
          <p:cNvSpPr/>
          <p:nvPr/>
        </p:nvSpPr>
        <p:spPr>
          <a:xfrm>
            <a:off x="3436751" y="3472040"/>
            <a:ext cx="23016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25" tIns="35375" rIns="70825" bIns="353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D2EE"/>
              </a:buClr>
              <a:buSzPts val="813"/>
              <a:buFont typeface="Calibri"/>
              <a:buNone/>
            </a:pPr>
            <a:r>
              <a:rPr lang="pt-BR" sz="1113" i="1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Gerada por agravamento de prêmio nos Decis 1 a 3 (+15% e +7,5% respectivamente).</a:t>
            </a:r>
            <a:endParaRPr sz="1113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1" name="Google Shape;621;p74"/>
          <p:cNvSpPr/>
          <p:nvPr/>
        </p:nvSpPr>
        <p:spPr>
          <a:xfrm>
            <a:off x="6092549" y="2020211"/>
            <a:ext cx="2726700" cy="2266500"/>
          </a:xfrm>
          <a:prstGeom prst="roundRect">
            <a:avLst>
              <a:gd name="adj" fmla="val 3125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70825" tIns="70825" rIns="70825" bIns="70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2" name="Google Shape;622;p74"/>
          <p:cNvSpPr/>
          <p:nvPr/>
        </p:nvSpPr>
        <p:spPr>
          <a:xfrm>
            <a:off x="6092549" y="2268084"/>
            <a:ext cx="27267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25" tIns="35375" rIns="70825" bIns="353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33"/>
              <a:buFont typeface="Cambria"/>
              <a:buNone/>
            </a:pPr>
            <a:r>
              <a:rPr lang="pt-BR" sz="2933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65%</a:t>
            </a:r>
            <a:endParaRPr sz="2933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3" name="Google Shape;623;p74"/>
          <p:cNvSpPr/>
          <p:nvPr/>
        </p:nvSpPr>
        <p:spPr>
          <a:xfrm>
            <a:off x="6305013" y="3082525"/>
            <a:ext cx="23016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25" tIns="35375" rIns="70825" bIns="353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07"/>
              <a:buFont typeface="Calibri"/>
              <a:buNone/>
            </a:pPr>
            <a:r>
              <a:rPr lang="pt-BR" sz="1307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Aprovação Automática</a:t>
            </a:r>
            <a:endParaRPr sz="1307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4" name="Google Shape;624;p74"/>
          <p:cNvSpPr/>
          <p:nvPr/>
        </p:nvSpPr>
        <p:spPr>
          <a:xfrm>
            <a:off x="6305013" y="3472040"/>
            <a:ext cx="23016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825" tIns="35375" rIns="70825" bIns="35375" anchor="ctr" anchorCtr="0">
            <a:noAutofit/>
          </a:bodyPr>
          <a:lstStyle/>
          <a:p>
            <a:pPr lvl="0" algn="ctr">
              <a:buClr>
                <a:srgbClr val="5B6472"/>
              </a:buClr>
              <a:buSzPts val="813"/>
            </a:pPr>
            <a:r>
              <a:rPr lang="pt-BR" sz="1113" i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2.569 apólices aprovadas via fast-track automático (Decis 4 a 10), sem intervenção humana.</a:t>
            </a:r>
            <a:endParaRPr sz="1113" i="0" u="none" strike="noStrike" cap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5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pt-BR"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Limitações</a:t>
            </a:r>
            <a:endParaRPr sz="3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30" name="Google Shape;630;p75"/>
          <p:cNvSpPr/>
          <p:nvPr/>
        </p:nvSpPr>
        <p:spPr>
          <a:xfrm>
            <a:off x="356023" y="286925"/>
            <a:ext cx="1789800" cy="275400"/>
          </a:xfrm>
          <a:prstGeom prst="roundRect">
            <a:avLst>
              <a:gd name="adj" fmla="val 2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825" tIns="68825" rIns="68825" bIns="68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lang="pt-BR" sz="828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10</a:t>
            </a:r>
            <a:endParaRPr sz="828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631" name="Google Shape;631;p75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632" name="Google Shape;632;p75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t="29334" r="32318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" name="Google Shape;633;p75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63825" tIns="63825" rIns="63825" bIns="63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634" name="Google Shape;634;p75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5" name="Google Shape;635;p75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lang="pt-BR" sz="1000" i="1" u="none" strike="noStrike" cap="non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Grupo 5  ·  Pitch Final  ·  Residência em Dados e IA</a:t>
            </a:r>
            <a:endParaRPr sz="1000" i="1" u="none" strike="noStrike" cap="non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37" name="Google Shape;637;p75"/>
          <p:cNvSpPr/>
          <p:nvPr/>
        </p:nvSpPr>
        <p:spPr>
          <a:xfrm>
            <a:off x="356025" y="1383125"/>
            <a:ext cx="4113600" cy="3164400"/>
          </a:xfrm>
          <a:prstGeom prst="roundRect">
            <a:avLst>
              <a:gd name="adj" fmla="val 1778"/>
            </a:avLst>
          </a:prstGeom>
          <a:solidFill>
            <a:srgbClr val="F4F7FC"/>
          </a:solidFill>
          <a:ln w="9775" cap="flat" cmpd="sng">
            <a:solidFill>
              <a:srgbClr val="C7D0E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0300" tIns="70300" rIns="70300" bIns="7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38" name="Google Shape;638;p75"/>
          <p:cNvSpPr/>
          <p:nvPr/>
        </p:nvSpPr>
        <p:spPr>
          <a:xfrm>
            <a:off x="531820" y="1509698"/>
            <a:ext cx="3762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00" tIns="35150" rIns="70300" bIns="35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61"/>
              <a:buFont typeface="Calibri"/>
              <a:buNone/>
            </a:pPr>
            <a:r>
              <a:rPr lang="pt-BR" sz="1261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O que dificultou o projeto</a:t>
            </a:r>
            <a:endParaRPr sz="1261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39" name="Google Shape;639;p75"/>
          <p:cNvSpPr/>
          <p:nvPr/>
        </p:nvSpPr>
        <p:spPr>
          <a:xfrm>
            <a:off x="531820" y="1805034"/>
            <a:ext cx="3762300" cy="26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00" tIns="35150" rIns="70300" bIns="35150" anchor="ctr" anchorCtr="0">
            <a:noAutofit/>
          </a:bodyPr>
          <a:lstStyle/>
          <a:p>
            <a:pPr lvl="0" algn="just">
              <a:lnSpc>
                <a:spcPct val="125000"/>
              </a:lnSpc>
              <a:buClr>
                <a:srgbClr val="5B6472"/>
              </a:buClr>
              <a:buSzPts val="884"/>
            </a:pPr>
            <a:r>
              <a:rPr lang="pt-BR" sz="1184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• Base com alvo binário condensado (sem distinção entre perda parcial, total, roubo e RCF).
</a:t>
            </a:r>
            <a:r>
              <a:rPr lang="pt-BR" sz="1184" i="1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• AUC = 0,92 no split Out-of-Time (treino até Jun/2023, teste Jul/2023 a Fev/2024) demonstrando alta capacidade preditiva.</a:t>
            </a:r>
            <a:r>
              <a:rPr lang="pt-BR" sz="1184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
</a:t>
            </a:r>
            <a:r>
              <a:rPr lang="pt-BR" sz="1184" i="1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• Variáveis categóricas geográficas não codificadas no modelo (apenas numéricas e CNAE agregadas).</a:t>
            </a:r>
            <a:endParaRPr sz="1184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0" name="Google Shape;640;p75"/>
          <p:cNvSpPr/>
          <p:nvPr/>
        </p:nvSpPr>
        <p:spPr>
          <a:xfrm>
            <a:off x="4610271" y="1383125"/>
            <a:ext cx="4113600" cy="3164400"/>
          </a:xfrm>
          <a:prstGeom prst="roundRect">
            <a:avLst>
              <a:gd name="adj" fmla="val 1778"/>
            </a:avLst>
          </a:prstGeom>
          <a:solidFill>
            <a:srgbClr val="F4F7FC"/>
          </a:solidFill>
          <a:ln w="9775" cap="flat" cmpd="sng">
            <a:solidFill>
              <a:srgbClr val="C7D0E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0300" tIns="70300" rIns="70300" bIns="7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1" name="Google Shape;641;p75"/>
          <p:cNvSpPr/>
          <p:nvPr/>
        </p:nvSpPr>
        <p:spPr>
          <a:xfrm>
            <a:off x="4786066" y="1509698"/>
            <a:ext cx="3762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00" tIns="35150" rIns="70300" bIns="35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61"/>
              <a:buFont typeface="Calibri"/>
              <a:buNone/>
            </a:pPr>
            <a:r>
              <a:rPr lang="pt-BR" sz="1261" b="1" i="0" u="none" strike="noStrike" cap="non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O que ainda precisa de validação</a:t>
            </a:r>
            <a:endParaRPr sz="1261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2" name="Google Shape;642;p75"/>
          <p:cNvSpPr/>
          <p:nvPr/>
        </p:nvSpPr>
        <p:spPr>
          <a:xfrm>
            <a:off x="4786066" y="1805034"/>
            <a:ext cx="3762300" cy="26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00" tIns="35150" rIns="70300" bIns="35150" anchor="ctr" anchorCtr="0">
            <a:noAutofit/>
          </a:bodyPr>
          <a:lstStyle/>
          <a:p>
            <a:pPr lvl="0" algn="just">
              <a:lnSpc>
                <a:spcPct val="125000"/>
              </a:lnSpc>
              <a:buClr>
                <a:srgbClr val="5B6472"/>
              </a:buClr>
              <a:buSzPts val="884"/>
            </a:pPr>
            <a:r>
              <a:rPr lang="pt-BR" sz="1184" i="1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• Monitoramento contínuo em produção da estabilidade OOT.</a:t>
            </a:r>
            <a:r>
              <a:rPr lang="pt-BR" sz="1184" i="1" u="none" strike="noStrike" cap="none" dirty="0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
• Calibração de probabilidades do modelo para precificação atuarial.
• Validação dos valores de benchmark (prêmio R$ 10K e sinistro R$ 45K) com equipe atuarial.
• Inclusão de variáveis categóricas com encoding adequado.</a:t>
            </a:r>
            <a:endParaRPr sz="1184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6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pt-BR"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Próximos Passos</a:t>
            </a:r>
            <a:endParaRPr sz="3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8" name="Google Shape;648;p76"/>
          <p:cNvSpPr/>
          <p:nvPr/>
        </p:nvSpPr>
        <p:spPr>
          <a:xfrm>
            <a:off x="356023" y="286925"/>
            <a:ext cx="1789800" cy="275400"/>
          </a:xfrm>
          <a:prstGeom prst="roundRect">
            <a:avLst>
              <a:gd name="adj" fmla="val 2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825" tIns="68825" rIns="68825" bIns="68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lang="pt-BR" sz="828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11</a:t>
            </a:r>
            <a:endParaRPr sz="828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649" name="Google Shape;649;p76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650" name="Google Shape;650;p76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t="29334" r="32318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76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63825" tIns="63825" rIns="63825" bIns="63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652" name="Google Shape;652;p76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3" name="Google Shape;653;p76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lang="pt-BR" sz="1000" i="1" u="none" strike="noStrike" cap="non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Grupo 5  ·  Pitch Final  ·  Residência em Dados e IA</a:t>
            </a:r>
            <a:endParaRPr sz="1000" i="1" u="none" strike="noStrike" cap="non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655" name="Google Shape;655;p76"/>
          <p:cNvCxnSpPr>
            <a:endCxn id="656" idx="6"/>
          </p:cNvCxnSpPr>
          <p:nvPr/>
        </p:nvCxnSpPr>
        <p:spPr>
          <a:xfrm>
            <a:off x="1599445" y="3421131"/>
            <a:ext cx="6071400" cy="0"/>
          </a:xfrm>
          <a:prstGeom prst="straightConnector1">
            <a:avLst/>
          </a:prstGeom>
          <a:noFill/>
          <a:ln w="22250" cap="flat" cmpd="sng">
            <a:solidFill>
              <a:srgbClr val="C7D0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7" name="Google Shape;657;p76"/>
          <p:cNvSpPr/>
          <p:nvPr/>
        </p:nvSpPr>
        <p:spPr>
          <a:xfrm>
            <a:off x="1511199" y="3332931"/>
            <a:ext cx="176400" cy="176400"/>
          </a:xfrm>
          <a:prstGeom prst="ellipse">
            <a:avLst/>
          </a:prstGeom>
          <a:solidFill>
            <a:schemeClr val="dk1"/>
          </a:solidFill>
          <a:ln w="222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76"/>
          <p:cNvSpPr/>
          <p:nvPr/>
        </p:nvSpPr>
        <p:spPr>
          <a:xfrm>
            <a:off x="318021" y="2059675"/>
            <a:ext cx="2562600" cy="108120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59" name="Google Shape;659;p76"/>
          <p:cNvSpPr/>
          <p:nvPr/>
        </p:nvSpPr>
        <p:spPr>
          <a:xfrm>
            <a:off x="478179" y="2219833"/>
            <a:ext cx="22419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075" tIns="40025" rIns="80075" bIns="40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38"/>
              <a:buFont typeface="Calibri"/>
              <a:buNone/>
            </a:pPr>
            <a:r>
              <a:rPr lang="pt-BR" sz="1338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Curto Prazo</a:t>
            </a:r>
            <a:endParaRPr sz="1338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0" name="Google Shape;660;p76"/>
          <p:cNvSpPr/>
          <p:nvPr/>
        </p:nvSpPr>
        <p:spPr>
          <a:xfrm>
            <a:off x="478179" y="2580188"/>
            <a:ext cx="2241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075" tIns="40025" rIns="80075" bIns="40025" anchor="ctr" anchorCtr="0">
            <a:noAutofit/>
          </a:bodyPr>
          <a:lstStyle/>
          <a:p>
            <a:pPr lvl="0" algn="ctr">
              <a:buClr>
                <a:srgbClr val="5B6472"/>
              </a:buClr>
              <a:buSzPts val="920"/>
            </a:pPr>
            <a:r>
              <a:rPr lang="pt-BR" sz="800" i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Incluir variáveis categóricas geográficas com Target Encoding. Testar LightGBM e XGBoost com otimização de hiperparâmetros.</a:t>
            </a:r>
            <a:endParaRPr sz="800" i="0" u="none" strike="noStrike" cap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661" name="Google Shape;661;p76"/>
          <p:cNvCxnSpPr/>
          <p:nvPr/>
        </p:nvCxnSpPr>
        <p:spPr>
          <a:xfrm>
            <a:off x="1599286" y="3140741"/>
            <a:ext cx="0" cy="280500"/>
          </a:xfrm>
          <a:prstGeom prst="straightConnector1">
            <a:avLst/>
          </a:prstGeom>
          <a:noFill/>
          <a:ln w="11125" cap="flat" cmpd="sng">
            <a:solidFill>
              <a:srgbClr val="C7D0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2" name="Google Shape;662;p76"/>
          <p:cNvSpPr/>
          <p:nvPr/>
        </p:nvSpPr>
        <p:spPr>
          <a:xfrm>
            <a:off x="4525854" y="3332931"/>
            <a:ext cx="176400" cy="176400"/>
          </a:xfrm>
          <a:prstGeom prst="ellipse">
            <a:avLst/>
          </a:prstGeom>
          <a:solidFill>
            <a:schemeClr val="dk1"/>
          </a:solidFill>
          <a:ln w="222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76"/>
          <p:cNvSpPr/>
          <p:nvPr/>
        </p:nvSpPr>
        <p:spPr>
          <a:xfrm>
            <a:off x="3332676" y="2059675"/>
            <a:ext cx="2562600" cy="108120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4" name="Google Shape;664;p76"/>
          <p:cNvSpPr/>
          <p:nvPr/>
        </p:nvSpPr>
        <p:spPr>
          <a:xfrm>
            <a:off x="3492834" y="2219833"/>
            <a:ext cx="22419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075" tIns="40025" rIns="80075" bIns="40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38"/>
              <a:buFont typeface="Calibri"/>
              <a:buNone/>
            </a:pPr>
            <a:r>
              <a:rPr lang="pt-BR" sz="1338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Médio Prazo</a:t>
            </a:r>
            <a:endParaRPr sz="1338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5" name="Google Shape;665;p76"/>
          <p:cNvSpPr/>
          <p:nvPr/>
        </p:nvSpPr>
        <p:spPr>
          <a:xfrm>
            <a:off x="3492834" y="2580188"/>
            <a:ext cx="2241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075" tIns="40025" rIns="80075" bIns="40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20"/>
              <a:buFont typeface="Calibri"/>
              <a:buNone/>
            </a:pPr>
            <a:r>
              <a:rPr lang="pt-BR" sz="800" i="1" u="none" strike="noStrike" cap="none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Integrar modelo via API REST com ecossistema Trillia RiskPack. Criar dashboard de monitoramento de drift e performance.</a:t>
            </a:r>
            <a:endParaRPr sz="800" i="0" u="none" strike="noStrike" cap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666" name="Google Shape;666;p76"/>
          <p:cNvCxnSpPr/>
          <p:nvPr/>
        </p:nvCxnSpPr>
        <p:spPr>
          <a:xfrm>
            <a:off x="4613941" y="3140741"/>
            <a:ext cx="0" cy="280500"/>
          </a:xfrm>
          <a:prstGeom prst="straightConnector1">
            <a:avLst/>
          </a:prstGeom>
          <a:noFill/>
          <a:ln w="11125" cap="flat" cmpd="sng">
            <a:solidFill>
              <a:srgbClr val="C7D0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6" name="Google Shape;656;p76"/>
          <p:cNvSpPr/>
          <p:nvPr/>
        </p:nvSpPr>
        <p:spPr>
          <a:xfrm>
            <a:off x="7494445" y="3332931"/>
            <a:ext cx="176400" cy="176400"/>
          </a:xfrm>
          <a:prstGeom prst="ellipse">
            <a:avLst/>
          </a:prstGeom>
          <a:solidFill>
            <a:schemeClr val="dk1"/>
          </a:solidFill>
          <a:ln w="222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76"/>
          <p:cNvSpPr/>
          <p:nvPr/>
        </p:nvSpPr>
        <p:spPr>
          <a:xfrm>
            <a:off x="6301268" y="2059675"/>
            <a:ext cx="2562600" cy="108120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8" name="Google Shape;668;p76"/>
          <p:cNvSpPr/>
          <p:nvPr/>
        </p:nvSpPr>
        <p:spPr>
          <a:xfrm>
            <a:off x="6461426" y="2219833"/>
            <a:ext cx="22419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075" tIns="40025" rIns="80075" bIns="40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38"/>
              <a:buFont typeface="Calibri"/>
              <a:buNone/>
            </a:pPr>
            <a:r>
              <a:rPr lang="pt-BR" sz="1338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Longo Prazo</a:t>
            </a:r>
            <a:endParaRPr sz="1338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9" name="Google Shape;669;p76"/>
          <p:cNvSpPr/>
          <p:nvPr/>
        </p:nvSpPr>
        <p:spPr>
          <a:xfrm>
            <a:off x="6461426" y="2580188"/>
            <a:ext cx="2241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075" tIns="40025" rIns="80075" bIns="40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20"/>
              <a:buFont typeface="Calibri"/>
              <a:buNone/>
            </a:pPr>
            <a:r>
              <a:rPr lang="pt-BR" sz="800" i="1" u="none" strike="noStrike" cap="none" dirty="0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Expandir para coberturas específicas (RCF, Roubo/Furto). Adicionar dados telemétricos IoT (GPS/rastreador). Retreino automático com dados de produção.</a:t>
            </a:r>
            <a:endParaRPr sz="800" i="0" u="none" strike="noStrike" cap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670" name="Google Shape;670;p76"/>
          <p:cNvCxnSpPr/>
          <p:nvPr/>
        </p:nvCxnSpPr>
        <p:spPr>
          <a:xfrm>
            <a:off x="7582532" y="3140741"/>
            <a:ext cx="0" cy="280500"/>
          </a:xfrm>
          <a:prstGeom prst="straightConnector1">
            <a:avLst/>
          </a:prstGeom>
          <a:noFill/>
          <a:ln w="11125" cap="flat" cmpd="sng">
            <a:solidFill>
              <a:srgbClr val="C7D0E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2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7"/>
          <p:cNvSpPr/>
          <p:nvPr/>
        </p:nvSpPr>
        <p:spPr>
          <a:xfrm rot="5400000">
            <a:off x="3989531" y="2146800"/>
            <a:ext cx="1911300" cy="330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6" name="Google Shape;676;p77"/>
          <p:cNvPicPr preferRelativeResize="0"/>
          <p:nvPr/>
        </p:nvPicPr>
        <p:blipFill rotWithShape="1">
          <a:blip r:embed="rId3">
            <a:alphaModFix/>
          </a:blip>
          <a:srcRect l="15940" r="15940"/>
          <a:stretch/>
        </p:blipFill>
        <p:spPr>
          <a:xfrm flipH="1">
            <a:off x="3901204" y="0"/>
            <a:ext cx="5256900" cy="5143500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677" name="Google Shape;677;p77"/>
          <p:cNvSpPr/>
          <p:nvPr/>
        </p:nvSpPr>
        <p:spPr>
          <a:xfrm rot="10800000">
            <a:off x="3069222" y="236145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8" name="Google Shape;678;p77"/>
          <p:cNvSpPr/>
          <p:nvPr/>
        </p:nvSpPr>
        <p:spPr>
          <a:xfrm rot="10800000">
            <a:off x="3755576" y="236145"/>
            <a:ext cx="511380" cy="1022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9" name="Google Shape;679;p77"/>
          <p:cNvSpPr/>
          <p:nvPr/>
        </p:nvSpPr>
        <p:spPr>
          <a:xfrm rot="-5400000">
            <a:off x="4441893" y="236026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endParaRPr sz="4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0" name="Google Shape;680;p77"/>
          <p:cNvSpPr/>
          <p:nvPr/>
        </p:nvSpPr>
        <p:spPr>
          <a:xfrm>
            <a:off x="5517225" y="2078450"/>
            <a:ext cx="1253400" cy="1253400"/>
          </a:xfrm>
          <a:prstGeom prst="arc">
            <a:avLst>
              <a:gd name="adj1" fmla="val 16200000"/>
              <a:gd name="adj2" fmla="val 5175902"/>
            </a:avLst>
          </a:prstGeom>
          <a:noFill/>
          <a:ln w="9525" cap="flat" cmpd="sng">
            <a:solidFill>
              <a:srgbClr val="FE88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681" name="Google Shape;681;p77"/>
          <p:cNvSpPr/>
          <p:nvPr/>
        </p:nvSpPr>
        <p:spPr>
          <a:xfrm>
            <a:off x="5653500" y="2214725"/>
            <a:ext cx="980700" cy="980700"/>
          </a:xfrm>
          <a:prstGeom prst="arc">
            <a:avLst>
              <a:gd name="adj1" fmla="val 16200000"/>
              <a:gd name="adj2" fmla="val 5175902"/>
            </a:avLst>
          </a:prstGeom>
          <a:noFill/>
          <a:ln w="9525" cap="flat" cmpd="sng">
            <a:solidFill>
              <a:srgbClr val="FF600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77"/>
          <p:cNvSpPr/>
          <p:nvPr/>
        </p:nvSpPr>
        <p:spPr>
          <a:xfrm rot="5400000">
            <a:off x="2192696" y="1227900"/>
            <a:ext cx="812100" cy="5143500"/>
          </a:xfrm>
          <a:prstGeom prst="round2SameRect">
            <a:avLst>
              <a:gd name="adj1" fmla="val 48821"/>
              <a:gd name="adj2" fmla="val 0"/>
            </a:avLst>
          </a:prstGeom>
          <a:solidFill>
            <a:srgbClr val="F7F6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77"/>
          <p:cNvSpPr/>
          <p:nvPr/>
        </p:nvSpPr>
        <p:spPr>
          <a:xfrm rot="5400000">
            <a:off x="2806571" y="-480500"/>
            <a:ext cx="779400" cy="6338400"/>
          </a:xfrm>
          <a:prstGeom prst="round2SameRect">
            <a:avLst>
              <a:gd name="adj1" fmla="val 48821"/>
              <a:gd name="adj2" fmla="val 0"/>
            </a:avLst>
          </a:prstGeom>
          <a:solidFill>
            <a:srgbClr val="F7F6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77"/>
          <p:cNvSpPr txBox="1"/>
          <p:nvPr/>
        </p:nvSpPr>
        <p:spPr>
          <a:xfrm>
            <a:off x="420575" y="3397053"/>
            <a:ext cx="44781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3000" b="1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Perguntas?</a:t>
            </a:r>
            <a:endParaRPr sz="3000" b="1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i="1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Predição de Risco em Frotas PJ</a:t>
            </a:r>
            <a:endParaRPr i="1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i="1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3000" b="1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85" name="Google Shape;685;p77"/>
          <p:cNvSpPr txBox="1"/>
          <p:nvPr/>
        </p:nvSpPr>
        <p:spPr>
          <a:xfrm>
            <a:off x="292175" y="1877734"/>
            <a:ext cx="70041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3000">
                <a:solidFill>
                  <a:srgbClr val="FF3E03"/>
                </a:solidFill>
                <a:latin typeface="DM Sans Light"/>
                <a:ea typeface="DM Sans Light"/>
                <a:cs typeface="DM Sans Light"/>
                <a:sym typeface="DM Sans Light"/>
              </a:rPr>
              <a:t>Residência Tecnológica</a:t>
            </a:r>
            <a:endParaRPr sz="3000">
              <a:solidFill>
                <a:srgbClr val="FF3E03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200">
                <a:solidFill>
                  <a:srgbClr val="252525"/>
                </a:solidFill>
                <a:latin typeface="DM Sans Black"/>
                <a:ea typeface="DM Sans Black"/>
                <a:cs typeface="DM Sans Black"/>
                <a:sym typeface="DM Sans Black"/>
              </a:rPr>
              <a:t>Análise de Dados e IA</a:t>
            </a:r>
            <a:endParaRPr sz="4200">
              <a:solidFill>
                <a:srgbClr val="252525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grpSp>
        <p:nvGrpSpPr>
          <p:cNvPr id="686" name="Google Shape;686;p77"/>
          <p:cNvGrpSpPr/>
          <p:nvPr/>
        </p:nvGrpSpPr>
        <p:grpSpPr>
          <a:xfrm>
            <a:off x="140376" y="319922"/>
            <a:ext cx="2753882" cy="490726"/>
            <a:chOff x="343250" y="300175"/>
            <a:chExt cx="3677727" cy="655350"/>
          </a:xfrm>
        </p:grpSpPr>
        <p:pic>
          <p:nvPicPr>
            <p:cNvPr id="687" name="Google Shape;687;p77" title="RT Regua Marcas.png"/>
            <p:cNvPicPr preferRelativeResize="0"/>
            <p:nvPr/>
          </p:nvPicPr>
          <p:blipFill rotWithShape="1">
            <a:blip r:embed="rId4">
              <a:alphaModFix/>
            </a:blip>
            <a:srcRect r="32318"/>
            <a:stretch/>
          </p:blipFill>
          <p:spPr>
            <a:xfrm>
              <a:off x="343250" y="300175"/>
              <a:ext cx="3677727" cy="655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8" name="Google Shape;688;p77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spcFirstLastPara="1" wrap="square" lIns="68450" tIns="68450" rIns="68450" bIns="68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48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689" name="Google Shape;689;p77" title="(Original)Trillia_Endosso_Vertica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dk1"/>
        </a:solid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4" name="Google Shape;694;p78"/>
          <p:cNvGrpSpPr/>
          <p:nvPr/>
        </p:nvGrpSpPr>
        <p:grpSpPr>
          <a:xfrm>
            <a:off x="2217942" y="2825549"/>
            <a:ext cx="298169" cy="339253"/>
            <a:chOff x="1529350" y="258825"/>
            <a:chExt cx="423475" cy="481825"/>
          </a:xfrm>
        </p:grpSpPr>
        <p:sp>
          <p:nvSpPr>
            <p:cNvPr id="695" name="Google Shape;695;p7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7" name="Google Shape;697;p78"/>
          <p:cNvGrpSpPr/>
          <p:nvPr/>
        </p:nvGrpSpPr>
        <p:grpSpPr>
          <a:xfrm>
            <a:off x="5553045" y="3429880"/>
            <a:ext cx="340890" cy="178912"/>
            <a:chOff x="2084325" y="363300"/>
            <a:chExt cx="484150" cy="254100"/>
          </a:xfrm>
        </p:grpSpPr>
        <p:sp>
          <p:nvSpPr>
            <p:cNvPr id="698" name="Google Shape;698;p78"/>
            <p:cNvSpPr/>
            <p:nvPr/>
          </p:nvSpPr>
          <p:spPr>
            <a:xfrm>
              <a:off x="2084325" y="363300"/>
              <a:ext cx="484150" cy="254100"/>
            </a:xfrm>
            <a:custGeom>
              <a:avLst/>
              <a:gdLst/>
              <a:ahLst/>
              <a:cxnLst/>
              <a:rect l="l" t="t" r="r" b="b"/>
              <a:pathLst>
                <a:path w="19366" h="10164" extrusionOk="0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78"/>
            <p:cNvSpPr/>
            <p:nvPr/>
          </p:nvSpPr>
          <p:spPr>
            <a:xfrm>
              <a:off x="2250600" y="419775"/>
              <a:ext cx="145175" cy="141125"/>
            </a:xfrm>
            <a:custGeom>
              <a:avLst/>
              <a:gdLst/>
              <a:ahLst/>
              <a:cxnLst/>
              <a:rect l="l" t="t" r="r" b="b"/>
              <a:pathLst>
                <a:path w="5807" h="5645" extrusionOk="0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0" name="Google Shape;700;p78"/>
          <p:cNvGrpSpPr/>
          <p:nvPr/>
        </p:nvGrpSpPr>
        <p:grpSpPr>
          <a:xfrm>
            <a:off x="7729012" y="4346782"/>
            <a:ext cx="298169" cy="339253"/>
            <a:chOff x="2707500" y="249400"/>
            <a:chExt cx="423475" cy="481825"/>
          </a:xfrm>
        </p:grpSpPr>
        <p:sp>
          <p:nvSpPr>
            <p:cNvPr id="701" name="Google Shape;701;p78"/>
            <p:cNvSpPr/>
            <p:nvPr/>
          </p:nvSpPr>
          <p:spPr>
            <a:xfrm>
              <a:off x="2739175" y="420675"/>
              <a:ext cx="360100" cy="310550"/>
            </a:xfrm>
            <a:custGeom>
              <a:avLst/>
              <a:gdLst/>
              <a:ahLst/>
              <a:cxnLst/>
              <a:rect l="l" t="t" r="r" b="b"/>
              <a:pathLst>
                <a:path w="14404" h="12422" extrusionOk="0">
                  <a:moveTo>
                    <a:pt x="3816" y="1130"/>
                  </a:moveTo>
                  <a:cubicBezTo>
                    <a:pt x="4126" y="1130"/>
                    <a:pt x="4379" y="1382"/>
                    <a:pt x="4379" y="1696"/>
                  </a:cubicBezTo>
                  <a:lnTo>
                    <a:pt x="4379" y="8471"/>
                  </a:lnTo>
                  <a:cubicBezTo>
                    <a:pt x="4379" y="8781"/>
                    <a:pt x="4126" y="9034"/>
                    <a:pt x="3816" y="9034"/>
                  </a:cubicBezTo>
                  <a:cubicBezTo>
                    <a:pt x="3503" y="9034"/>
                    <a:pt x="3250" y="8781"/>
                    <a:pt x="3250" y="8471"/>
                  </a:cubicBezTo>
                  <a:lnTo>
                    <a:pt x="3250" y="1696"/>
                  </a:lnTo>
                  <a:cubicBezTo>
                    <a:pt x="3250" y="1382"/>
                    <a:pt x="3503" y="1130"/>
                    <a:pt x="3816" y="1130"/>
                  </a:cubicBezTo>
                  <a:close/>
                  <a:moveTo>
                    <a:pt x="7204" y="1130"/>
                  </a:moveTo>
                  <a:cubicBezTo>
                    <a:pt x="7514" y="1130"/>
                    <a:pt x="7767" y="1382"/>
                    <a:pt x="7767" y="1696"/>
                  </a:cubicBezTo>
                  <a:lnTo>
                    <a:pt x="7767" y="8471"/>
                  </a:lnTo>
                  <a:cubicBezTo>
                    <a:pt x="7767" y="8781"/>
                    <a:pt x="7514" y="9034"/>
                    <a:pt x="7204" y="9034"/>
                  </a:cubicBezTo>
                  <a:cubicBezTo>
                    <a:pt x="6891" y="9034"/>
                    <a:pt x="6638" y="8781"/>
                    <a:pt x="6638" y="8471"/>
                  </a:cubicBezTo>
                  <a:lnTo>
                    <a:pt x="6638" y="1696"/>
                  </a:lnTo>
                  <a:cubicBezTo>
                    <a:pt x="6638" y="1382"/>
                    <a:pt x="6891" y="1130"/>
                    <a:pt x="7204" y="1130"/>
                  </a:cubicBezTo>
                  <a:close/>
                  <a:moveTo>
                    <a:pt x="10592" y="1130"/>
                  </a:moveTo>
                  <a:cubicBezTo>
                    <a:pt x="10902" y="1130"/>
                    <a:pt x="11155" y="1382"/>
                    <a:pt x="11155" y="1696"/>
                  </a:cubicBezTo>
                  <a:lnTo>
                    <a:pt x="11155" y="8471"/>
                  </a:lnTo>
                  <a:cubicBezTo>
                    <a:pt x="11155" y="8781"/>
                    <a:pt x="10902" y="9034"/>
                    <a:pt x="10592" y="9034"/>
                  </a:cubicBezTo>
                  <a:cubicBezTo>
                    <a:pt x="10278" y="9034"/>
                    <a:pt x="10025" y="8781"/>
                    <a:pt x="10025" y="8471"/>
                  </a:cubicBezTo>
                  <a:lnTo>
                    <a:pt x="10025" y="1696"/>
                  </a:lnTo>
                  <a:cubicBezTo>
                    <a:pt x="10025" y="1382"/>
                    <a:pt x="10278" y="1130"/>
                    <a:pt x="10592" y="1130"/>
                  </a:cubicBezTo>
                  <a:close/>
                  <a:moveTo>
                    <a:pt x="1" y="0"/>
                  </a:moveTo>
                  <a:lnTo>
                    <a:pt x="901" y="10880"/>
                  </a:lnTo>
                  <a:cubicBezTo>
                    <a:pt x="976" y="11754"/>
                    <a:pt x="1705" y="12422"/>
                    <a:pt x="2582" y="12422"/>
                  </a:cubicBezTo>
                  <a:cubicBezTo>
                    <a:pt x="2584" y="12422"/>
                    <a:pt x="2586" y="12422"/>
                    <a:pt x="2588" y="12422"/>
                  </a:cubicBezTo>
                  <a:lnTo>
                    <a:pt x="11817" y="12422"/>
                  </a:lnTo>
                  <a:cubicBezTo>
                    <a:pt x="11819" y="12422"/>
                    <a:pt x="11821" y="12422"/>
                    <a:pt x="11823" y="12422"/>
                  </a:cubicBezTo>
                  <a:cubicBezTo>
                    <a:pt x="12700" y="12422"/>
                    <a:pt x="13431" y="11751"/>
                    <a:pt x="13503" y="10877"/>
                  </a:cubicBezTo>
                  <a:lnTo>
                    <a:pt x="144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8"/>
            <p:cNvSpPr/>
            <p:nvPr/>
          </p:nvSpPr>
          <p:spPr>
            <a:xfrm>
              <a:off x="2707500" y="249400"/>
              <a:ext cx="423475" cy="141175"/>
            </a:xfrm>
            <a:custGeom>
              <a:avLst/>
              <a:gdLst/>
              <a:ahLst/>
              <a:cxnLst/>
              <a:rect l="l" t="t" r="r" b="b"/>
              <a:pathLst>
                <a:path w="16939" h="5647" extrusionOk="0">
                  <a:moveTo>
                    <a:pt x="9600" y="1130"/>
                  </a:moveTo>
                  <a:cubicBezTo>
                    <a:pt x="9910" y="1130"/>
                    <a:pt x="10163" y="1383"/>
                    <a:pt x="10163" y="1696"/>
                  </a:cubicBezTo>
                  <a:lnTo>
                    <a:pt x="10163" y="2259"/>
                  </a:lnTo>
                  <a:lnTo>
                    <a:pt x="6776" y="2259"/>
                  </a:lnTo>
                  <a:lnTo>
                    <a:pt x="6776" y="1696"/>
                  </a:lnTo>
                  <a:cubicBezTo>
                    <a:pt x="6776" y="1383"/>
                    <a:pt x="7029" y="1130"/>
                    <a:pt x="7342" y="1130"/>
                  </a:cubicBezTo>
                  <a:close/>
                  <a:moveTo>
                    <a:pt x="7342" y="1"/>
                  </a:moveTo>
                  <a:cubicBezTo>
                    <a:pt x="6405" y="1"/>
                    <a:pt x="5646" y="760"/>
                    <a:pt x="5646" y="1696"/>
                  </a:cubicBezTo>
                  <a:lnTo>
                    <a:pt x="5646" y="2259"/>
                  </a:lnTo>
                  <a:lnTo>
                    <a:pt x="1696" y="2259"/>
                  </a:lnTo>
                  <a:cubicBezTo>
                    <a:pt x="759" y="2259"/>
                    <a:pt x="0" y="3018"/>
                    <a:pt x="0" y="3954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375" y="5647"/>
                  </a:lnTo>
                  <a:cubicBezTo>
                    <a:pt x="16686" y="5647"/>
                    <a:pt x="16939" y="5394"/>
                    <a:pt x="16939" y="5084"/>
                  </a:cubicBezTo>
                  <a:lnTo>
                    <a:pt x="16939" y="3954"/>
                  </a:lnTo>
                  <a:cubicBezTo>
                    <a:pt x="16939" y="3018"/>
                    <a:pt x="16180" y="2259"/>
                    <a:pt x="15246" y="2259"/>
                  </a:cubicBezTo>
                  <a:lnTo>
                    <a:pt x="11292" y="2259"/>
                  </a:lnTo>
                  <a:lnTo>
                    <a:pt x="11292" y="1696"/>
                  </a:lnTo>
                  <a:cubicBezTo>
                    <a:pt x="11292" y="760"/>
                    <a:pt x="10534" y="1"/>
                    <a:pt x="96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3" name="Google Shape;703;p78"/>
          <p:cNvGrpSpPr/>
          <p:nvPr/>
        </p:nvGrpSpPr>
        <p:grpSpPr>
          <a:xfrm>
            <a:off x="3906265" y="2825874"/>
            <a:ext cx="305386" cy="338602"/>
            <a:chOff x="3300325" y="249875"/>
            <a:chExt cx="433725" cy="480900"/>
          </a:xfrm>
        </p:grpSpPr>
        <p:sp>
          <p:nvSpPr>
            <p:cNvPr id="704" name="Google Shape;704;p78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8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8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8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8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8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0" name="Google Shape;710;p78"/>
          <p:cNvGrpSpPr/>
          <p:nvPr/>
        </p:nvGrpSpPr>
        <p:grpSpPr>
          <a:xfrm>
            <a:off x="2801985" y="2352422"/>
            <a:ext cx="352349" cy="338760"/>
            <a:chOff x="3854700" y="249750"/>
            <a:chExt cx="500425" cy="481125"/>
          </a:xfrm>
        </p:grpSpPr>
        <p:sp>
          <p:nvSpPr>
            <p:cNvPr id="711" name="Google Shape;711;p78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8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8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8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8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8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8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8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9" name="Google Shape;719;p78"/>
          <p:cNvGrpSpPr/>
          <p:nvPr/>
        </p:nvGrpSpPr>
        <p:grpSpPr>
          <a:xfrm>
            <a:off x="3327663" y="2352422"/>
            <a:ext cx="352349" cy="338760"/>
            <a:chOff x="4447550" y="249750"/>
            <a:chExt cx="500425" cy="481125"/>
          </a:xfrm>
        </p:grpSpPr>
        <p:sp>
          <p:nvSpPr>
            <p:cNvPr id="720" name="Google Shape;720;p78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8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2" name="Google Shape;722;p78"/>
          <p:cNvGrpSpPr/>
          <p:nvPr/>
        </p:nvGrpSpPr>
        <p:grpSpPr>
          <a:xfrm>
            <a:off x="6613240" y="2825549"/>
            <a:ext cx="339253" cy="339253"/>
            <a:chOff x="5660400" y="238125"/>
            <a:chExt cx="481825" cy="481825"/>
          </a:xfrm>
        </p:grpSpPr>
        <p:sp>
          <p:nvSpPr>
            <p:cNvPr id="723" name="Google Shape;723;p7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5" name="Google Shape;725;p78"/>
          <p:cNvSpPr/>
          <p:nvPr/>
        </p:nvSpPr>
        <p:spPr>
          <a:xfrm>
            <a:off x="5020241" y="2825549"/>
            <a:ext cx="302200" cy="339253"/>
          </a:xfrm>
          <a:custGeom>
            <a:avLst/>
            <a:gdLst/>
            <a:ahLst/>
            <a:cxnLst/>
            <a:rect l="l" t="t" r="r" b="b"/>
            <a:pathLst>
              <a:path w="17168" h="19273" extrusionOk="0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6" name="Google Shape;726;p78"/>
          <p:cNvGrpSpPr/>
          <p:nvPr/>
        </p:nvGrpSpPr>
        <p:grpSpPr>
          <a:xfrm>
            <a:off x="579820" y="4346773"/>
            <a:ext cx="340573" cy="339271"/>
            <a:chOff x="2085450" y="842250"/>
            <a:chExt cx="483700" cy="481850"/>
          </a:xfrm>
        </p:grpSpPr>
        <p:sp>
          <p:nvSpPr>
            <p:cNvPr id="727" name="Google Shape;727;p78"/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8"/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8"/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0" name="Google Shape;730;p78"/>
          <p:cNvGrpSpPr/>
          <p:nvPr/>
        </p:nvGrpSpPr>
        <p:grpSpPr>
          <a:xfrm>
            <a:off x="4435591" y="2825232"/>
            <a:ext cx="350431" cy="339887"/>
            <a:chOff x="3270675" y="841800"/>
            <a:chExt cx="497700" cy="482725"/>
          </a:xfrm>
        </p:grpSpPr>
        <p:sp>
          <p:nvSpPr>
            <p:cNvPr id="731" name="Google Shape;731;p78"/>
            <p:cNvSpPr/>
            <p:nvPr/>
          </p:nvSpPr>
          <p:spPr>
            <a:xfrm>
              <a:off x="3270675" y="902000"/>
              <a:ext cx="447125" cy="422525"/>
            </a:xfrm>
            <a:custGeom>
              <a:avLst/>
              <a:gdLst/>
              <a:ahLst/>
              <a:cxnLst/>
              <a:rect l="l" t="t" r="r" b="b"/>
              <a:pathLst>
                <a:path w="17885" h="16901" extrusionOk="0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8"/>
            <p:cNvSpPr/>
            <p:nvPr/>
          </p:nvSpPr>
          <p:spPr>
            <a:xfrm>
              <a:off x="3385250" y="841800"/>
              <a:ext cx="279700" cy="220925"/>
            </a:xfrm>
            <a:custGeom>
              <a:avLst/>
              <a:gdLst/>
              <a:ahLst/>
              <a:cxnLst/>
              <a:rect l="l" t="t" r="r" b="b"/>
              <a:pathLst>
                <a:path w="11188" h="8837" extrusionOk="0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8"/>
            <p:cNvSpPr/>
            <p:nvPr/>
          </p:nvSpPr>
          <p:spPr>
            <a:xfrm>
              <a:off x="3530100" y="924750"/>
              <a:ext cx="238275" cy="250200"/>
            </a:xfrm>
            <a:custGeom>
              <a:avLst/>
              <a:gdLst/>
              <a:ahLst/>
              <a:cxnLst/>
              <a:rect l="l" t="t" r="r" b="b"/>
              <a:pathLst>
                <a:path w="9531" h="10008" extrusionOk="0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4" name="Google Shape;734;p78"/>
          <p:cNvGrpSpPr/>
          <p:nvPr/>
        </p:nvGrpSpPr>
        <p:grpSpPr>
          <a:xfrm>
            <a:off x="6613239" y="3875592"/>
            <a:ext cx="339253" cy="298169"/>
            <a:chOff x="4467200" y="877100"/>
            <a:chExt cx="481825" cy="423475"/>
          </a:xfrm>
        </p:grpSpPr>
        <p:sp>
          <p:nvSpPr>
            <p:cNvPr id="735" name="Google Shape;735;p78"/>
            <p:cNvSpPr/>
            <p:nvPr/>
          </p:nvSpPr>
          <p:spPr>
            <a:xfrm>
              <a:off x="4467200" y="1018225"/>
              <a:ext cx="481825" cy="282350"/>
            </a:xfrm>
            <a:custGeom>
              <a:avLst/>
              <a:gdLst/>
              <a:ahLst/>
              <a:cxnLst/>
              <a:rect l="l" t="t" r="r" b="b"/>
              <a:pathLst>
                <a:path w="19273" h="11294" extrusionOk="0">
                  <a:moveTo>
                    <a:pt x="10723" y="2257"/>
                  </a:moveTo>
                  <a:cubicBezTo>
                    <a:pt x="11013" y="2257"/>
                    <a:pt x="11292" y="2483"/>
                    <a:pt x="11292" y="2823"/>
                  </a:cubicBezTo>
                  <a:cubicBezTo>
                    <a:pt x="11292" y="3136"/>
                    <a:pt x="11039" y="3389"/>
                    <a:pt x="10729" y="3389"/>
                  </a:cubicBezTo>
                  <a:cubicBezTo>
                    <a:pt x="10223" y="3389"/>
                    <a:pt x="9973" y="2781"/>
                    <a:pt x="10329" y="2423"/>
                  </a:cubicBezTo>
                  <a:cubicBezTo>
                    <a:pt x="10443" y="2308"/>
                    <a:pt x="10585" y="2257"/>
                    <a:pt x="10723" y="2257"/>
                  </a:cubicBezTo>
                  <a:close/>
                  <a:moveTo>
                    <a:pt x="14755" y="3389"/>
                  </a:moveTo>
                  <a:lnTo>
                    <a:pt x="14755" y="7906"/>
                  </a:lnTo>
                  <a:lnTo>
                    <a:pt x="13551" y="7906"/>
                  </a:lnTo>
                  <a:lnTo>
                    <a:pt x="13551" y="3389"/>
                  </a:lnTo>
                  <a:close/>
                  <a:moveTo>
                    <a:pt x="5083" y="2822"/>
                  </a:moveTo>
                  <a:cubicBezTo>
                    <a:pt x="5189" y="2822"/>
                    <a:pt x="5297" y="2853"/>
                    <a:pt x="5396" y="2920"/>
                  </a:cubicBezTo>
                  <a:lnTo>
                    <a:pt x="8784" y="5178"/>
                  </a:lnTo>
                  <a:cubicBezTo>
                    <a:pt x="9118" y="5401"/>
                    <a:pt x="9118" y="5892"/>
                    <a:pt x="8784" y="6117"/>
                  </a:cubicBezTo>
                  <a:lnTo>
                    <a:pt x="5396" y="8376"/>
                  </a:lnTo>
                  <a:cubicBezTo>
                    <a:pt x="5297" y="8442"/>
                    <a:pt x="5189" y="8472"/>
                    <a:pt x="5084" y="8472"/>
                  </a:cubicBezTo>
                  <a:cubicBezTo>
                    <a:pt x="4790" y="8472"/>
                    <a:pt x="4517" y="8239"/>
                    <a:pt x="4517" y="7906"/>
                  </a:cubicBezTo>
                  <a:lnTo>
                    <a:pt x="4517" y="3389"/>
                  </a:lnTo>
                  <a:cubicBezTo>
                    <a:pt x="4517" y="3057"/>
                    <a:pt x="4789" y="2822"/>
                    <a:pt x="5083" y="2822"/>
                  </a:cubicBezTo>
                  <a:close/>
                  <a:moveTo>
                    <a:pt x="18711" y="1"/>
                  </a:moveTo>
                  <a:cubicBezTo>
                    <a:pt x="18601" y="1"/>
                    <a:pt x="18491" y="33"/>
                    <a:pt x="18396" y="95"/>
                  </a:cubicBezTo>
                  <a:lnTo>
                    <a:pt x="15150" y="2260"/>
                  </a:lnTo>
                  <a:lnTo>
                    <a:pt x="13551" y="2260"/>
                  </a:lnTo>
                  <a:lnTo>
                    <a:pt x="13551" y="1694"/>
                  </a:lnTo>
                  <a:cubicBezTo>
                    <a:pt x="13548" y="926"/>
                    <a:pt x="13027" y="255"/>
                    <a:pt x="12283" y="62"/>
                  </a:cubicBezTo>
                  <a:cubicBezTo>
                    <a:pt x="11527" y="774"/>
                    <a:pt x="10560" y="1128"/>
                    <a:pt x="9594" y="1128"/>
                  </a:cubicBezTo>
                  <a:cubicBezTo>
                    <a:pt x="8599" y="1128"/>
                    <a:pt x="7604" y="752"/>
                    <a:pt x="6842" y="2"/>
                  </a:cubicBezTo>
                  <a:lnTo>
                    <a:pt x="6712" y="2"/>
                  </a:lnTo>
                  <a:cubicBezTo>
                    <a:pt x="5950" y="753"/>
                    <a:pt x="4955" y="1131"/>
                    <a:pt x="3959" y="1131"/>
                  </a:cubicBezTo>
                  <a:cubicBezTo>
                    <a:pt x="2993" y="1131"/>
                    <a:pt x="2026" y="775"/>
                    <a:pt x="1271" y="62"/>
                  </a:cubicBezTo>
                  <a:cubicBezTo>
                    <a:pt x="524" y="255"/>
                    <a:pt x="3" y="923"/>
                    <a:pt x="0" y="1694"/>
                  </a:cubicBezTo>
                  <a:lnTo>
                    <a:pt x="0" y="9598"/>
                  </a:lnTo>
                  <a:cubicBezTo>
                    <a:pt x="0" y="10535"/>
                    <a:pt x="759" y="11291"/>
                    <a:pt x="1696" y="11294"/>
                  </a:cubicBezTo>
                  <a:lnTo>
                    <a:pt x="11859" y="11294"/>
                  </a:lnTo>
                  <a:cubicBezTo>
                    <a:pt x="12792" y="11294"/>
                    <a:pt x="13551" y="10535"/>
                    <a:pt x="13551" y="9598"/>
                  </a:cubicBezTo>
                  <a:lnTo>
                    <a:pt x="13551" y="9035"/>
                  </a:lnTo>
                  <a:lnTo>
                    <a:pt x="15150" y="9035"/>
                  </a:lnTo>
                  <a:lnTo>
                    <a:pt x="18396" y="11197"/>
                  </a:lnTo>
                  <a:cubicBezTo>
                    <a:pt x="18494" y="11263"/>
                    <a:pt x="18602" y="11293"/>
                    <a:pt x="18707" y="11293"/>
                  </a:cubicBezTo>
                  <a:cubicBezTo>
                    <a:pt x="19000" y="11293"/>
                    <a:pt x="19272" y="11060"/>
                    <a:pt x="19272" y="10728"/>
                  </a:cubicBezTo>
                  <a:lnTo>
                    <a:pt x="19272" y="565"/>
                  </a:lnTo>
                  <a:cubicBezTo>
                    <a:pt x="19272" y="357"/>
                    <a:pt x="19158" y="164"/>
                    <a:pt x="18977" y="68"/>
                  </a:cubicBezTo>
                  <a:cubicBezTo>
                    <a:pt x="18894" y="23"/>
                    <a:pt x="18802" y="1"/>
                    <a:pt x="18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8"/>
            <p:cNvSpPr/>
            <p:nvPr/>
          </p:nvSpPr>
          <p:spPr>
            <a:xfrm>
              <a:off x="4608425" y="1129300"/>
              <a:ext cx="45125" cy="60175"/>
            </a:xfrm>
            <a:custGeom>
              <a:avLst/>
              <a:gdLst/>
              <a:ahLst/>
              <a:cxnLst/>
              <a:rect l="l" t="t" r="r" b="b"/>
              <a:pathLst>
                <a:path w="1805" h="2407" extrusionOk="0">
                  <a:moveTo>
                    <a:pt x="0" y="0"/>
                  </a:moveTo>
                  <a:lnTo>
                    <a:pt x="0" y="2406"/>
                  </a:lnTo>
                  <a:lnTo>
                    <a:pt x="1804" y="12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8"/>
            <p:cNvSpPr/>
            <p:nvPr/>
          </p:nvSpPr>
          <p:spPr>
            <a:xfrm>
              <a:off x="4495500" y="877100"/>
              <a:ext cx="141175" cy="141175"/>
            </a:xfrm>
            <a:custGeom>
              <a:avLst/>
              <a:gdLst/>
              <a:ahLst/>
              <a:cxnLst/>
              <a:rect l="l" t="t" r="r" b="b"/>
              <a:pathLst>
                <a:path w="5647" h="5647" extrusionOk="0">
                  <a:moveTo>
                    <a:pt x="2822" y="1"/>
                  </a:moveTo>
                  <a:cubicBezTo>
                    <a:pt x="1262" y="1"/>
                    <a:pt x="0" y="1262"/>
                    <a:pt x="0" y="2822"/>
                  </a:cubicBezTo>
                  <a:cubicBezTo>
                    <a:pt x="0" y="4382"/>
                    <a:pt x="1262" y="5647"/>
                    <a:pt x="2822" y="5647"/>
                  </a:cubicBezTo>
                  <a:cubicBezTo>
                    <a:pt x="4382" y="5647"/>
                    <a:pt x="5647" y="4382"/>
                    <a:pt x="5647" y="2822"/>
                  </a:cubicBezTo>
                  <a:cubicBezTo>
                    <a:pt x="5647" y="1262"/>
                    <a:pt x="4382" y="1"/>
                    <a:pt x="2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8"/>
            <p:cNvSpPr/>
            <p:nvPr/>
          </p:nvSpPr>
          <p:spPr>
            <a:xfrm>
              <a:off x="4636650" y="877100"/>
              <a:ext cx="141175" cy="141175"/>
            </a:xfrm>
            <a:custGeom>
              <a:avLst/>
              <a:gdLst/>
              <a:ahLst/>
              <a:cxnLst/>
              <a:rect l="l" t="t" r="r" b="b"/>
              <a:pathLst>
                <a:path w="5647" h="5647" extrusionOk="0">
                  <a:moveTo>
                    <a:pt x="2822" y="1"/>
                  </a:moveTo>
                  <a:cubicBezTo>
                    <a:pt x="1262" y="1"/>
                    <a:pt x="1" y="1262"/>
                    <a:pt x="1" y="2822"/>
                  </a:cubicBezTo>
                  <a:cubicBezTo>
                    <a:pt x="1" y="4382"/>
                    <a:pt x="1262" y="5647"/>
                    <a:pt x="2822" y="5647"/>
                  </a:cubicBezTo>
                  <a:cubicBezTo>
                    <a:pt x="4382" y="5647"/>
                    <a:pt x="5647" y="4382"/>
                    <a:pt x="5647" y="2822"/>
                  </a:cubicBezTo>
                  <a:cubicBezTo>
                    <a:pt x="5647" y="1262"/>
                    <a:pt x="4382" y="1"/>
                    <a:pt x="2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9" name="Google Shape;739;p78"/>
          <p:cNvGrpSpPr/>
          <p:nvPr/>
        </p:nvGrpSpPr>
        <p:grpSpPr>
          <a:xfrm>
            <a:off x="7167850" y="4372991"/>
            <a:ext cx="336965" cy="286833"/>
            <a:chOff x="5645200" y="879425"/>
            <a:chExt cx="478575" cy="407375"/>
          </a:xfrm>
        </p:grpSpPr>
        <p:sp>
          <p:nvSpPr>
            <p:cNvPr id="740" name="Google Shape;740;p78"/>
            <p:cNvSpPr/>
            <p:nvPr/>
          </p:nvSpPr>
          <p:spPr>
            <a:xfrm>
              <a:off x="6004200" y="1075025"/>
              <a:ext cx="86075" cy="93450"/>
            </a:xfrm>
            <a:custGeom>
              <a:avLst/>
              <a:gdLst/>
              <a:ahLst/>
              <a:cxnLst/>
              <a:rect l="l" t="t" r="r" b="b"/>
              <a:pathLst>
                <a:path w="3443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8"/>
            <p:cNvSpPr/>
            <p:nvPr/>
          </p:nvSpPr>
          <p:spPr>
            <a:xfrm>
              <a:off x="5880900" y="953275"/>
              <a:ext cx="95100" cy="93525"/>
            </a:xfrm>
            <a:custGeom>
              <a:avLst/>
              <a:gdLst/>
              <a:ahLst/>
              <a:cxnLst/>
              <a:rect l="l" t="t" r="r" b="b"/>
              <a:pathLst>
                <a:path w="3804" h="3741" extrusionOk="0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8"/>
            <p:cNvSpPr/>
            <p:nvPr/>
          </p:nvSpPr>
          <p:spPr>
            <a:xfrm>
              <a:off x="6004200" y="953275"/>
              <a:ext cx="119575" cy="93525"/>
            </a:xfrm>
            <a:custGeom>
              <a:avLst/>
              <a:gdLst/>
              <a:ahLst/>
              <a:cxnLst/>
              <a:rect l="l" t="t" r="r" b="b"/>
              <a:pathLst>
                <a:path w="4783" h="3741" extrusionOk="0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8"/>
            <p:cNvSpPr/>
            <p:nvPr/>
          </p:nvSpPr>
          <p:spPr>
            <a:xfrm>
              <a:off x="5880900" y="1075025"/>
              <a:ext cx="95100" cy="93450"/>
            </a:xfrm>
            <a:custGeom>
              <a:avLst/>
              <a:gdLst/>
              <a:ahLst/>
              <a:cxnLst/>
              <a:rect l="l" t="t" r="r" b="b"/>
              <a:pathLst>
                <a:path w="3804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8"/>
            <p:cNvSpPr/>
            <p:nvPr/>
          </p:nvSpPr>
          <p:spPr>
            <a:xfrm>
              <a:off x="5645200" y="879425"/>
              <a:ext cx="207500" cy="167375"/>
            </a:xfrm>
            <a:custGeom>
              <a:avLst/>
              <a:gdLst/>
              <a:ahLst/>
              <a:cxnLst/>
              <a:rect l="l" t="t" r="r" b="b"/>
              <a:pathLst>
                <a:path w="8300" h="6695" extrusionOk="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8"/>
            <p:cNvSpPr/>
            <p:nvPr/>
          </p:nvSpPr>
          <p:spPr>
            <a:xfrm>
              <a:off x="5722500" y="1075025"/>
              <a:ext cx="370875" cy="211775"/>
            </a:xfrm>
            <a:custGeom>
              <a:avLst/>
              <a:gdLst/>
              <a:ahLst/>
              <a:cxnLst/>
              <a:rect l="l" t="t" r="r" b="b"/>
              <a:pathLst>
                <a:path w="14835" h="8471" extrusionOk="0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6" name="Google Shape;746;p78"/>
          <p:cNvGrpSpPr/>
          <p:nvPr/>
        </p:nvGrpSpPr>
        <p:grpSpPr>
          <a:xfrm>
            <a:off x="5574393" y="3855050"/>
            <a:ext cx="298186" cy="339253"/>
            <a:chOff x="6264525" y="842250"/>
            <a:chExt cx="423500" cy="481825"/>
          </a:xfrm>
        </p:grpSpPr>
        <p:sp>
          <p:nvSpPr>
            <p:cNvPr id="747" name="Google Shape;747;p78"/>
            <p:cNvSpPr/>
            <p:nvPr/>
          </p:nvSpPr>
          <p:spPr>
            <a:xfrm>
              <a:off x="6264525" y="1033450"/>
              <a:ext cx="135300" cy="266450"/>
            </a:xfrm>
            <a:custGeom>
              <a:avLst/>
              <a:gdLst/>
              <a:ahLst/>
              <a:cxnLst/>
              <a:rect l="l" t="t" r="r" b="b"/>
              <a:pathLst>
                <a:path w="5412" h="10658" extrusionOk="0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8"/>
            <p:cNvSpPr/>
            <p:nvPr/>
          </p:nvSpPr>
          <p:spPr>
            <a:xfrm>
              <a:off x="6552700" y="1033450"/>
              <a:ext cx="135325" cy="266450"/>
            </a:xfrm>
            <a:custGeom>
              <a:avLst/>
              <a:gdLst/>
              <a:ahLst/>
              <a:cxnLst/>
              <a:rect l="l" t="t" r="r" b="b"/>
              <a:pathLst>
                <a:path w="5413" h="10658" extrusionOk="0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8"/>
            <p:cNvSpPr/>
            <p:nvPr/>
          </p:nvSpPr>
          <p:spPr>
            <a:xfrm>
              <a:off x="6462150" y="985275"/>
              <a:ext cx="28025" cy="28250"/>
            </a:xfrm>
            <a:custGeom>
              <a:avLst/>
              <a:gdLst/>
              <a:ahLst/>
              <a:cxnLst/>
              <a:rect l="l" t="t" r="r" b="b"/>
              <a:pathLst>
                <a:path w="1121" h="113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8"/>
            <p:cNvSpPr/>
            <p:nvPr/>
          </p:nvSpPr>
          <p:spPr>
            <a:xfrm>
              <a:off x="6288775" y="1182900"/>
              <a:ext cx="375075" cy="141175"/>
            </a:xfrm>
            <a:custGeom>
              <a:avLst/>
              <a:gdLst/>
              <a:ahLst/>
              <a:cxnLst/>
              <a:rect l="l" t="t" r="r" b="b"/>
              <a:pathLst>
                <a:path w="15003" h="5647" extrusionOk="0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8"/>
            <p:cNvSpPr/>
            <p:nvPr/>
          </p:nvSpPr>
          <p:spPr>
            <a:xfrm>
              <a:off x="6278675" y="965325"/>
              <a:ext cx="42350" cy="84725"/>
            </a:xfrm>
            <a:custGeom>
              <a:avLst/>
              <a:gdLst/>
              <a:ahLst/>
              <a:cxnLst/>
              <a:rect l="l" t="t" r="r" b="b"/>
              <a:pathLst>
                <a:path w="1694" h="3389" extrusionOk="0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8"/>
            <p:cNvSpPr/>
            <p:nvPr/>
          </p:nvSpPr>
          <p:spPr>
            <a:xfrm>
              <a:off x="6631525" y="965325"/>
              <a:ext cx="42400" cy="84725"/>
            </a:xfrm>
            <a:custGeom>
              <a:avLst/>
              <a:gdLst/>
              <a:ahLst/>
              <a:cxnLst/>
              <a:rect l="l" t="t" r="r" b="b"/>
              <a:pathLst>
                <a:path w="1696" h="3389" extrusionOk="0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8"/>
            <p:cNvSpPr/>
            <p:nvPr/>
          </p:nvSpPr>
          <p:spPr>
            <a:xfrm>
              <a:off x="6349225" y="842250"/>
              <a:ext cx="254100" cy="312425"/>
            </a:xfrm>
            <a:custGeom>
              <a:avLst/>
              <a:gdLst/>
              <a:ahLst/>
              <a:cxnLst/>
              <a:rect l="l" t="t" r="r" b="b"/>
              <a:pathLst>
                <a:path w="10164" h="12497" extrusionOk="0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4" name="Google Shape;754;p78"/>
          <p:cNvGrpSpPr/>
          <p:nvPr/>
        </p:nvGrpSpPr>
        <p:grpSpPr>
          <a:xfrm>
            <a:off x="573941" y="2825533"/>
            <a:ext cx="352332" cy="339288"/>
            <a:chOff x="2071000" y="1435025"/>
            <a:chExt cx="500400" cy="481875"/>
          </a:xfrm>
        </p:grpSpPr>
        <p:sp>
          <p:nvSpPr>
            <p:cNvPr id="755" name="Google Shape;755;p78"/>
            <p:cNvSpPr/>
            <p:nvPr/>
          </p:nvSpPr>
          <p:spPr>
            <a:xfrm>
              <a:off x="2425125" y="1718700"/>
              <a:ext cx="146275" cy="141750"/>
            </a:xfrm>
            <a:custGeom>
              <a:avLst/>
              <a:gdLst/>
              <a:ahLst/>
              <a:cxnLst/>
              <a:rect l="l" t="t" r="r" b="b"/>
              <a:pathLst>
                <a:path w="5851" h="5670" extrusionOk="0">
                  <a:moveTo>
                    <a:pt x="1598" y="0"/>
                  </a:moveTo>
                  <a:cubicBezTo>
                    <a:pt x="1159" y="0"/>
                    <a:pt x="720" y="160"/>
                    <a:pt x="401" y="481"/>
                  </a:cubicBezTo>
                  <a:lnTo>
                    <a:pt x="0" y="879"/>
                  </a:lnTo>
                  <a:lnTo>
                    <a:pt x="4791" y="5669"/>
                  </a:lnTo>
                  <a:lnTo>
                    <a:pt x="5191" y="5272"/>
                  </a:lnTo>
                  <a:cubicBezTo>
                    <a:pt x="5851" y="4610"/>
                    <a:pt x="5851" y="3538"/>
                    <a:pt x="5191" y="2875"/>
                  </a:cubicBezTo>
                  <a:lnTo>
                    <a:pt x="2795" y="481"/>
                  </a:lnTo>
                  <a:cubicBezTo>
                    <a:pt x="2475" y="160"/>
                    <a:pt x="2036" y="0"/>
                    <a:pt x="15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8"/>
            <p:cNvSpPr/>
            <p:nvPr/>
          </p:nvSpPr>
          <p:spPr>
            <a:xfrm>
              <a:off x="2071000" y="1477850"/>
              <a:ext cx="453125" cy="439050"/>
            </a:xfrm>
            <a:custGeom>
              <a:avLst/>
              <a:gdLst/>
              <a:ahLst/>
              <a:cxnLst/>
              <a:rect l="l" t="t" r="r" b="b"/>
              <a:pathLst>
                <a:path w="18125" h="17562" extrusionOk="0">
                  <a:moveTo>
                    <a:pt x="2057" y="0"/>
                  </a:moveTo>
                  <a:cubicBezTo>
                    <a:pt x="0" y="2397"/>
                    <a:pt x="81" y="6008"/>
                    <a:pt x="2352" y="8278"/>
                  </a:cubicBezTo>
                  <a:lnTo>
                    <a:pt x="9847" y="15776"/>
                  </a:lnTo>
                  <a:cubicBezTo>
                    <a:pt x="11008" y="16937"/>
                    <a:pt x="12564" y="17561"/>
                    <a:pt x="14149" y="17561"/>
                  </a:cubicBezTo>
                  <a:cubicBezTo>
                    <a:pt x="15535" y="17561"/>
                    <a:pt x="16943" y="17083"/>
                    <a:pt x="18125" y="16068"/>
                  </a:cubicBezTo>
                  <a:lnTo>
                    <a:pt x="13346" y="11289"/>
                  </a:lnTo>
                  <a:cubicBezTo>
                    <a:pt x="13108" y="11473"/>
                    <a:pt x="12823" y="11568"/>
                    <a:pt x="12540" y="11568"/>
                  </a:cubicBezTo>
                  <a:cubicBezTo>
                    <a:pt x="12221" y="11568"/>
                    <a:pt x="11904" y="11448"/>
                    <a:pt x="11660" y="11202"/>
                  </a:cubicBezTo>
                  <a:lnTo>
                    <a:pt x="6926" y="6465"/>
                  </a:lnTo>
                  <a:cubicBezTo>
                    <a:pt x="6462" y="6002"/>
                    <a:pt x="6447" y="5282"/>
                    <a:pt x="6839" y="4779"/>
                  </a:cubicBezTo>
                  <a:lnTo>
                    <a:pt x="20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8"/>
            <p:cNvSpPr/>
            <p:nvPr/>
          </p:nvSpPr>
          <p:spPr>
            <a:xfrm>
              <a:off x="2141600" y="1435025"/>
              <a:ext cx="146300" cy="141850"/>
            </a:xfrm>
            <a:custGeom>
              <a:avLst/>
              <a:gdLst/>
              <a:ahLst/>
              <a:cxnLst/>
              <a:rect l="l" t="t" r="r" b="b"/>
              <a:pathLst>
                <a:path w="5852" h="5674" extrusionOk="0">
                  <a:moveTo>
                    <a:pt x="1597" y="1"/>
                  </a:moveTo>
                  <a:cubicBezTo>
                    <a:pt x="1158" y="1"/>
                    <a:pt x="719" y="161"/>
                    <a:pt x="398" y="482"/>
                  </a:cubicBezTo>
                  <a:lnTo>
                    <a:pt x="1" y="882"/>
                  </a:lnTo>
                  <a:lnTo>
                    <a:pt x="4792" y="5673"/>
                  </a:lnTo>
                  <a:lnTo>
                    <a:pt x="5189" y="5273"/>
                  </a:lnTo>
                  <a:cubicBezTo>
                    <a:pt x="5852" y="4610"/>
                    <a:pt x="5852" y="3538"/>
                    <a:pt x="5189" y="2879"/>
                  </a:cubicBezTo>
                  <a:lnTo>
                    <a:pt x="2795" y="482"/>
                  </a:lnTo>
                  <a:cubicBezTo>
                    <a:pt x="2474" y="161"/>
                    <a:pt x="2036" y="1"/>
                    <a:pt x="1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8" name="Google Shape;758;p78"/>
          <p:cNvGrpSpPr/>
          <p:nvPr/>
        </p:nvGrpSpPr>
        <p:grpSpPr>
          <a:xfrm>
            <a:off x="4999454" y="4346772"/>
            <a:ext cx="343759" cy="339271"/>
            <a:chOff x="6232000" y="1435050"/>
            <a:chExt cx="488225" cy="481850"/>
          </a:xfrm>
        </p:grpSpPr>
        <p:sp>
          <p:nvSpPr>
            <p:cNvPr id="759" name="Google Shape;759;p78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8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8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78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78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78"/>
          <p:cNvGrpSpPr/>
          <p:nvPr/>
        </p:nvGrpSpPr>
        <p:grpSpPr>
          <a:xfrm>
            <a:off x="1644397" y="2352908"/>
            <a:ext cx="299929" cy="337792"/>
            <a:chOff x="924450" y="2028975"/>
            <a:chExt cx="425975" cy="479750"/>
          </a:xfrm>
        </p:grpSpPr>
        <p:sp>
          <p:nvSpPr>
            <p:cNvPr id="765" name="Google Shape;765;p78"/>
            <p:cNvSpPr/>
            <p:nvPr/>
          </p:nvSpPr>
          <p:spPr>
            <a:xfrm>
              <a:off x="1035500" y="2028975"/>
              <a:ext cx="314925" cy="153075"/>
            </a:xfrm>
            <a:custGeom>
              <a:avLst/>
              <a:gdLst/>
              <a:ahLst/>
              <a:cxnLst/>
              <a:rect l="l" t="t" r="r" b="b"/>
              <a:pathLst>
                <a:path w="12597" h="6123" extrusionOk="0">
                  <a:moveTo>
                    <a:pt x="12036" y="0"/>
                  </a:moveTo>
                  <a:cubicBezTo>
                    <a:pt x="11993" y="0"/>
                    <a:pt x="11948" y="5"/>
                    <a:pt x="11904" y="16"/>
                  </a:cubicBezTo>
                  <a:lnTo>
                    <a:pt x="437" y="2696"/>
                  </a:lnTo>
                  <a:cubicBezTo>
                    <a:pt x="181" y="2753"/>
                    <a:pt x="0" y="2982"/>
                    <a:pt x="0" y="3244"/>
                  </a:cubicBezTo>
                  <a:lnTo>
                    <a:pt x="0" y="6123"/>
                  </a:lnTo>
                  <a:lnTo>
                    <a:pt x="12596" y="3181"/>
                  </a:lnTo>
                  <a:lnTo>
                    <a:pt x="12596" y="564"/>
                  </a:lnTo>
                  <a:cubicBezTo>
                    <a:pt x="12596" y="245"/>
                    <a:pt x="12338" y="0"/>
                    <a:pt x="120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78"/>
            <p:cNvSpPr/>
            <p:nvPr/>
          </p:nvSpPr>
          <p:spPr>
            <a:xfrm>
              <a:off x="1212475" y="2137450"/>
              <a:ext cx="137950" cy="304275"/>
            </a:xfrm>
            <a:custGeom>
              <a:avLst/>
              <a:gdLst/>
              <a:ahLst/>
              <a:cxnLst/>
              <a:rect l="l" t="t" r="r" b="b"/>
              <a:pathLst>
                <a:path w="5518" h="12171" extrusionOk="0">
                  <a:moveTo>
                    <a:pt x="5517" y="1"/>
                  </a:moveTo>
                  <a:lnTo>
                    <a:pt x="4388" y="266"/>
                  </a:lnTo>
                  <a:lnTo>
                    <a:pt x="4388" y="7345"/>
                  </a:lnTo>
                  <a:cubicBezTo>
                    <a:pt x="3943" y="7029"/>
                    <a:pt x="3410" y="6861"/>
                    <a:pt x="2865" y="6861"/>
                  </a:cubicBezTo>
                  <a:cubicBezTo>
                    <a:pt x="1790" y="6861"/>
                    <a:pt x="823" y="7508"/>
                    <a:pt x="410" y="8499"/>
                  </a:cubicBezTo>
                  <a:cubicBezTo>
                    <a:pt x="1" y="9492"/>
                    <a:pt x="227" y="10634"/>
                    <a:pt x="986" y="11392"/>
                  </a:cubicBezTo>
                  <a:cubicBezTo>
                    <a:pt x="1495" y="11900"/>
                    <a:pt x="2174" y="12170"/>
                    <a:pt x="2865" y="12170"/>
                  </a:cubicBezTo>
                  <a:cubicBezTo>
                    <a:pt x="3207" y="12170"/>
                    <a:pt x="3551" y="12104"/>
                    <a:pt x="3879" y="11968"/>
                  </a:cubicBezTo>
                  <a:cubicBezTo>
                    <a:pt x="4873" y="11558"/>
                    <a:pt x="5517" y="10588"/>
                    <a:pt x="5517" y="9516"/>
                  </a:cubicBezTo>
                  <a:lnTo>
                    <a:pt x="55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78"/>
            <p:cNvSpPr/>
            <p:nvPr/>
          </p:nvSpPr>
          <p:spPr>
            <a:xfrm>
              <a:off x="924450" y="2204450"/>
              <a:ext cx="139300" cy="304275"/>
            </a:xfrm>
            <a:custGeom>
              <a:avLst/>
              <a:gdLst/>
              <a:ahLst/>
              <a:cxnLst/>
              <a:rect l="l" t="t" r="r" b="b"/>
              <a:pathLst>
                <a:path w="5572" h="12171" extrusionOk="0">
                  <a:moveTo>
                    <a:pt x="5572" y="1"/>
                  </a:moveTo>
                  <a:lnTo>
                    <a:pt x="4442" y="263"/>
                  </a:lnTo>
                  <a:lnTo>
                    <a:pt x="4442" y="7345"/>
                  </a:lnTo>
                  <a:cubicBezTo>
                    <a:pt x="3982" y="7023"/>
                    <a:pt x="3449" y="6864"/>
                    <a:pt x="2917" y="6864"/>
                  </a:cubicBezTo>
                  <a:cubicBezTo>
                    <a:pt x="2291" y="6864"/>
                    <a:pt x="1668" y="7085"/>
                    <a:pt x="1169" y="7520"/>
                  </a:cubicBezTo>
                  <a:cubicBezTo>
                    <a:pt x="251" y="8327"/>
                    <a:pt x="1" y="9655"/>
                    <a:pt x="564" y="10742"/>
                  </a:cubicBezTo>
                  <a:cubicBezTo>
                    <a:pt x="1030" y="11634"/>
                    <a:pt x="1946" y="12171"/>
                    <a:pt x="2916" y="12171"/>
                  </a:cubicBezTo>
                  <a:cubicBezTo>
                    <a:pt x="3126" y="12171"/>
                    <a:pt x="3338" y="12146"/>
                    <a:pt x="3548" y="12094"/>
                  </a:cubicBezTo>
                  <a:cubicBezTo>
                    <a:pt x="4738" y="11802"/>
                    <a:pt x="5572" y="10739"/>
                    <a:pt x="5572" y="9516"/>
                  </a:cubicBezTo>
                  <a:lnTo>
                    <a:pt x="55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8" name="Google Shape;768;p78"/>
          <p:cNvGrpSpPr/>
          <p:nvPr/>
        </p:nvGrpSpPr>
        <p:grpSpPr>
          <a:xfrm>
            <a:off x="4441154" y="4367314"/>
            <a:ext cx="339306" cy="298186"/>
            <a:chOff x="2085450" y="2057100"/>
            <a:chExt cx="481900" cy="423500"/>
          </a:xfrm>
        </p:grpSpPr>
        <p:sp>
          <p:nvSpPr>
            <p:cNvPr id="769" name="Google Shape;769;p78"/>
            <p:cNvSpPr/>
            <p:nvPr/>
          </p:nvSpPr>
          <p:spPr>
            <a:xfrm>
              <a:off x="2085450" y="2061650"/>
              <a:ext cx="141250" cy="418950"/>
            </a:xfrm>
            <a:custGeom>
              <a:avLst/>
              <a:gdLst/>
              <a:ahLst/>
              <a:cxnLst/>
              <a:rect l="l" t="t" r="r" b="b"/>
              <a:pathLst>
                <a:path w="5650" h="16758" extrusionOk="0">
                  <a:moveTo>
                    <a:pt x="4305" y="6452"/>
                  </a:moveTo>
                  <a:cubicBezTo>
                    <a:pt x="4736" y="6452"/>
                    <a:pt x="5115" y="6999"/>
                    <a:pt x="4728" y="7411"/>
                  </a:cubicBezTo>
                  <a:cubicBezTo>
                    <a:pt x="4520" y="7631"/>
                    <a:pt x="4352" y="7887"/>
                    <a:pt x="4228" y="8164"/>
                  </a:cubicBezTo>
                  <a:cubicBezTo>
                    <a:pt x="4120" y="8402"/>
                    <a:pt x="3927" y="8502"/>
                    <a:pt x="3732" y="8502"/>
                  </a:cubicBezTo>
                  <a:cubicBezTo>
                    <a:pt x="3367" y="8502"/>
                    <a:pt x="2999" y="8150"/>
                    <a:pt x="3195" y="7703"/>
                  </a:cubicBezTo>
                  <a:cubicBezTo>
                    <a:pt x="3373" y="7312"/>
                    <a:pt x="3611" y="6951"/>
                    <a:pt x="3903" y="6637"/>
                  </a:cubicBezTo>
                  <a:cubicBezTo>
                    <a:pt x="4027" y="6506"/>
                    <a:pt x="4169" y="6452"/>
                    <a:pt x="4305" y="6452"/>
                  </a:cubicBezTo>
                  <a:close/>
                  <a:moveTo>
                    <a:pt x="2983" y="9449"/>
                  </a:moveTo>
                  <a:cubicBezTo>
                    <a:pt x="3331" y="9449"/>
                    <a:pt x="3684" y="9752"/>
                    <a:pt x="3539" y="10191"/>
                  </a:cubicBezTo>
                  <a:lnTo>
                    <a:pt x="3361" y="10727"/>
                  </a:lnTo>
                  <a:cubicBezTo>
                    <a:pt x="3270" y="10997"/>
                    <a:pt x="3059" y="11113"/>
                    <a:pt x="2845" y="11113"/>
                  </a:cubicBezTo>
                  <a:cubicBezTo>
                    <a:pt x="2498" y="11113"/>
                    <a:pt x="2143" y="10808"/>
                    <a:pt x="2289" y="10368"/>
                  </a:cubicBezTo>
                  <a:lnTo>
                    <a:pt x="2467" y="9832"/>
                  </a:lnTo>
                  <a:cubicBezTo>
                    <a:pt x="2558" y="9564"/>
                    <a:pt x="2770" y="9449"/>
                    <a:pt x="2983" y="9449"/>
                  </a:cubicBezTo>
                  <a:close/>
                  <a:moveTo>
                    <a:pt x="5649" y="1"/>
                  </a:moveTo>
                  <a:lnTo>
                    <a:pt x="356" y="2117"/>
                  </a:lnTo>
                  <a:cubicBezTo>
                    <a:pt x="142" y="2202"/>
                    <a:pt x="3" y="2410"/>
                    <a:pt x="3" y="2641"/>
                  </a:cubicBezTo>
                  <a:lnTo>
                    <a:pt x="3" y="16192"/>
                  </a:lnTo>
                  <a:cubicBezTo>
                    <a:pt x="1" y="16516"/>
                    <a:pt x="265" y="16758"/>
                    <a:pt x="564" y="16758"/>
                  </a:cubicBezTo>
                  <a:cubicBezTo>
                    <a:pt x="634" y="16758"/>
                    <a:pt x="706" y="16745"/>
                    <a:pt x="777" y="16716"/>
                  </a:cubicBezTo>
                  <a:lnTo>
                    <a:pt x="5649" y="14768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78"/>
            <p:cNvSpPr/>
            <p:nvPr/>
          </p:nvSpPr>
          <p:spPr>
            <a:xfrm>
              <a:off x="2254900" y="2061050"/>
              <a:ext cx="143050" cy="415650"/>
            </a:xfrm>
            <a:custGeom>
              <a:avLst/>
              <a:gdLst/>
              <a:ahLst/>
              <a:cxnLst/>
              <a:rect l="l" t="t" r="r" b="b"/>
              <a:pathLst>
                <a:path w="5722" h="16626" extrusionOk="0">
                  <a:moveTo>
                    <a:pt x="2504" y="6585"/>
                  </a:moveTo>
                  <a:cubicBezTo>
                    <a:pt x="2647" y="6585"/>
                    <a:pt x="2794" y="6645"/>
                    <a:pt x="2916" y="6788"/>
                  </a:cubicBezTo>
                  <a:cubicBezTo>
                    <a:pt x="3153" y="7068"/>
                    <a:pt x="3349" y="7378"/>
                    <a:pt x="3500" y="7709"/>
                  </a:cubicBezTo>
                  <a:cubicBezTo>
                    <a:pt x="3766" y="8258"/>
                    <a:pt x="3464" y="8654"/>
                    <a:pt x="3096" y="8654"/>
                  </a:cubicBezTo>
                  <a:cubicBezTo>
                    <a:pt x="2878" y="8654"/>
                    <a:pt x="2636" y="8515"/>
                    <a:pt x="2476" y="8185"/>
                  </a:cubicBezTo>
                  <a:cubicBezTo>
                    <a:pt x="2367" y="7947"/>
                    <a:pt x="2226" y="7724"/>
                    <a:pt x="2057" y="7523"/>
                  </a:cubicBezTo>
                  <a:cubicBezTo>
                    <a:pt x="1694" y="7098"/>
                    <a:pt x="2083" y="6585"/>
                    <a:pt x="2504" y="6585"/>
                  </a:cubicBezTo>
                  <a:close/>
                  <a:moveTo>
                    <a:pt x="1" y="0"/>
                  </a:moveTo>
                  <a:lnTo>
                    <a:pt x="1" y="5475"/>
                  </a:lnTo>
                  <a:cubicBezTo>
                    <a:pt x="217" y="5475"/>
                    <a:pt x="434" y="5496"/>
                    <a:pt x="648" y="5532"/>
                  </a:cubicBezTo>
                  <a:cubicBezTo>
                    <a:pt x="1334" y="5657"/>
                    <a:pt x="1201" y="6655"/>
                    <a:pt x="564" y="6655"/>
                  </a:cubicBezTo>
                  <a:cubicBezTo>
                    <a:pt x="525" y="6655"/>
                    <a:pt x="483" y="6651"/>
                    <a:pt x="440" y="6643"/>
                  </a:cubicBezTo>
                  <a:cubicBezTo>
                    <a:pt x="296" y="6622"/>
                    <a:pt x="148" y="6610"/>
                    <a:pt x="1" y="6604"/>
                  </a:cubicBezTo>
                  <a:lnTo>
                    <a:pt x="1" y="14744"/>
                  </a:lnTo>
                  <a:lnTo>
                    <a:pt x="5722" y="16626"/>
                  </a:lnTo>
                  <a:lnTo>
                    <a:pt x="5722" y="10395"/>
                  </a:lnTo>
                  <a:cubicBezTo>
                    <a:pt x="5704" y="10397"/>
                    <a:pt x="5684" y="10397"/>
                    <a:pt x="5661" y="10397"/>
                  </a:cubicBezTo>
                  <a:cubicBezTo>
                    <a:pt x="5400" y="10397"/>
                    <a:pt x="4871" y="10299"/>
                    <a:pt x="4388" y="10085"/>
                  </a:cubicBezTo>
                  <a:cubicBezTo>
                    <a:pt x="3793" y="9819"/>
                    <a:pt x="4068" y="8997"/>
                    <a:pt x="4603" y="8997"/>
                  </a:cubicBezTo>
                  <a:cubicBezTo>
                    <a:pt x="4680" y="8997"/>
                    <a:pt x="4763" y="9014"/>
                    <a:pt x="4849" y="9052"/>
                  </a:cubicBezTo>
                  <a:cubicBezTo>
                    <a:pt x="5123" y="9176"/>
                    <a:pt x="5418" y="9251"/>
                    <a:pt x="5722" y="9275"/>
                  </a:cubicBezTo>
                  <a:lnTo>
                    <a:pt x="5722" y="1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78"/>
            <p:cNvSpPr/>
            <p:nvPr/>
          </p:nvSpPr>
          <p:spPr>
            <a:xfrm>
              <a:off x="2426175" y="2057100"/>
              <a:ext cx="141175" cy="418925"/>
            </a:xfrm>
            <a:custGeom>
              <a:avLst/>
              <a:gdLst/>
              <a:ahLst/>
              <a:cxnLst/>
              <a:rect l="l" t="t" r="r" b="b"/>
              <a:pathLst>
                <a:path w="5647" h="16757" extrusionOk="0">
                  <a:moveTo>
                    <a:pt x="2800" y="5647"/>
                  </a:moveTo>
                  <a:cubicBezTo>
                    <a:pt x="3154" y="5647"/>
                    <a:pt x="3516" y="5968"/>
                    <a:pt x="3349" y="6410"/>
                  </a:cubicBezTo>
                  <a:lnTo>
                    <a:pt x="3153" y="6937"/>
                  </a:lnTo>
                  <a:cubicBezTo>
                    <a:pt x="3055" y="7196"/>
                    <a:pt x="2850" y="7305"/>
                    <a:pt x="2643" y="7305"/>
                  </a:cubicBezTo>
                  <a:cubicBezTo>
                    <a:pt x="2288" y="7305"/>
                    <a:pt x="1929" y="6984"/>
                    <a:pt x="2096" y="6539"/>
                  </a:cubicBezTo>
                  <a:lnTo>
                    <a:pt x="2295" y="6012"/>
                  </a:lnTo>
                  <a:cubicBezTo>
                    <a:pt x="2390" y="5755"/>
                    <a:pt x="2594" y="5647"/>
                    <a:pt x="2800" y="5647"/>
                  </a:cubicBezTo>
                  <a:close/>
                  <a:moveTo>
                    <a:pt x="1700" y="8178"/>
                  </a:moveTo>
                  <a:cubicBezTo>
                    <a:pt x="2108" y="8178"/>
                    <a:pt x="2500" y="8655"/>
                    <a:pt x="2168" y="9090"/>
                  </a:cubicBezTo>
                  <a:cubicBezTo>
                    <a:pt x="1906" y="9433"/>
                    <a:pt x="1587" y="9725"/>
                    <a:pt x="1226" y="9960"/>
                  </a:cubicBezTo>
                  <a:cubicBezTo>
                    <a:pt x="1118" y="10030"/>
                    <a:pt x="1011" y="10060"/>
                    <a:pt x="911" y="10060"/>
                  </a:cubicBezTo>
                  <a:cubicBezTo>
                    <a:pt x="424" y="10060"/>
                    <a:pt x="97" y="9344"/>
                    <a:pt x="612" y="9012"/>
                  </a:cubicBezTo>
                  <a:cubicBezTo>
                    <a:pt x="867" y="8849"/>
                    <a:pt x="1090" y="8641"/>
                    <a:pt x="1274" y="8403"/>
                  </a:cubicBezTo>
                  <a:cubicBezTo>
                    <a:pt x="1394" y="8244"/>
                    <a:pt x="1548" y="8178"/>
                    <a:pt x="1700" y="8178"/>
                  </a:cubicBezTo>
                  <a:close/>
                  <a:moveTo>
                    <a:pt x="5080" y="0"/>
                  </a:moveTo>
                  <a:cubicBezTo>
                    <a:pt x="5010" y="0"/>
                    <a:pt x="4939" y="13"/>
                    <a:pt x="4869" y="41"/>
                  </a:cubicBezTo>
                  <a:lnTo>
                    <a:pt x="0" y="1989"/>
                  </a:lnTo>
                  <a:lnTo>
                    <a:pt x="0" y="16756"/>
                  </a:lnTo>
                  <a:lnTo>
                    <a:pt x="5291" y="14640"/>
                  </a:lnTo>
                  <a:cubicBezTo>
                    <a:pt x="5505" y="14555"/>
                    <a:pt x="5646" y="14347"/>
                    <a:pt x="5646" y="14116"/>
                  </a:cubicBezTo>
                  <a:lnTo>
                    <a:pt x="5646" y="565"/>
                  </a:lnTo>
                  <a:cubicBezTo>
                    <a:pt x="5644" y="240"/>
                    <a:pt x="5378" y="0"/>
                    <a:pt x="5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2" name="Google Shape;772;p78"/>
          <p:cNvSpPr/>
          <p:nvPr/>
        </p:nvSpPr>
        <p:spPr>
          <a:xfrm>
            <a:off x="5556654" y="2837264"/>
            <a:ext cx="333673" cy="315824"/>
          </a:xfrm>
          <a:custGeom>
            <a:avLst/>
            <a:gdLst/>
            <a:ahLst/>
            <a:cxnLst/>
            <a:rect l="l" t="t" r="r" b="b"/>
            <a:pathLst>
              <a:path w="18956" h="17942" extrusionOk="0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3" name="Google Shape;773;p78"/>
          <p:cNvGrpSpPr/>
          <p:nvPr/>
        </p:nvGrpSpPr>
        <p:grpSpPr>
          <a:xfrm>
            <a:off x="6087599" y="2825550"/>
            <a:ext cx="292078" cy="339253"/>
            <a:chOff x="4492800" y="2027925"/>
            <a:chExt cx="414825" cy="481825"/>
          </a:xfrm>
        </p:grpSpPr>
        <p:sp>
          <p:nvSpPr>
            <p:cNvPr id="774" name="Google Shape;774;p78"/>
            <p:cNvSpPr/>
            <p:nvPr/>
          </p:nvSpPr>
          <p:spPr>
            <a:xfrm>
              <a:off x="4492800" y="2027925"/>
              <a:ext cx="54600" cy="481825"/>
            </a:xfrm>
            <a:custGeom>
              <a:avLst/>
              <a:gdLst/>
              <a:ahLst/>
              <a:cxnLst/>
              <a:rect l="l" t="t" r="r" b="b"/>
              <a:pathLst>
                <a:path w="2184" h="19273" extrusionOk="0">
                  <a:moveTo>
                    <a:pt x="912" y="1"/>
                  </a:moveTo>
                  <a:cubicBezTo>
                    <a:pt x="407" y="1"/>
                    <a:pt x="0" y="407"/>
                    <a:pt x="0" y="913"/>
                  </a:cubicBezTo>
                  <a:lnTo>
                    <a:pt x="0" y="18360"/>
                  </a:lnTo>
                  <a:cubicBezTo>
                    <a:pt x="0" y="18866"/>
                    <a:pt x="407" y="19273"/>
                    <a:pt x="912" y="19273"/>
                  </a:cubicBezTo>
                  <a:lnTo>
                    <a:pt x="1271" y="19273"/>
                  </a:lnTo>
                  <a:cubicBezTo>
                    <a:pt x="1777" y="19273"/>
                    <a:pt x="2183" y="18866"/>
                    <a:pt x="2183" y="18360"/>
                  </a:cubicBezTo>
                  <a:lnTo>
                    <a:pt x="2183" y="913"/>
                  </a:lnTo>
                  <a:cubicBezTo>
                    <a:pt x="2183" y="407"/>
                    <a:pt x="1777" y="1"/>
                    <a:pt x="12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78"/>
            <p:cNvSpPr/>
            <p:nvPr/>
          </p:nvSpPr>
          <p:spPr>
            <a:xfrm>
              <a:off x="4575600" y="2051425"/>
              <a:ext cx="332025" cy="262450"/>
            </a:xfrm>
            <a:custGeom>
              <a:avLst/>
              <a:gdLst/>
              <a:ahLst/>
              <a:cxnLst/>
              <a:rect l="l" t="t" r="r" b="b"/>
              <a:pathLst>
                <a:path w="13281" h="10498" extrusionOk="0">
                  <a:moveTo>
                    <a:pt x="0" y="0"/>
                  </a:moveTo>
                  <a:lnTo>
                    <a:pt x="0" y="10497"/>
                  </a:lnTo>
                  <a:lnTo>
                    <a:pt x="12485" y="10497"/>
                  </a:lnTo>
                  <a:cubicBezTo>
                    <a:pt x="13006" y="10494"/>
                    <a:pt x="13280" y="9874"/>
                    <a:pt x="12925" y="9488"/>
                  </a:cubicBezTo>
                  <a:lnTo>
                    <a:pt x="9010" y="5249"/>
                  </a:lnTo>
                  <a:lnTo>
                    <a:pt x="12925" y="1006"/>
                  </a:lnTo>
                  <a:cubicBezTo>
                    <a:pt x="13280" y="620"/>
                    <a:pt x="13006" y="0"/>
                    <a:pt x="124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6" name="Google Shape;776;p78"/>
          <p:cNvGrpSpPr/>
          <p:nvPr/>
        </p:nvGrpSpPr>
        <p:grpSpPr>
          <a:xfrm>
            <a:off x="3393899" y="2825628"/>
            <a:ext cx="219890" cy="339095"/>
            <a:chOff x="5726350" y="2028150"/>
            <a:chExt cx="312300" cy="481600"/>
          </a:xfrm>
        </p:grpSpPr>
        <p:sp>
          <p:nvSpPr>
            <p:cNvPr id="777" name="Google Shape;777;p78"/>
            <p:cNvSpPr/>
            <p:nvPr/>
          </p:nvSpPr>
          <p:spPr>
            <a:xfrm>
              <a:off x="5756075" y="2028150"/>
              <a:ext cx="252825" cy="83275"/>
            </a:xfrm>
            <a:custGeom>
              <a:avLst/>
              <a:gdLst/>
              <a:ahLst/>
              <a:cxnLst/>
              <a:rect l="l" t="t" r="r" b="b"/>
              <a:pathLst>
                <a:path w="10113" h="3331" extrusionOk="0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78"/>
            <p:cNvSpPr/>
            <p:nvPr/>
          </p:nvSpPr>
          <p:spPr>
            <a:xfrm>
              <a:off x="5726350" y="2139650"/>
              <a:ext cx="312300" cy="224425"/>
            </a:xfrm>
            <a:custGeom>
              <a:avLst/>
              <a:gdLst/>
              <a:ahLst/>
              <a:cxnLst/>
              <a:rect l="l" t="t" r="r" b="b"/>
              <a:pathLst>
                <a:path w="12492" h="8977" extrusionOk="0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78"/>
            <p:cNvSpPr/>
            <p:nvPr/>
          </p:nvSpPr>
          <p:spPr>
            <a:xfrm>
              <a:off x="5842500" y="2392350"/>
              <a:ext cx="79975" cy="117400"/>
            </a:xfrm>
            <a:custGeom>
              <a:avLst/>
              <a:gdLst/>
              <a:ahLst/>
              <a:cxnLst/>
              <a:rect l="l" t="t" r="r" b="b"/>
              <a:pathLst>
                <a:path w="3199" h="4696" extrusionOk="0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78"/>
          <p:cNvGrpSpPr/>
          <p:nvPr/>
        </p:nvGrpSpPr>
        <p:grpSpPr>
          <a:xfrm>
            <a:off x="2811722" y="2828736"/>
            <a:ext cx="332881" cy="332881"/>
            <a:chOff x="6239925" y="2032450"/>
            <a:chExt cx="472775" cy="472775"/>
          </a:xfrm>
        </p:grpSpPr>
        <p:sp>
          <p:nvSpPr>
            <p:cNvPr id="781" name="Google Shape;781;p78"/>
            <p:cNvSpPr/>
            <p:nvPr/>
          </p:nvSpPr>
          <p:spPr>
            <a:xfrm>
              <a:off x="6239925" y="2032450"/>
              <a:ext cx="472775" cy="472775"/>
            </a:xfrm>
            <a:custGeom>
              <a:avLst/>
              <a:gdLst/>
              <a:ahLst/>
              <a:cxnLst/>
              <a:rect l="l" t="t" r="r" b="b"/>
              <a:pathLst>
                <a:path w="18911" h="18911" extrusionOk="0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78"/>
            <p:cNvSpPr/>
            <p:nvPr/>
          </p:nvSpPr>
          <p:spPr>
            <a:xfrm>
              <a:off x="6329800" y="2122325"/>
              <a:ext cx="292950" cy="293025"/>
            </a:xfrm>
            <a:custGeom>
              <a:avLst/>
              <a:gdLst/>
              <a:ahLst/>
              <a:cxnLst/>
              <a:rect l="l" t="t" r="r" b="b"/>
              <a:pathLst>
                <a:path w="11718" h="11721" extrusionOk="0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3" name="Google Shape;783;p78"/>
          <p:cNvGrpSpPr/>
          <p:nvPr/>
        </p:nvGrpSpPr>
        <p:grpSpPr>
          <a:xfrm>
            <a:off x="2197399" y="2352177"/>
            <a:ext cx="339253" cy="339253"/>
            <a:chOff x="1492675" y="2027925"/>
            <a:chExt cx="481825" cy="481825"/>
          </a:xfrm>
        </p:grpSpPr>
        <p:sp>
          <p:nvSpPr>
            <p:cNvPr id="784" name="Google Shape;784;p78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78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78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78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78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p78"/>
          <p:cNvSpPr/>
          <p:nvPr/>
        </p:nvSpPr>
        <p:spPr>
          <a:xfrm>
            <a:off x="1621846" y="4356261"/>
            <a:ext cx="345027" cy="320295"/>
          </a:xfrm>
          <a:custGeom>
            <a:avLst/>
            <a:gdLst/>
            <a:ahLst/>
            <a:cxnLst/>
            <a:rect l="l" t="t" r="r" b="b"/>
            <a:pathLst>
              <a:path w="19601" h="18196" extrusionOk="0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0" name="Google Shape;790;p78"/>
          <p:cNvGrpSpPr/>
          <p:nvPr/>
        </p:nvGrpSpPr>
        <p:grpSpPr>
          <a:xfrm>
            <a:off x="2807607" y="3855052"/>
            <a:ext cx="341101" cy="339253"/>
            <a:chOff x="1535000" y="3223325"/>
            <a:chExt cx="484450" cy="481825"/>
          </a:xfrm>
        </p:grpSpPr>
        <p:sp>
          <p:nvSpPr>
            <p:cNvPr id="791" name="Google Shape;791;p78"/>
            <p:cNvSpPr/>
            <p:nvPr/>
          </p:nvSpPr>
          <p:spPr>
            <a:xfrm>
              <a:off x="1760150" y="3308225"/>
              <a:ext cx="143825" cy="140600"/>
            </a:xfrm>
            <a:custGeom>
              <a:avLst/>
              <a:gdLst/>
              <a:ahLst/>
              <a:cxnLst/>
              <a:rect l="l" t="t" r="r" b="b"/>
              <a:pathLst>
                <a:path w="5753" h="5624" extrusionOk="0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4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629" y="3208"/>
                    <a:pt x="5752" y="3012"/>
                    <a:pt x="5752" y="2798"/>
                  </a:cubicBezTo>
                  <a:cubicBezTo>
                    <a:pt x="5752" y="2585"/>
                    <a:pt x="5632" y="2389"/>
                    <a:pt x="5439" y="2295"/>
                  </a:cubicBezTo>
                  <a:lnTo>
                    <a:pt x="4102" y="1627"/>
                  </a:lnTo>
                  <a:lnTo>
                    <a:pt x="3434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78"/>
            <p:cNvSpPr/>
            <p:nvPr/>
          </p:nvSpPr>
          <p:spPr>
            <a:xfrm>
              <a:off x="1873075" y="3421150"/>
              <a:ext cx="146375" cy="140600"/>
            </a:xfrm>
            <a:custGeom>
              <a:avLst/>
              <a:gdLst/>
              <a:ahLst/>
              <a:cxnLst/>
              <a:rect l="l" t="t" r="r" b="b"/>
              <a:pathLst>
                <a:path w="5855" h="5624" extrusionOk="0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3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854" y="3096"/>
                    <a:pt x="5854" y="2503"/>
                    <a:pt x="5439" y="2295"/>
                  </a:cubicBezTo>
                  <a:lnTo>
                    <a:pt x="4102" y="1627"/>
                  </a:lnTo>
                  <a:lnTo>
                    <a:pt x="3433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78"/>
            <p:cNvSpPr/>
            <p:nvPr/>
          </p:nvSpPr>
          <p:spPr>
            <a:xfrm>
              <a:off x="1535000" y="3223325"/>
              <a:ext cx="406450" cy="481825"/>
            </a:xfrm>
            <a:custGeom>
              <a:avLst/>
              <a:gdLst/>
              <a:ahLst/>
              <a:cxnLst/>
              <a:rect l="l" t="t" r="r" b="b"/>
              <a:pathLst>
                <a:path w="16258" h="19273" extrusionOk="0">
                  <a:moveTo>
                    <a:pt x="9660" y="0"/>
                  </a:moveTo>
                  <a:cubicBezTo>
                    <a:pt x="4399" y="0"/>
                    <a:pt x="0" y="4351"/>
                    <a:pt x="0" y="9636"/>
                  </a:cubicBezTo>
                  <a:cubicBezTo>
                    <a:pt x="0" y="14927"/>
                    <a:pt x="4381" y="19272"/>
                    <a:pt x="9675" y="19272"/>
                  </a:cubicBezTo>
                  <a:cubicBezTo>
                    <a:pt x="12012" y="19269"/>
                    <a:pt x="14270" y="18411"/>
                    <a:pt x="16023" y="16860"/>
                  </a:cubicBezTo>
                  <a:cubicBezTo>
                    <a:pt x="16195" y="16707"/>
                    <a:pt x="16258" y="16463"/>
                    <a:pt x="16176" y="16243"/>
                  </a:cubicBezTo>
                  <a:cubicBezTo>
                    <a:pt x="16098" y="16026"/>
                    <a:pt x="15893" y="15879"/>
                    <a:pt x="15662" y="15872"/>
                  </a:cubicBezTo>
                  <a:cubicBezTo>
                    <a:pt x="11352" y="15752"/>
                    <a:pt x="7980" y="12250"/>
                    <a:pt x="7980" y="7941"/>
                  </a:cubicBezTo>
                  <a:cubicBezTo>
                    <a:pt x="7974" y="5207"/>
                    <a:pt x="9380" y="2662"/>
                    <a:pt x="11696" y="1211"/>
                  </a:cubicBezTo>
                  <a:cubicBezTo>
                    <a:pt x="12129" y="937"/>
                    <a:pt x="12006" y="274"/>
                    <a:pt x="11503" y="178"/>
                  </a:cubicBezTo>
                  <a:cubicBezTo>
                    <a:pt x="10881" y="58"/>
                    <a:pt x="10265" y="0"/>
                    <a:pt x="96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p78"/>
          <p:cNvGrpSpPr/>
          <p:nvPr/>
        </p:nvGrpSpPr>
        <p:grpSpPr>
          <a:xfrm>
            <a:off x="2197400" y="3890352"/>
            <a:ext cx="339253" cy="268649"/>
            <a:chOff x="2085525" y="3263750"/>
            <a:chExt cx="481825" cy="381550"/>
          </a:xfrm>
        </p:grpSpPr>
        <p:sp>
          <p:nvSpPr>
            <p:cNvPr id="795" name="Google Shape;795;p78"/>
            <p:cNvSpPr/>
            <p:nvPr/>
          </p:nvSpPr>
          <p:spPr>
            <a:xfrm>
              <a:off x="2320325" y="3263750"/>
              <a:ext cx="227825" cy="141025"/>
            </a:xfrm>
            <a:custGeom>
              <a:avLst/>
              <a:gdLst/>
              <a:ahLst/>
              <a:cxnLst/>
              <a:rect l="l" t="t" r="r" b="b"/>
              <a:pathLst>
                <a:path w="9113" h="5641" extrusionOk="0">
                  <a:moveTo>
                    <a:pt x="4066" y="0"/>
                  </a:moveTo>
                  <a:cubicBezTo>
                    <a:pt x="2283" y="3"/>
                    <a:pt x="675" y="1081"/>
                    <a:pt x="0" y="2731"/>
                  </a:cubicBezTo>
                  <a:cubicBezTo>
                    <a:pt x="1527" y="2939"/>
                    <a:pt x="2912" y="3734"/>
                    <a:pt x="3861" y="4948"/>
                  </a:cubicBezTo>
                  <a:cubicBezTo>
                    <a:pt x="4331" y="4823"/>
                    <a:pt x="4810" y="4761"/>
                    <a:pt x="5287" y="4761"/>
                  </a:cubicBezTo>
                  <a:cubicBezTo>
                    <a:pt x="6338" y="4761"/>
                    <a:pt x="7378" y="5060"/>
                    <a:pt x="8281" y="5640"/>
                  </a:cubicBezTo>
                  <a:cubicBezTo>
                    <a:pt x="9112" y="2825"/>
                    <a:pt x="7002" y="0"/>
                    <a:pt x="4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78"/>
            <p:cNvSpPr/>
            <p:nvPr/>
          </p:nvSpPr>
          <p:spPr>
            <a:xfrm>
              <a:off x="2085525" y="3355200"/>
              <a:ext cx="481825" cy="290100"/>
            </a:xfrm>
            <a:custGeom>
              <a:avLst/>
              <a:gdLst/>
              <a:ahLst/>
              <a:cxnLst/>
              <a:rect l="l" t="t" r="r" b="b"/>
              <a:pathLst>
                <a:path w="19273" h="11604" extrusionOk="0">
                  <a:moveTo>
                    <a:pt x="8620" y="1"/>
                  </a:moveTo>
                  <a:cubicBezTo>
                    <a:pt x="8610" y="1"/>
                    <a:pt x="8599" y="1"/>
                    <a:pt x="8588" y="1"/>
                  </a:cubicBezTo>
                  <a:cubicBezTo>
                    <a:pt x="7468" y="4"/>
                    <a:pt x="6384" y="407"/>
                    <a:pt x="5535" y="1139"/>
                  </a:cubicBezTo>
                  <a:cubicBezTo>
                    <a:pt x="4818" y="1756"/>
                    <a:pt x="4288" y="2563"/>
                    <a:pt x="4005" y="3470"/>
                  </a:cubicBezTo>
                  <a:lnTo>
                    <a:pt x="3891" y="3470"/>
                  </a:lnTo>
                  <a:cubicBezTo>
                    <a:pt x="1747" y="3470"/>
                    <a:pt x="0" y="5295"/>
                    <a:pt x="0" y="7538"/>
                  </a:cubicBezTo>
                  <a:cubicBezTo>
                    <a:pt x="0" y="9781"/>
                    <a:pt x="1744" y="11603"/>
                    <a:pt x="3891" y="11603"/>
                  </a:cubicBezTo>
                  <a:lnTo>
                    <a:pt x="14798" y="11603"/>
                  </a:lnTo>
                  <a:cubicBezTo>
                    <a:pt x="17264" y="11603"/>
                    <a:pt x="19272" y="9504"/>
                    <a:pt x="19272" y="6924"/>
                  </a:cubicBezTo>
                  <a:cubicBezTo>
                    <a:pt x="19272" y="6044"/>
                    <a:pt x="19034" y="5180"/>
                    <a:pt x="18583" y="4427"/>
                  </a:cubicBezTo>
                  <a:cubicBezTo>
                    <a:pt x="18152" y="3705"/>
                    <a:pt x="17529" y="3118"/>
                    <a:pt x="16782" y="2726"/>
                  </a:cubicBezTo>
                  <a:cubicBezTo>
                    <a:pt x="16161" y="2403"/>
                    <a:pt x="15480" y="2241"/>
                    <a:pt x="14799" y="2241"/>
                  </a:cubicBezTo>
                  <a:cubicBezTo>
                    <a:pt x="14135" y="2241"/>
                    <a:pt x="13471" y="2394"/>
                    <a:pt x="12861" y="2702"/>
                  </a:cubicBezTo>
                  <a:cubicBezTo>
                    <a:pt x="12232" y="1443"/>
                    <a:pt x="11118" y="513"/>
                    <a:pt x="9784" y="157"/>
                  </a:cubicBezTo>
                  <a:cubicBezTo>
                    <a:pt x="9403" y="55"/>
                    <a:pt x="9013" y="1"/>
                    <a:pt x="8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7" name="Google Shape;797;p78"/>
          <p:cNvGrpSpPr/>
          <p:nvPr/>
        </p:nvGrpSpPr>
        <p:grpSpPr>
          <a:xfrm>
            <a:off x="3333733" y="3855038"/>
            <a:ext cx="340204" cy="339271"/>
            <a:chOff x="3270450" y="3213625"/>
            <a:chExt cx="483175" cy="481850"/>
          </a:xfrm>
        </p:grpSpPr>
        <p:sp>
          <p:nvSpPr>
            <p:cNvPr id="798" name="Google Shape;798;p78"/>
            <p:cNvSpPr/>
            <p:nvPr/>
          </p:nvSpPr>
          <p:spPr>
            <a:xfrm>
              <a:off x="3392550" y="3335025"/>
              <a:ext cx="239050" cy="239050"/>
            </a:xfrm>
            <a:custGeom>
              <a:avLst/>
              <a:gdLst/>
              <a:ahLst/>
              <a:cxnLst/>
              <a:rect l="l" t="t" r="r" b="b"/>
              <a:pathLst>
                <a:path w="9562" h="9562" extrusionOk="0">
                  <a:moveTo>
                    <a:pt x="4782" y="1"/>
                  </a:moveTo>
                  <a:cubicBezTo>
                    <a:pt x="2142" y="1"/>
                    <a:pt x="1" y="2139"/>
                    <a:pt x="1" y="4780"/>
                  </a:cubicBezTo>
                  <a:cubicBezTo>
                    <a:pt x="1" y="7421"/>
                    <a:pt x="2142" y="9562"/>
                    <a:pt x="4782" y="9562"/>
                  </a:cubicBezTo>
                  <a:cubicBezTo>
                    <a:pt x="7420" y="9562"/>
                    <a:pt x="9561" y="7421"/>
                    <a:pt x="9561" y="4780"/>
                  </a:cubicBezTo>
                  <a:cubicBezTo>
                    <a:pt x="9561" y="2139"/>
                    <a:pt x="7420" y="1"/>
                    <a:pt x="47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78"/>
            <p:cNvSpPr/>
            <p:nvPr/>
          </p:nvSpPr>
          <p:spPr>
            <a:xfrm>
              <a:off x="3270450" y="3213625"/>
              <a:ext cx="483175" cy="481850"/>
            </a:xfrm>
            <a:custGeom>
              <a:avLst/>
              <a:gdLst/>
              <a:ahLst/>
              <a:cxnLst/>
              <a:rect l="l" t="t" r="r" b="b"/>
              <a:pathLst>
                <a:path w="19327" h="19274" extrusionOk="0">
                  <a:moveTo>
                    <a:pt x="9666" y="3728"/>
                  </a:moveTo>
                  <a:cubicBezTo>
                    <a:pt x="12925" y="3728"/>
                    <a:pt x="15575" y="6378"/>
                    <a:pt x="15575" y="9636"/>
                  </a:cubicBezTo>
                  <a:cubicBezTo>
                    <a:pt x="15575" y="12894"/>
                    <a:pt x="12925" y="15547"/>
                    <a:pt x="9666" y="15547"/>
                  </a:cubicBezTo>
                  <a:cubicBezTo>
                    <a:pt x="6405" y="15547"/>
                    <a:pt x="3755" y="12894"/>
                    <a:pt x="3755" y="9636"/>
                  </a:cubicBezTo>
                  <a:cubicBezTo>
                    <a:pt x="3755" y="6378"/>
                    <a:pt x="6405" y="3728"/>
                    <a:pt x="9666" y="3728"/>
                  </a:cubicBezTo>
                  <a:close/>
                  <a:moveTo>
                    <a:pt x="9665" y="0"/>
                  </a:moveTo>
                  <a:cubicBezTo>
                    <a:pt x="9575" y="0"/>
                    <a:pt x="9484" y="22"/>
                    <a:pt x="9402" y="66"/>
                  </a:cubicBezTo>
                  <a:lnTo>
                    <a:pt x="7532" y="1054"/>
                  </a:lnTo>
                  <a:lnTo>
                    <a:pt x="5418" y="1054"/>
                  </a:lnTo>
                  <a:cubicBezTo>
                    <a:pt x="5231" y="1054"/>
                    <a:pt x="5056" y="1144"/>
                    <a:pt x="4954" y="1301"/>
                  </a:cubicBezTo>
                  <a:lnTo>
                    <a:pt x="3752" y="3053"/>
                  </a:lnTo>
                  <a:lnTo>
                    <a:pt x="1879" y="4041"/>
                  </a:lnTo>
                  <a:cubicBezTo>
                    <a:pt x="1717" y="4128"/>
                    <a:pt x="1605" y="4288"/>
                    <a:pt x="1584" y="4474"/>
                  </a:cubicBezTo>
                  <a:lnTo>
                    <a:pt x="1328" y="6588"/>
                  </a:lnTo>
                  <a:lnTo>
                    <a:pt x="127" y="8341"/>
                  </a:lnTo>
                  <a:cubicBezTo>
                    <a:pt x="24" y="8491"/>
                    <a:pt x="0" y="8687"/>
                    <a:pt x="67" y="8859"/>
                  </a:cubicBezTo>
                  <a:lnTo>
                    <a:pt x="816" y="10852"/>
                  </a:lnTo>
                  <a:lnTo>
                    <a:pt x="560" y="12966"/>
                  </a:lnTo>
                  <a:cubicBezTo>
                    <a:pt x="536" y="13150"/>
                    <a:pt x="606" y="13334"/>
                    <a:pt x="744" y="13457"/>
                  </a:cubicBezTo>
                  <a:lnTo>
                    <a:pt x="2325" y="14869"/>
                  </a:lnTo>
                  <a:lnTo>
                    <a:pt x="3075" y="16860"/>
                  </a:lnTo>
                  <a:cubicBezTo>
                    <a:pt x="3141" y="17034"/>
                    <a:pt x="3289" y="17164"/>
                    <a:pt x="3466" y="17209"/>
                  </a:cubicBezTo>
                  <a:lnTo>
                    <a:pt x="5520" y="17718"/>
                  </a:lnTo>
                  <a:lnTo>
                    <a:pt x="7101" y="19130"/>
                  </a:lnTo>
                  <a:cubicBezTo>
                    <a:pt x="7205" y="19223"/>
                    <a:pt x="7340" y="19273"/>
                    <a:pt x="7477" y="19273"/>
                  </a:cubicBezTo>
                  <a:cubicBezTo>
                    <a:pt x="7523" y="19273"/>
                    <a:pt x="7568" y="19268"/>
                    <a:pt x="7613" y="19257"/>
                  </a:cubicBezTo>
                  <a:lnTo>
                    <a:pt x="9666" y="18745"/>
                  </a:lnTo>
                  <a:lnTo>
                    <a:pt x="11717" y="19254"/>
                  </a:lnTo>
                  <a:cubicBezTo>
                    <a:pt x="11759" y="19266"/>
                    <a:pt x="11807" y="19272"/>
                    <a:pt x="11853" y="19272"/>
                  </a:cubicBezTo>
                  <a:cubicBezTo>
                    <a:pt x="11991" y="19272"/>
                    <a:pt x="12124" y="19221"/>
                    <a:pt x="12229" y="19127"/>
                  </a:cubicBezTo>
                  <a:lnTo>
                    <a:pt x="13810" y="17715"/>
                  </a:lnTo>
                  <a:lnTo>
                    <a:pt x="15861" y="17206"/>
                  </a:lnTo>
                  <a:cubicBezTo>
                    <a:pt x="16041" y="17161"/>
                    <a:pt x="16186" y="17031"/>
                    <a:pt x="16252" y="16857"/>
                  </a:cubicBezTo>
                  <a:lnTo>
                    <a:pt x="17002" y="14866"/>
                  </a:lnTo>
                  <a:lnTo>
                    <a:pt x="18583" y="13454"/>
                  </a:lnTo>
                  <a:cubicBezTo>
                    <a:pt x="18721" y="13331"/>
                    <a:pt x="18791" y="13147"/>
                    <a:pt x="18766" y="12963"/>
                  </a:cubicBezTo>
                  <a:lnTo>
                    <a:pt x="18514" y="10849"/>
                  </a:lnTo>
                  <a:lnTo>
                    <a:pt x="19263" y="8856"/>
                  </a:lnTo>
                  <a:cubicBezTo>
                    <a:pt x="19327" y="8684"/>
                    <a:pt x="19306" y="8491"/>
                    <a:pt x="19200" y="8338"/>
                  </a:cubicBezTo>
                  <a:lnTo>
                    <a:pt x="18002" y="6588"/>
                  </a:lnTo>
                  <a:lnTo>
                    <a:pt x="17746" y="4471"/>
                  </a:lnTo>
                  <a:cubicBezTo>
                    <a:pt x="17725" y="4288"/>
                    <a:pt x="17613" y="4128"/>
                    <a:pt x="17451" y="4041"/>
                  </a:cubicBezTo>
                  <a:lnTo>
                    <a:pt x="15578" y="3050"/>
                  </a:lnTo>
                  <a:lnTo>
                    <a:pt x="14379" y="1298"/>
                  </a:lnTo>
                  <a:cubicBezTo>
                    <a:pt x="14274" y="1144"/>
                    <a:pt x="14099" y="1054"/>
                    <a:pt x="13912" y="1054"/>
                  </a:cubicBezTo>
                  <a:lnTo>
                    <a:pt x="11798" y="1054"/>
                  </a:lnTo>
                  <a:lnTo>
                    <a:pt x="9928" y="66"/>
                  </a:lnTo>
                  <a:cubicBezTo>
                    <a:pt x="9846" y="22"/>
                    <a:pt x="9755" y="0"/>
                    <a:pt x="9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0" name="Google Shape;800;p78"/>
          <p:cNvGrpSpPr/>
          <p:nvPr/>
        </p:nvGrpSpPr>
        <p:grpSpPr>
          <a:xfrm>
            <a:off x="3974481" y="3855052"/>
            <a:ext cx="168931" cy="339253"/>
            <a:chOff x="3984950" y="3213600"/>
            <a:chExt cx="239925" cy="481825"/>
          </a:xfrm>
        </p:grpSpPr>
        <p:sp>
          <p:nvSpPr>
            <p:cNvPr id="801" name="Google Shape;801;p78"/>
            <p:cNvSpPr/>
            <p:nvPr/>
          </p:nvSpPr>
          <p:spPr>
            <a:xfrm>
              <a:off x="3984950" y="3213600"/>
              <a:ext cx="239925" cy="481825"/>
            </a:xfrm>
            <a:custGeom>
              <a:avLst/>
              <a:gdLst/>
              <a:ahLst/>
              <a:cxnLst/>
              <a:rect l="l" t="t" r="r" b="b"/>
              <a:pathLst>
                <a:path w="9597" h="19273" extrusionOk="0">
                  <a:moveTo>
                    <a:pt x="4800" y="3355"/>
                  </a:moveTo>
                  <a:cubicBezTo>
                    <a:pt x="5110" y="3355"/>
                    <a:pt x="5363" y="3608"/>
                    <a:pt x="5363" y="3918"/>
                  </a:cubicBezTo>
                  <a:lnTo>
                    <a:pt x="5363" y="12121"/>
                  </a:lnTo>
                  <a:cubicBezTo>
                    <a:pt x="6556" y="12407"/>
                    <a:pt x="7345" y="13542"/>
                    <a:pt x="7203" y="14759"/>
                  </a:cubicBezTo>
                  <a:cubicBezTo>
                    <a:pt x="7059" y="15978"/>
                    <a:pt x="6026" y="16897"/>
                    <a:pt x="4800" y="16897"/>
                  </a:cubicBezTo>
                  <a:cubicBezTo>
                    <a:pt x="3571" y="16897"/>
                    <a:pt x="2539" y="15978"/>
                    <a:pt x="2394" y="14759"/>
                  </a:cubicBezTo>
                  <a:cubicBezTo>
                    <a:pt x="2253" y="13542"/>
                    <a:pt x="3042" y="12407"/>
                    <a:pt x="4234" y="12121"/>
                  </a:cubicBezTo>
                  <a:lnTo>
                    <a:pt x="4234" y="3918"/>
                  </a:lnTo>
                  <a:cubicBezTo>
                    <a:pt x="4234" y="3608"/>
                    <a:pt x="4487" y="3355"/>
                    <a:pt x="4800" y="3355"/>
                  </a:cubicBezTo>
                  <a:close/>
                  <a:moveTo>
                    <a:pt x="4800" y="1"/>
                  </a:moveTo>
                  <a:cubicBezTo>
                    <a:pt x="3219" y="1"/>
                    <a:pt x="1939" y="1281"/>
                    <a:pt x="1939" y="2861"/>
                  </a:cubicBezTo>
                  <a:lnTo>
                    <a:pt x="1939" y="10567"/>
                  </a:lnTo>
                  <a:cubicBezTo>
                    <a:pt x="723" y="11501"/>
                    <a:pt x="9" y="12943"/>
                    <a:pt x="0" y="14476"/>
                  </a:cubicBezTo>
                  <a:cubicBezTo>
                    <a:pt x="0" y="17123"/>
                    <a:pt x="2150" y="19273"/>
                    <a:pt x="4800" y="19273"/>
                  </a:cubicBezTo>
                  <a:cubicBezTo>
                    <a:pt x="7450" y="19273"/>
                    <a:pt x="9597" y="17123"/>
                    <a:pt x="9597" y="14476"/>
                  </a:cubicBezTo>
                  <a:cubicBezTo>
                    <a:pt x="9597" y="13651"/>
                    <a:pt x="9395" y="12844"/>
                    <a:pt x="9007" y="12118"/>
                  </a:cubicBezTo>
                  <a:cubicBezTo>
                    <a:pt x="8679" y="11510"/>
                    <a:pt x="8221" y="10980"/>
                    <a:pt x="7664" y="10567"/>
                  </a:cubicBezTo>
                  <a:lnTo>
                    <a:pt x="7661" y="2861"/>
                  </a:lnTo>
                  <a:cubicBezTo>
                    <a:pt x="7661" y="1281"/>
                    <a:pt x="6378" y="1"/>
                    <a:pt x="4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78"/>
            <p:cNvSpPr/>
            <p:nvPr/>
          </p:nvSpPr>
          <p:spPr>
            <a:xfrm>
              <a:off x="4072650" y="3543175"/>
              <a:ext cx="64525" cy="64625"/>
            </a:xfrm>
            <a:custGeom>
              <a:avLst/>
              <a:gdLst/>
              <a:ahLst/>
              <a:cxnLst/>
              <a:rect l="l" t="t" r="r" b="b"/>
              <a:pathLst>
                <a:path w="2581" h="2585" extrusionOk="0">
                  <a:moveTo>
                    <a:pt x="1292" y="1"/>
                  </a:moveTo>
                  <a:cubicBezTo>
                    <a:pt x="578" y="1"/>
                    <a:pt x="0" y="579"/>
                    <a:pt x="0" y="1293"/>
                  </a:cubicBezTo>
                  <a:cubicBezTo>
                    <a:pt x="0" y="2006"/>
                    <a:pt x="578" y="2585"/>
                    <a:pt x="1292" y="2585"/>
                  </a:cubicBezTo>
                  <a:cubicBezTo>
                    <a:pt x="2003" y="2585"/>
                    <a:pt x="2581" y="2006"/>
                    <a:pt x="2581" y="1293"/>
                  </a:cubicBezTo>
                  <a:cubicBezTo>
                    <a:pt x="2581" y="579"/>
                    <a:pt x="2003" y="1"/>
                    <a:pt x="12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3" name="Google Shape;803;p78"/>
          <p:cNvSpPr/>
          <p:nvPr/>
        </p:nvSpPr>
        <p:spPr>
          <a:xfrm>
            <a:off x="1624733" y="3874904"/>
            <a:ext cx="339253" cy="299542"/>
          </a:xfrm>
          <a:custGeom>
            <a:avLst/>
            <a:gdLst/>
            <a:ahLst/>
            <a:cxnLst/>
            <a:rect l="l" t="t" r="r" b="b"/>
            <a:pathLst>
              <a:path w="19273" h="17017" extrusionOk="0">
                <a:moveTo>
                  <a:pt x="5119" y="1"/>
                </a:moveTo>
                <a:cubicBezTo>
                  <a:pt x="2198" y="1"/>
                  <a:pt x="0" y="2389"/>
                  <a:pt x="0" y="5554"/>
                </a:cubicBezTo>
                <a:cubicBezTo>
                  <a:pt x="0" y="8974"/>
                  <a:pt x="2744" y="11311"/>
                  <a:pt x="6902" y="14855"/>
                </a:cubicBezTo>
                <a:cubicBezTo>
                  <a:pt x="7607" y="15458"/>
                  <a:pt x="8408" y="16138"/>
                  <a:pt x="9239" y="16867"/>
                </a:cubicBezTo>
                <a:cubicBezTo>
                  <a:pt x="9352" y="16966"/>
                  <a:pt x="9493" y="17016"/>
                  <a:pt x="9635" y="17016"/>
                </a:cubicBezTo>
                <a:cubicBezTo>
                  <a:pt x="9776" y="17016"/>
                  <a:pt x="9918" y="16966"/>
                  <a:pt x="10031" y="16867"/>
                </a:cubicBezTo>
                <a:cubicBezTo>
                  <a:pt x="10862" y="16138"/>
                  <a:pt x="11663" y="15458"/>
                  <a:pt x="12370" y="14855"/>
                </a:cubicBezTo>
                <a:cubicBezTo>
                  <a:pt x="16526" y="11314"/>
                  <a:pt x="19272" y="8974"/>
                  <a:pt x="19272" y="5554"/>
                </a:cubicBezTo>
                <a:cubicBezTo>
                  <a:pt x="19272" y="2389"/>
                  <a:pt x="17071" y="1"/>
                  <a:pt x="14153" y="1"/>
                </a:cubicBezTo>
                <a:cubicBezTo>
                  <a:pt x="13105" y="1"/>
                  <a:pt x="12148" y="332"/>
                  <a:pt x="11301" y="986"/>
                </a:cubicBezTo>
                <a:cubicBezTo>
                  <a:pt x="10491" y="1612"/>
                  <a:pt x="9952" y="2410"/>
                  <a:pt x="9636" y="2991"/>
                </a:cubicBezTo>
                <a:cubicBezTo>
                  <a:pt x="9317" y="2410"/>
                  <a:pt x="8778" y="1612"/>
                  <a:pt x="7968" y="986"/>
                </a:cubicBezTo>
                <a:cubicBezTo>
                  <a:pt x="7122" y="332"/>
                  <a:pt x="6164" y="1"/>
                  <a:pt x="5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4" name="Google Shape;804;p78"/>
          <p:cNvGrpSpPr/>
          <p:nvPr/>
        </p:nvGrpSpPr>
        <p:grpSpPr>
          <a:xfrm>
            <a:off x="7166705" y="3390145"/>
            <a:ext cx="339253" cy="258369"/>
            <a:chOff x="3271200" y="3863875"/>
            <a:chExt cx="481825" cy="366950"/>
          </a:xfrm>
        </p:grpSpPr>
        <p:sp>
          <p:nvSpPr>
            <p:cNvPr id="805" name="Google Shape;805;p78"/>
            <p:cNvSpPr/>
            <p:nvPr/>
          </p:nvSpPr>
          <p:spPr>
            <a:xfrm>
              <a:off x="3271200" y="3920350"/>
              <a:ext cx="283225" cy="310475"/>
            </a:xfrm>
            <a:custGeom>
              <a:avLst/>
              <a:gdLst/>
              <a:ahLst/>
              <a:cxnLst/>
              <a:rect l="l" t="t" r="r" b="b"/>
              <a:pathLst>
                <a:path w="11329" h="12419" extrusionOk="0">
                  <a:moveTo>
                    <a:pt x="1693" y="0"/>
                  </a:moveTo>
                  <a:cubicBezTo>
                    <a:pt x="756" y="0"/>
                    <a:pt x="0" y="756"/>
                    <a:pt x="0" y="1693"/>
                  </a:cubicBezTo>
                  <a:lnTo>
                    <a:pt x="0" y="8468"/>
                  </a:lnTo>
                  <a:cubicBezTo>
                    <a:pt x="0" y="9405"/>
                    <a:pt x="756" y="10160"/>
                    <a:pt x="1693" y="10163"/>
                  </a:cubicBezTo>
                  <a:lnTo>
                    <a:pt x="2861" y="10163"/>
                  </a:lnTo>
                  <a:cubicBezTo>
                    <a:pt x="2861" y="11410"/>
                    <a:pt x="3870" y="12419"/>
                    <a:pt x="5120" y="12419"/>
                  </a:cubicBezTo>
                  <a:cubicBezTo>
                    <a:pt x="6366" y="12419"/>
                    <a:pt x="7378" y="11410"/>
                    <a:pt x="7378" y="10163"/>
                  </a:cubicBezTo>
                  <a:lnTo>
                    <a:pt x="9070" y="10163"/>
                  </a:lnTo>
                  <a:lnTo>
                    <a:pt x="9070" y="6679"/>
                  </a:lnTo>
                  <a:cubicBezTo>
                    <a:pt x="9070" y="6356"/>
                    <a:pt x="9350" y="6116"/>
                    <a:pt x="9645" y="6116"/>
                  </a:cubicBezTo>
                  <a:cubicBezTo>
                    <a:pt x="9705" y="6116"/>
                    <a:pt x="9765" y="6126"/>
                    <a:pt x="9823" y="6146"/>
                  </a:cubicBezTo>
                  <a:cubicBezTo>
                    <a:pt x="9938" y="6187"/>
                    <a:pt x="10055" y="6206"/>
                    <a:pt x="10172" y="6206"/>
                  </a:cubicBezTo>
                  <a:cubicBezTo>
                    <a:pt x="10766" y="6206"/>
                    <a:pt x="11329" y="5708"/>
                    <a:pt x="11329" y="5080"/>
                  </a:cubicBezTo>
                  <a:cubicBezTo>
                    <a:pt x="11329" y="4453"/>
                    <a:pt x="10766" y="3954"/>
                    <a:pt x="10172" y="3954"/>
                  </a:cubicBezTo>
                  <a:cubicBezTo>
                    <a:pt x="10055" y="3954"/>
                    <a:pt x="9938" y="3974"/>
                    <a:pt x="9823" y="4014"/>
                  </a:cubicBezTo>
                  <a:cubicBezTo>
                    <a:pt x="9759" y="4037"/>
                    <a:pt x="9695" y="4048"/>
                    <a:pt x="9632" y="4048"/>
                  </a:cubicBezTo>
                  <a:cubicBezTo>
                    <a:pt x="9333" y="4048"/>
                    <a:pt x="9070" y="3805"/>
                    <a:pt x="9070" y="3484"/>
                  </a:cubicBezTo>
                  <a:lnTo>
                    <a:pt x="9070" y="0"/>
                  </a:lnTo>
                  <a:lnTo>
                    <a:pt x="6381" y="0"/>
                  </a:lnTo>
                  <a:cubicBezTo>
                    <a:pt x="5894" y="0"/>
                    <a:pt x="5635" y="576"/>
                    <a:pt x="5960" y="940"/>
                  </a:cubicBezTo>
                  <a:cubicBezTo>
                    <a:pt x="6610" y="1669"/>
                    <a:pt x="6095" y="2822"/>
                    <a:pt x="5120" y="2822"/>
                  </a:cubicBezTo>
                  <a:cubicBezTo>
                    <a:pt x="4141" y="2822"/>
                    <a:pt x="3626" y="1669"/>
                    <a:pt x="4276" y="940"/>
                  </a:cubicBezTo>
                  <a:cubicBezTo>
                    <a:pt x="4602" y="576"/>
                    <a:pt x="4343" y="0"/>
                    <a:pt x="38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78"/>
            <p:cNvSpPr/>
            <p:nvPr/>
          </p:nvSpPr>
          <p:spPr>
            <a:xfrm>
              <a:off x="3526175" y="3863875"/>
              <a:ext cx="226850" cy="310575"/>
            </a:xfrm>
            <a:custGeom>
              <a:avLst/>
              <a:gdLst/>
              <a:ahLst/>
              <a:cxnLst/>
              <a:rect l="l" t="t" r="r" b="b"/>
              <a:pathLst>
                <a:path w="9074" h="12423" extrusionOk="0">
                  <a:moveTo>
                    <a:pt x="3954" y="1"/>
                  </a:moveTo>
                  <a:cubicBezTo>
                    <a:pt x="2705" y="1"/>
                    <a:pt x="1696" y="1010"/>
                    <a:pt x="1696" y="2259"/>
                  </a:cubicBezTo>
                  <a:lnTo>
                    <a:pt x="1" y="2259"/>
                  </a:lnTo>
                  <a:lnTo>
                    <a:pt x="1" y="5081"/>
                  </a:lnTo>
                  <a:cubicBezTo>
                    <a:pt x="1247" y="5081"/>
                    <a:pt x="2259" y="6093"/>
                    <a:pt x="2259" y="7339"/>
                  </a:cubicBezTo>
                  <a:cubicBezTo>
                    <a:pt x="2259" y="8586"/>
                    <a:pt x="1247" y="9598"/>
                    <a:pt x="1" y="9598"/>
                  </a:cubicBezTo>
                  <a:lnTo>
                    <a:pt x="1" y="12422"/>
                  </a:lnTo>
                  <a:lnTo>
                    <a:pt x="7378" y="12422"/>
                  </a:lnTo>
                  <a:cubicBezTo>
                    <a:pt x="8315" y="12419"/>
                    <a:pt x="9070" y="11664"/>
                    <a:pt x="9073" y="10727"/>
                  </a:cubicBezTo>
                  <a:lnTo>
                    <a:pt x="9073" y="3952"/>
                  </a:lnTo>
                  <a:cubicBezTo>
                    <a:pt x="9070" y="3015"/>
                    <a:pt x="8315" y="2259"/>
                    <a:pt x="7378" y="2259"/>
                  </a:cubicBezTo>
                  <a:lnTo>
                    <a:pt x="6213" y="2259"/>
                  </a:lnTo>
                  <a:cubicBezTo>
                    <a:pt x="6213" y="1010"/>
                    <a:pt x="5201" y="1"/>
                    <a:pt x="39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7" name="Google Shape;807;p78"/>
          <p:cNvGrpSpPr/>
          <p:nvPr/>
        </p:nvGrpSpPr>
        <p:grpSpPr>
          <a:xfrm>
            <a:off x="6614718" y="3349717"/>
            <a:ext cx="336296" cy="339235"/>
            <a:chOff x="4464775" y="3806475"/>
            <a:chExt cx="477625" cy="481800"/>
          </a:xfrm>
        </p:grpSpPr>
        <p:sp>
          <p:nvSpPr>
            <p:cNvPr id="808" name="Google Shape;808;p78"/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78"/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78"/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78"/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78"/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78"/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4" name="Google Shape;814;p78"/>
          <p:cNvGrpSpPr/>
          <p:nvPr/>
        </p:nvGrpSpPr>
        <p:grpSpPr>
          <a:xfrm>
            <a:off x="8250151" y="4348772"/>
            <a:ext cx="298503" cy="335275"/>
            <a:chOff x="6264300" y="3809300"/>
            <a:chExt cx="423950" cy="476175"/>
          </a:xfrm>
        </p:grpSpPr>
        <p:sp>
          <p:nvSpPr>
            <p:cNvPr id="815" name="Google Shape;815;p78"/>
            <p:cNvSpPr/>
            <p:nvPr/>
          </p:nvSpPr>
          <p:spPr>
            <a:xfrm>
              <a:off x="6346200" y="4002825"/>
              <a:ext cx="66950" cy="63225"/>
            </a:xfrm>
            <a:custGeom>
              <a:avLst/>
              <a:gdLst/>
              <a:ahLst/>
              <a:cxnLst/>
              <a:rect l="l" t="t" r="r" b="b"/>
              <a:pathLst>
                <a:path w="2678" h="2529" extrusionOk="0">
                  <a:moveTo>
                    <a:pt x="1365" y="1"/>
                  </a:moveTo>
                  <a:cubicBezTo>
                    <a:pt x="1058" y="1"/>
                    <a:pt x="751" y="118"/>
                    <a:pt x="516" y="351"/>
                  </a:cubicBezTo>
                  <a:cubicBezTo>
                    <a:pt x="272" y="598"/>
                    <a:pt x="88" y="992"/>
                    <a:pt x="46" y="1381"/>
                  </a:cubicBezTo>
                  <a:cubicBezTo>
                    <a:pt x="1" y="1757"/>
                    <a:pt x="88" y="2085"/>
                    <a:pt x="281" y="2281"/>
                  </a:cubicBezTo>
                  <a:cubicBezTo>
                    <a:pt x="454" y="2453"/>
                    <a:pt x="709" y="2528"/>
                    <a:pt x="985" y="2528"/>
                  </a:cubicBezTo>
                  <a:cubicBezTo>
                    <a:pt x="1425" y="2528"/>
                    <a:pt x="1917" y="2337"/>
                    <a:pt x="2211" y="2043"/>
                  </a:cubicBezTo>
                  <a:cubicBezTo>
                    <a:pt x="2678" y="1577"/>
                    <a:pt x="2678" y="818"/>
                    <a:pt x="2211" y="351"/>
                  </a:cubicBezTo>
                  <a:cubicBezTo>
                    <a:pt x="1978" y="118"/>
                    <a:pt x="1671" y="1"/>
                    <a:pt x="13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78"/>
            <p:cNvSpPr/>
            <p:nvPr/>
          </p:nvSpPr>
          <p:spPr>
            <a:xfrm>
              <a:off x="6539375" y="4002825"/>
              <a:ext cx="66950" cy="63200"/>
            </a:xfrm>
            <a:custGeom>
              <a:avLst/>
              <a:gdLst/>
              <a:ahLst/>
              <a:cxnLst/>
              <a:rect l="l" t="t" r="r" b="b"/>
              <a:pathLst>
                <a:path w="2678" h="2528" extrusionOk="0">
                  <a:moveTo>
                    <a:pt x="1314" y="1"/>
                  </a:moveTo>
                  <a:cubicBezTo>
                    <a:pt x="1007" y="1"/>
                    <a:pt x="701" y="118"/>
                    <a:pt x="468" y="351"/>
                  </a:cubicBezTo>
                  <a:cubicBezTo>
                    <a:pt x="1" y="818"/>
                    <a:pt x="1" y="1577"/>
                    <a:pt x="468" y="2043"/>
                  </a:cubicBezTo>
                  <a:cubicBezTo>
                    <a:pt x="761" y="2337"/>
                    <a:pt x="1252" y="2528"/>
                    <a:pt x="1691" y="2528"/>
                  </a:cubicBezTo>
                  <a:cubicBezTo>
                    <a:pt x="1968" y="2528"/>
                    <a:pt x="2224" y="2452"/>
                    <a:pt x="2398" y="2278"/>
                  </a:cubicBezTo>
                  <a:cubicBezTo>
                    <a:pt x="2591" y="2085"/>
                    <a:pt x="2678" y="1757"/>
                    <a:pt x="2633" y="1381"/>
                  </a:cubicBezTo>
                  <a:cubicBezTo>
                    <a:pt x="2588" y="992"/>
                    <a:pt x="2407" y="598"/>
                    <a:pt x="2160" y="351"/>
                  </a:cubicBezTo>
                  <a:cubicBezTo>
                    <a:pt x="1927" y="118"/>
                    <a:pt x="1620" y="1"/>
                    <a:pt x="13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78"/>
            <p:cNvSpPr/>
            <p:nvPr/>
          </p:nvSpPr>
          <p:spPr>
            <a:xfrm>
              <a:off x="6264300" y="3809300"/>
              <a:ext cx="423950" cy="476175"/>
            </a:xfrm>
            <a:custGeom>
              <a:avLst/>
              <a:gdLst/>
              <a:ahLst/>
              <a:cxnLst/>
              <a:rect l="l" t="t" r="r" b="b"/>
              <a:pathLst>
                <a:path w="16958" h="19047" extrusionOk="0">
                  <a:moveTo>
                    <a:pt x="4662" y="6571"/>
                  </a:moveTo>
                  <a:cubicBezTo>
                    <a:pt x="5263" y="6571"/>
                    <a:pt x="5864" y="6799"/>
                    <a:pt x="6324" y="7258"/>
                  </a:cubicBezTo>
                  <a:cubicBezTo>
                    <a:pt x="7249" y="8182"/>
                    <a:pt x="7240" y="9685"/>
                    <a:pt x="6303" y="10600"/>
                  </a:cubicBezTo>
                  <a:lnTo>
                    <a:pt x="6300" y="10600"/>
                  </a:lnTo>
                  <a:cubicBezTo>
                    <a:pt x="5791" y="11109"/>
                    <a:pt x="5014" y="11422"/>
                    <a:pt x="4268" y="11422"/>
                  </a:cubicBezTo>
                  <a:cubicBezTo>
                    <a:pt x="3705" y="11422"/>
                    <a:pt x="3154" y="11245"/>
                    <a:pt x="2744" y="10835"/>
                  </a:cubicBezTo>
                  <a:cubicBezTo>
                    <a:pt x="2301" y="10393"/>
                    <a:pt x="2094" y="9718"/>
                    <a:pt x="2181" y="8992"/>
                  </a:cubicBezTo>
                  <a:cubicBezTo>
                    <a:pt x="2256" y="8336"/>
                    <a:pt x="2548" y="7713"/>
                    <a:pt x="2982" y="7279"/>
                  </a:cubicBezTo>
                  <a:cubicBezTo>
                    <a:pt x="3442" y="6807"/>
                    <a:pt x="4052" y="6571"/>
                    <a:pt x="4662" y="6571"/>
                  </a:cubicBezTo>
                  <a:close/>
                  <a:moveTo>
                    <a:pt x="12317" y="6589"/>
                  </a:moveTo>
                  <a:cubicBezTo>
                    <a:pt x="12918" y="6589"/>
                    <a:pt x="13520" y="6818"/>
                    <a:pt x="13979" y="7276"/>
                  </a:cubicBezTo>
                  <a:cubicBezTo>
                    <a:pt x="14873" y="8173"/>
                    <a:pt x="15165" y="9884"/>
                    <a:pt x="14214" y="10835"/>
                  </a:cubicBezTo>
                  <a:cubicBezTo>
                    <a:pt x="13804" y="11245"/>
                    <a:pt x="13256" y="11422"/>
                    <a:pt x="12690" y="11422"/>
                  </a:cubicBezTo>
                  <a:cubicBezTo>
                    <a:pt x="11943" y="11422"/>
                    <a:pt x="11166" y="11109"/>
                    <a:pt x="10658" y="10600"/>
                  </a:cubicBezTo>
                  <a:cubicBezTo>
                    <a:pt x="9739" y="9682"/>
                    <a:pt x="9739" y="8194"/>
                    <a:pt x="10658" y="7276"/>
                  </a:cubicBezTo>
                  <a:cubicBezTo>
                    <a:pt x="11115" y="6818"/>
                    <a:pt x="11716" y="6589"/>
                    <a:pt x="12317" y="6589"/>
                  </a:cubicBezTo>
                  <a:close/>
                  <a:moveTo>
                    <a:pt x="8479" y="10841"/>
                  </a:moveTo>
                  <a:cubicBezTo>
                    <a:pt x="8669" y="10841"/>
                    <a:pt x="8858" y="10933"/>
                    <a:pt x="8971" y="11118"/>
                  </a:cubicBezTo>
                  <a:lnTo>
                    <a:pt x="10266" y="13238"/>
                  </a:lnTo>
                  <a:cubicBezTo>
                    <a:pt x="10435" y="13509"/>
                    <a:pt x="10347" y="13865"/>
                    <a:pt x="10076" y="14030"/>
                  </a:cubicBezTo>
                  <a:lnTo>
                    <a:pt x="10073" y="14030"/>
                  </a:lnTo>
                  <a:cubicBezTo>
                    <a:pt x="9980" y="14087"/>
                    <a:pt x="9877" y="14114"/>
                    <a:pt x="9775" y="14114"/>
                  </a:cubicBezTo>
                  <a:cubicBezTo>
                    <a:pt x="9582" y="14114"/>
                    <a:pt x="9393" y="14016"/>
                    <a:pt x="9284" y="13840"/>
                  </a:cubicBezTo>
                  <a:lnTo>
                    <a:pt x="8480" y="12522"/>
                  </a:lnTo>
                  <a:lnTo>
                    <a:pt x="7673" y="13840"/>
                  </a:lnTo>
                  <a:cubicBezTo>
                    <a:pt x="7565" y="14018"/>
                    <a:pt x="7376" y="14115"/>
                    <a:pt x="7182" y="14115"/>
                  </a:cubicBezTo>
                  <a:cubicBezTo>
                    <a:pt x="7079" y="14115"/>
                    <a:pt x="6975" y="14088"/>
                    <a:pt x="6881" y="14030"/>
                  </a:cubicBezTo>
                  <a:cubicBezTo>
                    <a:pt x="6610" y="13862"/>
                    <a:pt x="6526" y="13509"/>
                    <a:pt x="6692" y="13238"/>
                  </a:cubicBezTo>
                  <a:lnTo>
                    <a:pt x="7987" y="11118"/>
                  </a:lnTo>
                  <a:cubicBezTo>
                    <a:pt x="8100" y="10933"/>
                    <a:pt x="8289" y="10841"/>
                    <a:pt x="8479" y="10841"/>
                  </a:cubicBezTo>
                  <a:close/>
                  <a:moveTo>
                    <a:pt x="8474" y="1"/>
                  </a:moveTo>
                  <a:cubicBezTo>
                    <a:pt x="3801" y="1"/>
                    <a:pt x="1" y="3840"/>
                    <a:pt x="1" y="8553"/>
                  </a:cubicBezTo>
                  <a:lnTo>
                    <a:pt x="1" y="11856"/>
                  </a:lnTo>
                  <a:cubicBezTo>
                    <a:pt x="1" y="12883"/>
                    <a:pt x="449" y="13862"/>
                    <a:pt x="1229" y="14530"/>
                  </a:cubicBezTo>
                  <a:lnTo>
                    <a:pt x="2934" y="16000"/>
                  </a:lnTo>
                  <a:lnTo>
                    <a:pt x="2934" y="18472"/>
                  </a:lnTo>
                  <a:cubicBezTo>
                    <a:pt x="2934" y="18788"/>
                    <a:pt x="3193" y="19047"/>
                    <a:pt x="3512" y="19047"/>
                  </a:cubicBezTo>
                  <a:lnTo>
                    <a:pt x="5183" y="19047"/>
                  </a:lnTo>
                  <a:lnTo>
                    <a:pt x="5183" y="16536"/>
                  </a:lnTo>
                  <a:cubicBezTo>
                    <a:pt x="5192" y="16222"/>
                    <a:pt x="5448" y="15975"/>
                    <a:pt x="5761" y="15975"/>
                  </a:cubicBezTo>
                  <a:cubicBezTo>
                    <a:pt x="6071" y="15975"/>
                    <a:pt x="6327" y="16222"/>
                    <a:pt x="6336" y="16536"/>
                  </a:cubicBezTo>
                  <a:lnTo>
                    <a:pt x="6336" y="19047"/>
                  </a:lnTo>
                  <a:lnTo>
                    <a:pt x="7905" y="19047"/>
                  </a:lnTo>
                  <a:lnTo>
                    <a:pt x="7905" y="16536"/>
                  </a:lnTo>
                  <a:cubicBezTo>
                    <a:pt x="7905" y="16219"/>
                    <a:pt x="8161" y="15960"/>
                    <a:pt x="8480" y="15960"/>
                  </a:cubicBezTo>
                  <a:cubicBezTo>
                    <a:pt x="8797" y="15960"/>
                    <a:pt x="9056" y="16219"/>
                    <a:pt x="9056" y="16536"/>
                  </a:cubicBezTo>
                  <a:lnTo>
                    <a:pt x="9056" y="19047"/>
                  </a:lnTo>
                  <a:lnTo>
                    <a:pt x="10624" y="19047"/>
                  </a:lnTo>
                  <a:lnTo>
                    <a:pt x="10624" y="16536"/>
                  </a:lnTo>
                  <a:cubicBezTo>
                    <a:pt x="10630" y="16222"/>
                    <a:pt x="10886" y="15975"/>
                    <a:pt x="11200" y="15975"/>
                  </a:cubicBezTo>
                  <a:cubicBezTo>
                    <a:pt x="11513" y="15975"/>
                    <a:pt x="11766" y="16222"/>
                    <a:pt x="11775" y="16536"/>
                  </a:cubicBezTo>
                  <a:lnTo>
                    <a:pt x="11775" y="19047"/>
                  </a:lnTo>
                  <a:lnTo>
                    <a:pt x="13449" y="19047"/>
                  </a:lnTo>
                  <a:cubicBezTo>
                    <a:pt x="13765" y="19044"/>
                    <a:pt x="14024" y="18788"/>
                    <a:pt x="14024" y="18469"/>
                  </a:cubicBezTo>
                  <a:lnTo>
                    <a:pt x="14024" y="15997"/>
                  </a:lnTo>
                  <a:lnTo>
                    <a:pt x="15729" y="14530"/>
                  </a:lnTo>
                  <a:cubicBezTo>
                    <a:pt x="16508" y="13859"/>
                    <a:pt x="16957" y="12883"/>
                    <a:pt x="16957" y="11853"/>
                  </a:cubicBezTo>
                  <a:lnTo>
                    <a:pt x="16957" y="8462"/>
                  </a:lnTo>
                  <a:cubicBezTo>
                    <a:pt x="16948" y="3786"/>
                    <a:pt x="13154" y="1"/>
                    <a:pt x="84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8" name="Google Shape;818;p78"/>
          <p:cNvGrpSpPr/>
          <p:nvPr/>
        </p:nvGrpSpPr>
        <p:grpSpPr>
          <a:xfrm>
            <a:off x="2807871" y="4346770"/>
            <a:ext cx="340573" cy="339271"/>
            <a:chOff x="898875" y="4399275"/>
            <a:chExt cx="483700" cy="481850"/>
          </a:xfrm>
        </p:grpSpPr>
        <p:sp>
          <p:nvSpPr>
            <p:cNvPr id="819" name="Google Shape;819;p78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78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78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78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78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78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78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78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7" name="Google Shape;827;p78"/>
          <p:cNvGrpSpPr/>
          <p:nvPr/>
        </p:nvGrpSpPr>
        <p:grpSpPr>
          <a:xfrm>
            <a:off x="3889333" y="4362030"/>
            <a:ext cx="339253" cy="308765"/>
            <a:chOff x="1492675" y="4420975"/>
            <a:chExt cx="481825" cy="438525"/>
          </a:xfrm>
        </p:grpSpPr>
        <p:sp>
          <p:nvSpPr>
            <p:cNvPr id="828" name="Google Shape;828;p78"/>
            <p:cNvSpPr/>
            <p:nvPr/>
          </p:nvSpPr>
          <p:spPr>
            <a:xfrm>
              <a:off x="1841375" y="4649825"/>
              <a:ext cx="43325" cy="43300"/>
            </a:xfrm>
            <a:custGeom>
              <a:avLst/>
              <a:gdLst/>
              <a:ahLst/>
              <a:cxnLst/>
              <a:rect l="l" t="t" r="r" b="b"/>
              <a:pathLst>
                <a:path w="1733" h="1732" extrusionOk="0">
                  <a:moveTo>
                    <a:pt x="868" y="0"/>
                  </a:moveTo>
                  <a:cubicBezTo>
                    <a:pt x="389" y="0"/>
                    <a:pt x="1" y="386"/>
                    <a:pt x="1" y="865"/>
                  </a:cubicBezTo>
                  <a:cubicBezTo>
                    <a:pt x="1" y="1343"/>
                    <a:pt x="389" y="1732"/>
                    <a:pt x="868" y="1732"/>
                  </a:cubicBezTo>
                  <a:cubicBezTo>
                    <a:pt x="1347" y="1732"/>
                    <a:pt x="1732" y="1343"/>
                    <a:pt x="1732" y="865"/>
                  </a:cubicBezTo>
                  <a:cubicBezTo>
                    <a:pt x="1732" y="386"/>
                    <a:pt x="1347" y="0"/>
                    <a:pt x="8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78"/>
            <p:cNvSpPr/>
            <p:nvPr/>
          </p:nvSpPr>
          <p:spPr>
            <a:xfrm>
              <a:off x="1582425" y="4649825"/>
              <a:ext cx="43300" cy="43300"/>
            </a:xfrm>
            <a:custGeom>
              <a:avLst/>
              <a:gdLst/>
              <a:ahLst/>
              <a:cxnLst/>
              <a:rect l="l" t="t" r="r" b="b"/>
              <a:pathLst>
                <a:path w="1732" h="1732" extrusionOk="0">
                  <a:moveTo>
                    <a:pt x="864" y="0"/>
                  </a:moveTo>
                  <a:cubicBezTo>
                    <a:pt x="386" y="0"/>
                    <a:pt x="0" y="386"/>
                    <a:pt x="0" y="865"/>
                  </a:cubicBezTo>
                  <a:cubicBezTo>
                    <a:pt x="0" y="1343"/>
                    <a:pt x="386" y="1732"/>
                    <a:pt x="864" y="1732"/>
                  </a:cubicBezTo>
                  <a:cubicBezTo>
                    <a:pt x="1343" y="1732"/>
                    <a:pt x="1732" y="1343"/>
                    <a:pt x="1732" y="865"/>
                  </a:cubicBezTo>
                  <a:cubicBezTo>
                    <a:pt x="1732" y="386"/>
                    <a:pt x="1343" y="0"/>
                    <a:pt x="8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78"/>
            <p:cNvSpPr/>
            <p:nvPr/>
          </p:nvSpPr>
          <p:spPr>
            <a:xfrm>
              <a:off x="1492675" y="4420975"/>
              <a:ext cx="481825" cy="356475"/>
            </a:xfrm>
            <a:custGeom>
              <a:avLst/>
              <a:gdLst/>
              <a:ahLst/>
              <a:cxnLst/>
              <a:rect l="l" t="t" r="r" b="b"/>
              <a:pathLst>
                <a:path w="19273" h="14259" extrusionOk="0">
                  <a:moveTo>
                    <a:pt x="12783" y="1126"/>
                  </a:moveTo>
                  <a:cubicBezTo>
                    <a:pt x="14322" y="1126"/>
                    <a:pt x="15629" y="2382"/>
                    <a:pt x="15822" y="4047"/>
                  </a:cubicBezTo>
                  <a:cubicBezTo>
                    <a:pt x="15825" y="4065"/>
                    <a:pt x="15828" y="4083"/>
                    <a:pt x="15831" y="4099"/>
                  </a:cubicBezTo>
                  <a:lnTo>
                    <a:pt x="16198" y="5854"/>
                  </a:lnTo>
                  <a:lnTo>
                    <a:pt x="9381" y="5854"/>
                  </a:lnTo>
                  <a:lnTo>
                    <a:pt x="11672" y="4099"/>
                  </a:lnTo>
                  <a:cubicBezTo>
                    <a:pt x="11925" y="3909"/>
                    <a:pt x="11973" y="3550"/>
                    <a:pt x="11784" y="3301"/>
                  </a:cubicBezTo>
                  <a:cubicBezTo>
                    <a:pt x="11672" y="3157"/>
                    <a:pt x="11504" y="3082"/>
                    <a:pt x="11334" y="3082"/>
                  </a:cubicBezTo>
                  <a:cubicBezTo>
                    <a:pt x="11212" y="3082"/>
                    <a:pt x="11089" y="3121"/>
                    <a:pt x="10986" y="3201"/>
                  </a:cubicBezTo>
                  <a:lnTo>
                    <a:pt x="7598" y="5800"/>
                  </a:lnTo>
                  <a:cubicBezTo>
                    <a:pt x="7577" y="5818"/>
                    <a:pt x="7556" y="5836"/>
                    <a:pt x="7535" y="5854"/>
                  </a:cubicBezTo>
                  <a:lnTo>
                    <a:pt x="3072" y="5854"/>
                  </a:lnTo>
                  <a:lnTo>
                    <a:pt x="3440" y="4099"/>
                  </a:lnTo>
                  <a:cubicBezTo>
                    <a:pt x="3446" y="4083"/>
                    <a:pt x="3446" y="4065"/>
                    <a:pt x="3449" y="4047"/>
                  </a:cubicBezTo>
                  <a:cubicBezTo>
                    <a:pt x="3641" y="2382"/>
                    <a:pt x="4948" y="1126"/>
                    <a:pt x="6490" y="1126"/>
                  </a:cubicBezTo>
                  <a:close/>
                  <a:moveTo>
                    <a:pt x="11404" y="9606"/>
                  </a:moveTo>
                  <a:cubicBezTo>
                    <a:pt x="11718" y="9606"/>
                    <a:pt x="11967" y="9856"/>
                    <a:pt x="11967" y="10169"/>
                  </a:cubicBezTo>
                  <a:cubicBezTo>
                    <a:pt x="11967" y="10482"/>
                    <a:pt x="11718" y="10735"/>
                    <a:pt x="11404" y="10735"/>
                  </a:cubicBezTo>
                  <a:lnTo>
                    <a:pt x="7755" y="10735"/>
                  </a:lnTo>
                  <a:cubicBezTo>
                    <a:pt x="7442" y="10735"/>
                    <a:pt x="7189" y="10482"/>
                    <a:pt x="7189" y="10169"/>
                  </a:cubicBezTo>
                  <a:cubicBezTo>
                    <a:pt x="7189" y="9856"/>
                    <a:pt x="7442" y="9606"/>
                    <a:pt x="7755" y="9606"/>
                  </a:cubicBezTo>
                  <a:close/>
                  <a:moveTo>
                    <a:pt x="4457" y="8025"/>
                  </a:moveTo>
                  <a:cubicBezTo>
                    <a:pt x="5264" y="8025"/>
                    <a:pt x="5990" y="8510"/>
                    <a:pt x="6300" y="9254"/>
                  </a:cubicBezTo>
                  <a:cubicBezTo>
                    <a:pt x="6607" y="10001"/>
                    <a:pt x="6439" y="10859"/>
                    <a:pt x="5867" y="11428"/>
                  </a:cubicBezTo>
                  <a:cubicBezTo>
                    <a:pt x="5486" y="11811"/>
                    <a:pt x="4976" y="12014"/>
                    <a:pt x="4456" y="12014"/>
                  </a:cubicBezTo>
                  <a:cubicBezTo>
                    <a:pt x="4199" y="12014"/>
                    <a:pt x="3940" y="11964"/>
                    <a:pt x="3693" y="11862"/>
                  </a:cubicBezTo>
                  <a:cubicBezTo>
                    <a:pt x="2949" y="11554"/>
                    <a:pt x="2461" y="10826"/>
                    <a:pt x="2461" y="10019"/>
                  </a:cubicBezTo>
                  <a:cubicBezTo>
                    <a:pt x="2464" y="8920"/>
                    <a:pt x="3355" y="8025"/>
                    <a:pt x="4454" y="8025"/>
                  </a:cubicBezTo>
                  <a:close/>
                  <a:moveTo>
                    <a:pt x="14816" y="8025"/>
                  </a:moveTo>
                  <a:cubicBezTo>
                    <a:pt x="15915" y="8025"/>
                    <a:pt x="16810" y="8917"/>
                    <a:pt x="16810" y="10019"/>
                  </a:cubicBezTo>
                  <a:cubicBezTo>
                    <a:pt x="16810" y="10826"/>
                    <a:pt x="16325" y="11554"/>
                    <a:pt x="15578" y="11862"/>
                  </a:cubicBezTo>
                  <a:cubicBezTo>
                    <a:pt x="15332" y="11964"/>
                    <a:pt x="15073" y="12014"/>
                    <a:pt x="14816" y="12014"/>
                  </a:cubicBezTo>
                  <a:cubicBezTo>
                    <a:pt x="14297" y="12014"/>
                    <a:pt x="13786" y="11811"/>
                    <a:pt x="13404" y="11428"/>
                  </a:cubicBezTo>
                  <a:cubicBezTo>
                    <a:pt x="12835" y="10859"/>
                    <a:pt x="12663" y="10001"/>
                    <a:pt x="12973" y="9254"/>
                  </a:cubicBezTo>
                  <a:cubicBezTo>
                    <a:pt x="13280" y="8510"/>
                    <a:pt x="14009" y="8025"/>
                    <a:pt x="14816" y="8025"/>
                  </a:cubicBezTo>
                  <a:close/>
                  <a:moveTo>
                    <a:pt x="6490" y="0"/>
                  </a:moveTo>
                  <a:cubicBezTo>
                    <a:pt x="4385" y="0"/>
                    <a:pt x="2599" y="1671"/>
                    <a:pt x="2331" y="3894"/>
                  </a:cubicBezTo>
                  <a:lnTo>
                    <a:pt x="1907" y="5917"/>
                  </a:lnTo>
                  <a:cubicBezTo>
                    <a:pt x="799" y="6143"/>
                    <a:pt x="1" y="7119"/>
                    <a:pt x="1" y="8251"/>
                  </a:cubicBezTo>
                  <a:lnTo>
                    <a:pt x="1" y="11877"/>
                  </a:lnTo>
                  <a:cubicBezTo>
                    <a:pt x="1" y="13192"/>
                    <a:pt x="1064" y="14255"/>
                    <a:pt x="2380" y="14258"/>
                  </a:cubicBezTo>
                  <a:lnTo>
                    <a:pt x="16894" y="14258"/>
                  </a:lnTo>
                  <a:cubicBezTo>
                    <a:pt x="18207" y="14255"/>
                    <a:pt x="19270" y="13192"/>
                    <a:pt x="19273" y="11880"/>
                  </a:cubicBezTo>
                  <a:lnTo>
                    <a:pt x="19273" y="8251"/>
                  </a:lnTo>
                  <a:cubicBezTo>
                    <a:pt x="19270" y="7119"/>
                    <a:pt x="18472" y="6143"/>
                    <a:pt x="17364" y="5917"/>
                  </a:cubicBezTo>
                  <a:lnTo>
                    <a:pt x="16939" y="3894"/>
                  </a:lnTo>
                  <a:cubicBezTo>
                    <a:pt x="16671" y="1671"/>
                    <a:pt x="14885" y="0"/>
                    <a:pt x="12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78"/>
            <p:cNvSpPr/>
            <p:nvPr/>
          </p:nvSpPr>
          <p:spPr>
            <a:xfrm>
              <a:off x="154687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78"/>
            <p:cNvSpPr/>
            <p:nvPr/>
          </p:nvSpPr>
          <p:spPr>
            <a:xfrm>
              <a:off x="180132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3" name="Google Shape;833;p78"/>
          <p:cNvGrpSpPr/>
          <p:nvPr/>
        </p:nvGrpSpPr>
        <p:grpSpPr>
          <a:xfrm>
            <a:off x="3332549" y="4347445"/>
            <a:ext cx="342580" cy="337915"/>
            <a:chOff x="2084100" y="4400250"/>
            <a:chExt cx="486550" cy="479925"/>
          </a:xfrm>
        </p:grpSpPr>
        <p:sp>
          <p:nvSpPr>
            <p:cNvPr id="834" name="Google Shape;834;p78"/>
            <p:cNvSpPr/>
            <p:nvPr/>
          </p:nvSpPr>
          <p:spPr>
            <a:xfrm>
              <a:off x="2084100" y="4652250"/>
              <a:ext cx="105325" cy="90050"/>
            </a:xfrm>
            <a:custGeom>
              <a:avLst/>
              <a:gdLst/>
              <a:ahLst/>
              <a:cxnLst/>
              <a:rect l="l" t="t" r="r" b="b"/>
              <a:pathLst>
                <a:path w="4213" h="3602" extrusionOk="0">
                  <a:moveTo>
                    <a:pt x="2260" y="1"/>
                  </a:moveTo>
                  <a:cubicBezTo>
                    <a:pt x="2109" y="1"/>
                    <a:pt x="1966" y="60"/>
                    <a:pt x="1858" y="168"/>
                  </a:cubicBezTo>
                  <a:lnTo>
                    <a:pt x="259" y="1764"/>
                  </a:lnTo>
                  <a:cubicBezTo>
                    <a:pt x="0" y="2023"/>
                    <a:pt x="54" y="2457"/>
                    <a:pt x="367" y="2647"/>
                  </a:cubicBezTo>
                  <a:lnTo>
                    <a:pt x="1957" y="3601"/>
                  </a:lnTo>
                  <a:cubicBezTo>
                    <a:pt x="2078" y="3228"/>
                    <a:pt x="2274" y="2885"/>
                    <a:pt x="2533" y="2592"/>
                  </a:cubicBezTo>
                  <a:lnTo>
                    <a:pt x="4213" y="274"/>
                  </a:lnTo>
                  <a:lnTo>
                    <a:pt x="2337" y="6"/>
                  </a:lnTo>
                  <a:cubicBezTo>
                    <a:pt x="2311" y="2"/>
                    <a:pt x="2285" y="1"/>
                    <a:pt x="2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78"/>
            <p:cNvSpPr/>
            <p:nvPr/>
          </p:nvSpPr>
          <p:spPr>
            <a:xfrm>
              <a:off x="2372575" y="4644175"/>
              <a:ext cx="175875" cy="226275"/>
            </a:xfrm>
            <a:custGeom>
              <a:avLst/>
              <a:gdLst/>
              <a:ahLst/>
              <a:cxnLst/>
              <a:rect l="l" t="t" r="r" b="b"/>
              <a:pathLst>
                <a:path w="7035" h="9051" extrusionOk="0">
                  <a:moveTo>
                    <a:pt x="4469" y="1"/>
                  </a:moveTo>
                  <a:cubicBezTo>
                    <a:pt x="3981" y="467"/>
                    <a:pt x="3466" y="901"/>
                    <a:pt x="2927" y="1304"/>
                  </a:cubicBezTo>
                  <a:lnTo>
                    <a:pt x="0" y="3436"/>
                  </a:lnTo>
                  <a:lnTo>
                    <a:pt x="3406" y="8787"/>
                  </a:lnTo>
                  <a:cubicBezTo>
                    <a:pt x="3514" y="8960"/>
                    <a:pt x="3697" y="9050"/>
                    <a:pt x="3882" y="9050"/>
                  </a:cubicBezTo>
                  <a:cubicBezTo>
                    <a:pt x="4025" y="9050"/>
                    <a:pt x="4170" y="8996"/>
                    <a:pt x="4282" y="8884"/>
                  </a:cubicBezTo>
                  <a:cubicBezTo>
                    <a:pt x="5818" y="7348"/>
                    <a:pt x="5990" y="7173"/>
                    <a:pt x="6821" y="6345"/>
                  </a:cubicBezTo>
                  <a:cubicBezTo>
                    <a:pt x="7034" y="6125"/>
                    <a:pt x="7031" y="5773"/>
                    <a:pt x="6812" y="5553"/>
                  </a:cubicBezTo>
                  <a:cubicBezTo>
                    <a:pt x="6702" y="5444"/>
                    <a:pt x="6558" y="5389"/>
                    <a:pt x="6413" y="5389"/>
                  </a:cubicBezTo>
                  <a:cubicBezTo>
                    <a:pt x="6272" y="5389"/>
                    <a:pt x="6130" y="5441"/>
                    <a:pt x="6020" y="5547"/>
                  </a:cubicBezTo>
                  <a:lnTo>
                    <a:pt x="5800" y="5767"/>
                  </a:lnTo>
                  <a:lnTo>
                    <a:pt x="5201" y="3174"/>
                  </a:lnTo>
                  <a:lnTo>
                    <a:pt x="5920" y="2455"/>
                  </a:lnTo>
                  <a:cubicBezTo>
                    <a:pt x="6134" y="2232"/>
                    <a:pt x="6131" y="1880"/>
                    <a:pt x="5914" y="1663"/>
                  </a:cubicBezTo>
                  <a:cubicBezTo>
                    <a:pt x="5804" y="1551"/>
                    <a:pt x="5660" y="1496"/>
                    <a:pt x="5515" y="1496"/>
                  </a:cubicBezTo>
                  <a:cubicBezTo>
                    <a:pt x="5374" y="1496"/>
                    <a:pt x="5232" y="1548"/>
                    <a:pt x="5122" y="1654"/>
                  </a:cubicBezTo>
                  <a:lnTo>
                    <a:pt x="4903" y="1877"/>
                  </a:lnTo>
                  <a:lnTo>
                    <a:pt x="44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78"/>
            <p:cNvSpPr/>
            <p:nvPr/>
          </p:nvSpPr>
          <p:spPr>
            <a:xfrm>
              <a:off x="2093950" y="4419400"/>
              <a:ext cx="228500" cy="174750"/>
            </a:xfrm>
            <a:custGeom>
              <a:avLst/>
              <a:gdLst/>
              <a:ahLst/>
              <a:cxnLst/>
              <a:rect l="l" t="t" r="r" b="b"/>
              <a:pathLst>
                <a:path w="9140" h="6990" extrusionOk="0">
                  <a:moveTo>
                    <a:pt x="3194" y="1"/>
                  </a:moveTo>
                  <a:cubicBezTo>
                    <a:pt x="3049" y="1"/>
                    <a:pt x="2905" y="56"/>
                    <a:pt x="2795" y="166"/>
                  </a:cubicBezTo>
                  <a:lnTo>
                    <a:pt x="257" y="2704"/>
                  </a:lnTo>
                  <a:cubicBezTo>
                    <a:pt x="1" y="2960"/>
                    <a:pt x="46" y="3385"/>
                    <a:pt x="350" y="3580"/>
                  </a:cubicBezTo>
                  <a:lnTo>
                    <a:pt x="5707" y="6989"/>
                  </a:lnTo>
                  <a:lnTo>
                    <a:pt x="7824" y="4071"/>
                  </a:lnTo>
                  <a:cubicBezTo>
                    <a:pt x="8230" y="3526"/>
                    <a:pt x="8670" y="3008"/>
                    <a:pt x="9140" y="2517"/>
                  </a:cubicBezTo>
                  <a:lnTo>
                    <a:pt x="7264" y="2084"/>
                  </a:lnTo>
                  <a:lnTo>
                    <a:pt x="7484" y="1864"/>
                  </a:lnTo>
                  <a:cubicBezTo>
                    <a:pt x="7697" y="1641"/>
                    <a:pt x="7694" y="1289"/>
                    <a:pt x="7478" y="1072"/>
                  </a:cubicBezTo>
                  <a:cubicBezTo>
                    <a:pt x="7368" y="961"/>
                    <a:pt x="7223" y="905"/>
                    <a:pt x="7078" y="905"/>
                  </a:cubicBezTo>
                  <a:cubicBezTo>
                    <a:pt x="6937" y="905"/>
                    <a:pt x="6795" y="958"/>
                    <a:pt x="6686" y="1063"/>
                  </a:cubicBezTo>
                  <a:lnTo>
                    <a:pt x="5966" y="1786"/>
                  </a:lnTo>
                  <a:lnTo>
                    <a:pt x="3370" y="1186"/>
                  </a:lnTo>
                  <a:lnTo>
                    <a:pt x="3593" y="964"/>
                  </a:lnTo>
                  <a:cubicBezTo>
                    <a:pt x="3813" y="744"/>
                    <a:pt x="3813" y="385"/>
                    <a:pt x="3593" y="166"/>
                  </a:cubicBezTo>
                  <a:cubicBezTo>
                    <a:pt x="3483" y="56"/>
                    <a:pt x="3339" y="1"/>
                    <a:pt x="3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78"/>
            <p:cNvSpPr/>
            <p:nvPr/>
          </p:nvSpPr>
          <p:spPr>
            <a:xfrm>
              <a:off x="2224425" y="4777500"/>
              <a:ext cx="90425" cy="102675"/>
            </a:xfrm>
            <a:custGeom>
              <a:avLst/>
              <a:gdLst/>
              <a:ahLst/>
              <a:cxnLst/>
              <a:rect l="l" t="t" r="r" b="b"/>
              <a:pathLst>
                <a:path w="3617" h="4107" extrusionOk="0">
                  <a:moveTo>
                    <a:pt x="3324" y="0"/>
                  </a:moveTo>
                  <a:lnTo>
                    <a:pt x="846" y="1804"/>
                  </a:lnTo>
                  <a:cubicBezTo>
                    <a:pt x="638" y="1994"/>
                    <a:pt x="340" y="2144"/>
                    <a:pt x="0" y="2250"/>
                  </a:cubicBezTo>
                  <a:lnTo>
                    <a:pt x="949" y="3831"/>
                  </a:lnTo>
                  <a:cubicBezTo>
                    <a:pt x="1057" y="4011"/>
                    <a:pt x="1245" y="4106"/>
                    <a:pt x="1435" y="4106"/>
                  </a:cubicBezTo>
                  <a:cubicBezTo>
                    <a:pt x="1578" y="4106"/>
                    <a:pt x="1723" y="4052"/>
                    <a:pt x="1834" y="3939"/>
                  </a:cubicBezTo>
                  <a:lnTo>
                    <a:pt x="3430" y="2343"/>
                  </a:lnTo>
                  <a:cubicBezTo>
                    <a:pt x="3556" y="2217"/>
                    <a:pt x="3617" y="2039"/>
                    <a:pt x="3589" y="1864"/>
                  </a:cubicBezTo>
                  <a:lnTo>
                    <a:pt x="33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78"/>
            <p:cNvSpPr/>
            <p:nvPr/>
          </p:nvSpPr>
          <p:spPr>
            <a:xfrm>
              <a:off x="2454100" y="4400250"/>
              <a:ext cx="116550" cy="107300"/>
            </a:xfrm>
            <a:custGeom>
              <a:avLst/>
              <a:gdLst/>
              <a:ahLst/>
              <a:cxnLst/>
              <a:rect l="l" t="t" r="r" b="b"/>
              <a:pathLst>
                <a:path w="4662" h="4292" extrusionOk="0">
                  <a:moveTo>
                    <a:pt x="2188" y="0"/>
                  </a:moveTo>
                  <a:cubicBezTo>
                    <a:pt x="1911" y="0"/>
                    <a:pt x="1630" y="51"/>
                    <a:pt x="1361" y="155"/>
                  </a:cubicBezTo>
                  <a:cubicBezTo>
                    <a:pt x="1015" y="287"/>
                    <a:pt x="675" y="432"/>
                    <a:pt x="341" y="588"/>
                  </a:cubicBezTo>
                  <a:cubicBezTo>
                    <a:pt x="0" y="1600"/>
                    <a:pt x="265" y="2717"/>
                    <a:pt x="1021" y="3470"/>
                  </a:cubicBezTo>
                  <a:cubicBezTo>
                    <a:pt x="1558" y="4004"/>
                    <a:pt x="2275" y="4291"/>
                    <a:pt x="3007" y="4291"/>
                  </a:cubicBezTo>
                  <a:cubicBezTo>
                    <a:pt x="3307" y="4291"/>
                    <a:pt x="3609" y="4243"/>
                    <a:pt x="3903" y="4145"/>
                  </a:cubicBezTo>
                  <a:cubicBezTo>
                    <a:pt x="4060" y="3813"/>
                    <a:pt x="4204" y="3473"/>
                    <a:pt x="4337" y="3130"/>
                  </a:cubicBezTo>
                  <a:cubicBezTo>
                    <a:pt x="4662" y="2281"/>
                    <a:pt x="4457" y="1320"/>
                    <a:pt x="3816" y="676"/>
                  </a:cubicBezTo>
                  <a:cubicBezTo>
                    <a:pt x="3375" y="235"/>
                    <a:pt x="2787" y="0"/>
                    <a:pt x="21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78"/>
            <p:cNvSpPr/>
            <p:nvPr/>
          </p:nvSpPr>
          <p:spPr>
            <a:xfrm>
              <a:off x="2152975" y="4431500"/>
              <a:ext cx="381925" cy="377725"/>
            </a:xfrm>
            <a:custGeom>
              <a:avLst/>
              <a:gdLst/>
              <a:ahLst/>
              <a:cxnLst/>
              <a:rect l="l" t="t" r="r" b="b"/>
              <a:pathLst>
                <a:path w="15277" h="15109" extrusionOk="0">
                  <a:moveTo>
                    <a:pt x="11062" y="3658"/>
                  </a:moveTo>
                  <a:cubicBezTo>
                    <a:pt x="11207" y="3658"/>
                    <a:pt x="11353" y="3714"/>
                    <a:pt x="11464" y="3825"/>
                  </a:cubicBezTo>
                  <a:cubicBezTo>
                    <a:pt x="11681" y="4042"/>
                    <a:pt x="11684" y="4394"/>
                    <a:pt x="11470" y="4617"/>
                  </a:cubicBezTo>
                  <a:lnTo>
                    <a:pt x="9076" y="7011"/>
                  </a:lnTo>
                  <a:cubicBezTo>
                    <a:pt x="8965" y="7122"/>
                    <a:pt x="8820" y="7178"/>
                    <a:pt x="8675" y="7178"/>
                  </a:cubicBezTo>
                  <a:cubicBezTo>
                    <a:pt x="8530" y="7178"/>
                    <a:pt x="8385" y="7122"/>
                    <a:pt x="8275" y="7011"/>
                  </a:cubicBezTo>
                  <a:cubicBezTo>
                    <a:pt x="8055" y="6791"/>
                    <a:pt x="8055" y="6433"/>
                    <a:pt x="8275" y="6213"/>
                  </a:cubicBezTo>
                  <a:lnTo>
                    <a:pt x="10672" y="3816"/>
                  </a:lnTo>
                  <a:cubicBezTo>
                    <a:pt x="10781" y="3711"/>
                    <a:pt x="10921" y="3658"/>
                    <a:pt x="11062" y="3658"/>
                  </a:cubicBezTo>
                  <a:close/>
                  <a:moveTo>
                    <a:pt x="11136" y="1"/>
                  </a:moveTo>
                  <a:lnTo>
                    <a:pt x="11136" y="1"/>
                  </a:lnTo>
                  <a:cubicBezTo>
                    <a:pt x="9278" y="1079"/>
                    <a:pt x="7658" y="2524"/>
                    <a:pt x="6378" y="4253"/>
                  </a:cubicBezTo>
                  <a:lnTo>
                    <a:pt x="624" y="12169"/>
                  </a:lnTo>
                  <a:cubicBezTo>
                    <a:pt x="0" y="12877"/>
                    <a:pt x="15" y="13979"/>
                    <a:pt x="660" y="14623"/>
                  </a:cubicBezTo>
                  <a:cubicBezTo>
                    <a:pt x="992" y="14957"/>
                    <a:pt x="1464" y="15108"/>
                    <a:pt x="1921" y="15108"/>
                  </a:cubicBezTo>
                  <a:cubicBezTo>
                    <a:pt x="2351" y="15108"/>
                    <a:pt x="2767" y="14974"/>
                    <a:pt x="3039" y="14732"/>
                  </a:cubicBezTo>
                  <a:lnTo>
                    <a:pt x="11037" y="8905"/>
                  </a:lnTo>
                  <a:cubicBezTo>
                    <a:pt x="12759" y="7628"/>
                    <a:pt x="14201" y="6014"/>
                    <a:pt x="15276" y="4162"/>
                  </a:cubicBezTo>
                  <a:lnTo>
                    <a:pt x="15276" y="4162"/>
                  </a:lnTo>
                  <a:cubicBezTo>
                    <a:pt x="15201" y="4166"/>
                    <a:pt x="15126" y="4168"/>
                    <a:pt x="15052" y="4168"/>
                  </a:cubicBezTo>
                  <a:cubicBezTo>
                    <a:pt x="13942" y="4168"/>
                    <a:pt x="12979" y="3729"/>
                    <a:pt x="12265" y="3018"/>
                  </a:cubicBezTo>
                  <a:cubicBezTo>
                    <a:pt x="11446" y="2199"/>
                    <a:pt x="11076" y="1091"/>
                    <a:pt x="11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0" name="Google Shape;840;p78"/>
          <p:cNvGrpSpPr/>
          <p:nvPr/>
        </p:nvGrpSpPr>
        <p:grpSpPr>
          <a:xfrm>
            <a:off x="6154137" y="3349714"/>
            <a:ext cx="159039" cy="339253"/>
            <a:chOff x="4584850" y="4399275"/>
            <a:chExt cx="225875" cy="481825"/>
          </a:xfrm>
        </p:grpSpPr>
        <p:sp>
          <p:nvSpPr>
            <p:cNvPr id="841" name="Google Shape;841;p78"/>
            <p:cNvSpPr/>
            <p:nvPr/>
          </p:nvSpPr>
          <p:spPr>
            <a:xfrm>
              <a:off x="4655400" y="4399275"/>
              <a:ext cx="84700" cy="84725"/>
            </a:xfrm>
            <a:custGeom>
              <a:avLst/>
              <a:gdLst/>
              <a:ahLst/>
              <a:cxnLst/>
              <a:rect l="l" t="t" r="r" b="b"/>
              <a:pathLst>
                <a:path w="3388" h="3389" extrusionOk="0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78"/>
            <p:cNvSpPr/>
            <p:nvPr/>
          </p:nvSpPr>
          <p:spPr>
            <a:xfrm>
              <a:off x="4584850" y="4512200"/>
              <a:ext cx="225875" cy="368900"/>
            </a:xfrm>
            <a:custGeom>
              <a:avLst/>
              <a:gdLst/>
              <a:ahLst/>
              <a:cxnLst/>
              <a:rect l="l" t="t" r="r" b="b"/>
              <a:pathLst>
                <a:path w="9035" h="14756" extrusionOk="0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3" name="Google Shape;843;p78"/>
          <p:cNvGrpSpPr/>
          <p:nvPr/>
        </p:nvGrpSpPr>
        <p:grpSpPr>
          <a:xfrm>
            <a:off x="8229686" y="3856083"/>
            <a:ext cx="339411" cy="337193"/>
            <a:chOff x="3863900" y="4993625"/>
            <a:chExt cx="482050" cy="478900"/>
          </a:xfrm>
        </p:grpSpPr>
        <p:sp>
          <p:nvSpPr>
            <p:cNvPr id="844" name="Google Shape;844;p78"/>
            <p:cNvSpPr/>
            <p:nvPr/>
          </p:nvSpPr>
          <p:spPr>
            <a:xfrm>
              <a:off x="3877525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78"/>
            <p:cNvSpPr/>
            <p:nvPr/>
          </p:nvSpPr>
          <p:spPr>
            <a:xfrm>
              <a:off x="4113750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6" y="2202"/>
                  </a:lnTo>
                  <a:lnTo>
                    <a:pt x="4836" y="4680"/>
                  </a:lnTo>
                  <a:cubicBezTo>
                    <a:pt x="4836" y="4993"/>
                    <a:pt x="4584" y="5246"/>
                    <a:pt x="4270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0" y="4593"/>
                  </a:lnTo>
                  <a:lnTo>
                    <a:pt x="0" y="13566"/>
                  </a:lnTo>
                  <a:cubicBezTo>
                    <a:pt x="12" y="13560"/>
                    <a:pt x="24" y="13557"/>
                    <a:pt x="37" y="13551"/>
                  </a:cubicBezTo>
                  <a:lnTo>
                    <a:pt x="8552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78"/>
            <p:cNvSpPr/>
            <p:nvPr/>
          </p:nvSpPr>
          <p:spPr>
            <a:xfrm>
              <a:off x="3998800" y="4993625"/>
              <a:ext cx="334125" cy="168500"/>
            </a:xfrm>
            <a:custGeom>
              <a:avLst/>
              <a:gdLst/>
              <a:ahLst/>
              <a:cxnLst/>
              <a:rect l="l" t="t" r="r" b="b"/>
              <a:pathLst>
                <a:path w="13365" h="6740" extrusionOk="0">
                  <a:moveTo>
                    <a:pt x="4045" y="1"/>
                  </a:moveTo>
                  <a:cubicBezTo>
                    <a:pt x="3833" y="1"/>
                    <a:pt x="3623" y="51"/>
                    <a:pt x="3430" y="151"/>
                  </a:cubicBezTo>
                  <a:lnTo>
                    <a:pt x="0" y="1970"/>
                  </a:lnTo>
                  <a:lnTo>
                    <a:pt x="9013" y="6740"/>
                  </a:lnTo>
                  <a:lnTo>
                    <a:pt x="13364" y="4587"/>
                  </a:lnTo>
                  <a:cubicBezTo>
                    <a:pt x="13298" y="4536"/>
                    <a:pt x="13226" y="4491"/>
                    <a:pt x="13150" y="4454"/>
                  </a:cubicBezTo>
                  <a:lnTo>
                    <a:pt x="4638" y="139"/>
                  </a:lnTo>
                  <a:lnTo>
                    <a:pt x="4635" y="139"/>
                  </a:lnTo>
                  <a:cubicBezTo>
                    <a:pt x="4448" y="47"/>
                    <a:pt x="4246" y="1"/>
                    <a:pt x="40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78"/>
            <p:cNvSpPr/>
            <p:nvPr/>
          </p:nvSpPr>
          <p:spPr>
            <a:xfrm>
              <a:off x="3863900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8" name="Google Shape;848;p78"/>
          <p:cNvGrpSpPr/>
          <p:nvPr/>
        </p:nvGrpSpPr>
        <p:grpSpPr>
          <a:xfrm>
            <a:off x="7708381" y="3856083"/>
            <a:ext cx="339411" cy="337193"/>
            <a:chOff x="4456725" y="4993625"/>
            <a:chExt cx="482050" cy="478900"/>
          </a:xfrm>
        </p:grpSpPr>
        <p:sp>
          <p:nvSpPr>
            <p:cNvPr id="849" name="Google Shape;849;p78"/>
            <p:cNvSpPr/>
            <p:nvPr/>
          </p:nvSpPr>
          <p:spPr>
            <a:xfrm>
              <a:off x="4470350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2" y="1913"/>
                    <a:pt x="1" y="1952"/>
                  </a:cubicBezTo>
                  <a:lnTo>
                    <a:pt x="8893" y="6589"/>
                  </a:lnTo>
                  <a:lnTo>
                    <a:pt x="12618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78"/>
            <p:cNvSpPr/>
            <p:nvPr/>
          </p:nvSpPr>
          <p:spPr>
            <a:xfrm>
              <a:off x="4706575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5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8" y="5246"/>
                    <a:pt x="3708" y="4993"/>
                    <a:pt x="3708" y="4680"/>
                  </a:cubicBezTo>
                  <a:lnTo>
                    <a:pt x="3708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5" y="9010"/>
                    <a:pt x="9288" y="8550"/>
                    <a:pt x="9288" y="8047"/>
                  </a:cubicBezTo>
                  <a:lnTo>
                    <a:pt x="9288" y="52"/>
                  </a:lnTo>
                  <a:cubicBezTo>
                    <a:pt x="9288" y="34"/>
                    <a:pt x="9288" y="19"/>
                    <a:pt x="9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78"/>
            <p:cNvSpPr/>
            <p:nvPr/>
          </p:nvSpPr>
          <p:spPr>
            <a:xfrm>
              <a:off x="4591625" y="4993625"/>
              <a:ext cx="334125" cy="168500"/>
            </a:xfrm>
            <a:custGeom>
              <a:avLst/>
              <a:gdLst/>
              <a:ahLst/>
              <a:cxnLst/>
              <a:rect l="l" t="t" r="r" b="b"/>
              <a:pathLst>
                <a:path w="13365" h="6740" extrusionOk="0">
                  <a:moveTo>
                    <a:pt x="4045" y="1"/>
                  </a:moveTo>
                  <a:cubicBezTo>
                    <a:pt x="3834" y="1"/>
                    <a:pt x="3623" y="51"/>
                    <a:pt x="3431" y="151"/>
                  </a:cubicBezTo>
                  <a:lnTo>
                    <a:pt x="1" y="1970"/>
                  </a:lnTo>
                  <a:lnTo>
                    <a:pt x="9013" y="6740"/>
                  </a:lnTo>
                  <a:lnTo>
                    <a:pt x="13365" y="4587"/>
                  </a:lnTo>
                  <a:cubicBezTo>
                    <a:pt x="13298" y="4536"/>
                    <a:pt x="13226" y="4491"/>
                    <a:pt x="13151" y="4454"/>
                  </a:cubicBezTo>
                  <a:lnTo>
                    <a:pt x="4638" y="139"/>
                  </a:lnTo>
                  <a:lnTo>
                    <a:pt x="4635" y="139"/>
                  </a:lnTo>
                  <a:cubicBezTo>
                    <a:pt x="4448" y="47"/>
                    <a:pt x="4247" y="1"/>
                    <a:pt x="40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78"/>
            <p:cNvSpPr/>
            <p:nvPr/>
          </p:nvSpPr>
          <p:spPr>
            <a:xfrm>
              <a:off x="4456725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3277" y="4449"/>
                  </a:moveTo>
                  <a:cubicBezTo>
                    <a:pt x="3465" y="4449"/>
                    <a:pt x="3649" y="4542"/>
                    <a:pt x="3756" y="4713"/>
                  </a:cubicBezTo>
                  <a:lnTo>
                    <a:pt x="4632" y="6104"/>
                  </a:lnTo>
                  <a:lnTo>
                    <a:pt x="5559" y="5719"/>
                  </a:lnTo>
                  <a:cubicBezTo>
                    <a:pt x="5634" y="5686"/>
                    <a:pt x="5712" y="5670"/>
                    <a:pt x="5788" y="5670"/>
                  </a:cubicBezTo>
                  <a:cubicBezTo>
                    <a:pt x="6008" y="5670"/>
                    <a:pt x="6217" y="5800"/>
                    <a:pt x="6306" y="6017"/>
                  </a:cubicBezTo>
                  <a:cubicBezTo>
                    <a:pt x="6430" y="6309"/>
                    <a:pt x="6288" y="6643"/>
                    <a:pt x="5993" y="6761"/>
                  </a:cubicBezTo>
                  <a:lnTo>
                    <a:pt x="5243" y="7074"/>
                  </a:lnTo>
                  <a:lnTo>
                    <a:pt x="6032" y="8324"/>
                  </a:lnTo>
                  <a:cubicBezTo>
                    <a:pt x="6198" y="8586"/>
                    <a:pt x="6116" y="8935"/>
                    <a:pt x="5855" y="9101"/>
                  </a:cubicBezTo>
                  <a:cubicBezTo>
                    <a:pt x="5761" y="9160"/>
                    <a:pt x="5656" y="9189"/>
                    <a:pt x="5553" y="9189"/>
                  </a:cubicBezTo>
                  <a:cubicBezTo>
                    <a:pt x="5365" y="9189"/>
                    <a:pt x="5181" y="9095"/>
                    <a:pt x="5075" y="8926"/>
                  </a:cubicBezTo>
                  <a:lnTo>
                    <a:pt x="4186" y="7514"/>
                  </a:lnTo>
                  <a:lnTo>
                    <a:pt x="3310" y="7881"/>
                  </a:lnTo>
                  <a:cubicBezTo>
                    <a:pt x="3241" y="7908"/>
                    <a:pt x="3168" y="7923"/>
                    <a:pt x="3093" y="7923"/>
                  </a:cubicBezTo>
                  <a:cubicBezTo>
                    <a:pt x="2825" y="7923"/>
                    <a:pt x="2593" y="7733"/>
                    <a:pt x="2539" y="7471"/>
                  </a:cubicBezTo>
                  <a:cubicBezTo>
                    <a:pt x="2488" y="7206"/>
                    <a:pt x="2626" y="6941"/>
                    <a:pt x="2876" y="6839"/>
                  </a:cubicBezTo>
                  <a:lnTo>
                    <a:pt x="3575" y="6547"/>
                  </a:lnTo>
                  <a:lnTo>
                    <a:pt x="2801" y="5315"/>
                  </a:lnTo>
                  <a:cubicBezTo>
                    <a:pt x="2632" y="5050"/>
                    <a:pt x="2714" y="4701"/>
                    <a:pt x="2976" y="4535"/>
                  </a:cubicBezTo>
                  <a:cubicBezTo>
                    <a:pt x="3070" y="4477"/>
                    <a:pt x="3174" y="4449"/>
                    <a:pt x="3277" y="4449"/>
                  </a:cubicBezTo>
                  <a:close/>
                  <a:moveTo>
                    <a:pt x="7" y="1"/>
                  </a:moveTo>
                  <a:cubicBezTo>
                    <a:pt x="4" y="25"/>
                    <a:pt x="1" y="52"/>
                    <a:pt x="1" y="76"/>
                  </a:cubicBezTo>
                  <a:lnTo>
                    <a:pt x="1" y="8095"/>
                  </a:lnTo>
                  <a:cubicBezTo>
                    <a:pt x="1" y="8589"/>
                    <a:pt x="275" y="9043"/>
                    <a:pt x="714" y="9269"/>
                  </a:cubicBezTo>
                  <a:lnTo>
                    <a:pt x="8821" y="13572"/>
                  </a:lnTo>
                  <a:lnTo>
                    <a:pt x="8827" y="13575"/>
                  </a:lnTo>
                  <a:lnTo>
                    <a:pt x="8866" y="13596"/>
                  </a:lnTo>
                  <a:lnTo>
                    <a:pt x="8866" y="4620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3" name="Google Shape;853;p78"/>
          <p:cNvGrpSpPr/>
          <p:nvPr/>
        </p:nvGrpSpPr>
        <p:grpSpPr>
          <a:xfrm>
            <a:off x="7166616" y="3856066"/>
            <a:ext cx="339411" cy="337211"/>
            <a:chOff x="5049575" y="4993600"/>
            <a:chExt cx="482050" cy="478925"/>
          </a:xfrm>
        </p:grpSpPr>
        <p:sp>
          <p:nvSpPr>
            <p:cNvPr id="854" name="Google Shape;854;p78"/>
            <p:cNvSpPr/>
            <p:nvPr/>
          </p:nvSpPr>
          <p:spPr>
            <a:xfrm>
              <a:off x="5063200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78"/>
            <p:cNvSpPr/>
            <p:nvPr/>
          </p:nvSpPr>
          <p:spPr>
            <a:xfrm>
              <a:off x="5299425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78"/>
            <p:cNvSpPr/>
            <p:nvPr/>
          </p:nvSpPr>
          <p:spPr>
            <a:xfrm>
              <a:off x="5184475" y="4993600"/>
              <a:ext cx="334125" cy="168525"/>
            </a:xfrm>
            <a:custGeom>
              <a:avLst/>
              <a:gdLst/>
              <a:ahLst/>
              <a:cxnLst/>
              <a:rect l="l" t="t" r="r" b="b"/>
              <a:pathLst>
                <a:path w="13365" h="6741" extrusionOk="0">
                  <a:moveTo>
                    <a:pt x="4040" y="0"/>
                  </a:moveTo>
                  <a:cubicBezTo>
                    <a:pt x="3830" y="0"/>
                    <a:pt x="3621" y="50"/>
                    <a:pt x="3430" y="149"/>
                  </a:cubicBezTo>
                  <a:lnTo>
                    <a:pt x="0" y="1971"/>
                  </a:lnTo>
                  <a:lnTo>
                    <a:pt x="9013" y="6741"/>
                  </a:lnTo>
                  <a:lnTo>
                    <a:pt x="13364" y="4588"/>
                  </a:lnTo>
                  <a:cubicBezTo>
                    <a:pt x="13298" y="4537"/>
                    <a:pt x="13226" y="4492"/>
                    <a:pt x="13151" y="4455"/>
                  </a:cubicBezTo>
                  <a:lnTo>
                    <a:pt x="4638" y="140"/>
                  </a:lnTo>
                  <a:lnTo>
                    <a:pt x="4635" y="140"/>
                  </a:lnTo>
                  <a:cubicBezTo>
                    <a:pt x="4446" y="47"/>
                    <a:pt x="4243" y="0"/>
                    <a:pt x="4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78"/>
            <p:cNvSpPr/>
            <p:nvPr/>
          </p:nvSpPr>
          <p:spPr>
            <a:xfrm>
              <a:off x="5049575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5803" y="5648"/>
                  </a:moveTo>
                  <a:cubicBezTo>
                    <a:pt x="5997" y="5648"/>
                    <a:pt x="6186" y="5748"/>
                    <a:pt x="6291" y="5927"/>
                  </a:cubicBezTo>
                  <a:cubicBezTo>
                    <a:pt x="6450" y="6195"/>
                    <a:pt x="6360" y="6541"/>
                    <a:pt x="6092" y="6701"/>
                  </a:cubicBezTo>
                  <a:lnTo>
                    <a:pt x="3843" y="8016"/>
                  </a:lnTo>
                  <a:lnTo>
                    <a:pt x="3834" y="8023"/>
                  </a:lnTo>
                  <a:lnTo>
                    <a:pt x="3831" y="8026"/>
                  </a:lnTo>
                  <a:lnTo>
                    <a:pt x="3818" y="8029"/>
                  </a:lnTo>
                  <a:cubicBezTo>
                    <a:pt x="3812" y="8032"/>
                    <a:pt x="3806" y="8035"/>
                    <a:pt x="3800" y="8038"/>
                  </a:cubicBezTo>
                  <a:lnTo>
                    <a:pt x="3785" y="8047"/>
                  </a:lnTo>
                  <a:lnTo>
                    <a:pt x="3767" y="8053"/>
                  </a:lnTo>
                  <a:lnTo>
                    <a:pt x="3752" y="8059"/>
                  </a:lnTo>
                  <a:lnTo>
                    <a:pt x="3734" y="8065"/>
                  </a:lnTo>
                  <a:lnTo>
                    <a:pt x="3716" y="8071"/>
                  </a:lnTo>
                  <a:lnTo>
                    <a:pt x="3698" y="8077"/>
                  </a:lnTo>
                  <a:cubicBezTo>
                    <a:pt x="3692" y="8077"/>
                    <a:pt x="3686" y="8080"/>
                    <a:pt x="3680" y="8080"/>
                  </a:cubicBezTo>
                  <a:cubicBezTo>
                    <a:pt x="3671" y="8083"/>
                    <a:pt x="3668" y="8083"/>
                    <a:pt x="3665" y="8083"/>
                  </a:cubicBezTo>
                  <a:lnTo>
                    <a:pt x="3641" y="8089"/>
                  </a:lnTo>
                  <a:lnTo>
                    <a:pt x="3629" y="8089"/>
                  </a:lnTo>
                  <a:cubicBezTo>
                    <a:pt x="3620" y="8089"/>
                    <a:pt x="3611" y="8092"/>
                    <a:pt x="3602" y="8092"/>
                  </a:cubicBezTo>
                  <a:lnTo>
                    <a:pt x="3484" y="8092"/>
                  </a:lnTo>
                  <a:lnTo>
                    <a:pt x="3466" y="8089"/>
                  </a:lnTo>
                  <a:cubicBezTo>
                    <a:pt x="3460" y="8089"/>
                    <a:pt x="3454" y="8086"/>
                    <a:pt x="3448" y="8086"/>
                  </a:cubicBezTo>
                  <a:cubicBezTo>
                    <a:pt x="3442" y="8083"/>
                    <a:pt x="3436" y="8083"/>
                    <a:pt x="3433" y="8080"/>
                  </a:cubicBezTo>
                  <a:lnTo>
                    <a:pt x="3412" y="8077"/>
                  </a:lnTo>
                  <a:cubicBezTo>
                    <a:pt x="3406" y="8077"/>
                    <a:pt x="3403" y="8074"/>
                    <a:pt x="3397" y="8071"/>
                  </a:cubicBezTo>
                  <a:lnTo>
                    <a:pt x="3376" y="8065"/>
                  </a:lnTo>
                  <a:lnTo>
                    <a:pt x="3361" y="8062"/>
                  </a:lnTo>
                  <a:lnTo>
                    <a:pt x="3343" y="8053"/>
                  </a:lnTo>
                  <a:lnTo>
                    <a:pt x="3328" y="8047"/>
                  </a:lnTo>
                  <a:lnTo>
                    <a:pt x="3310" y="8038"/>
                  </a:lnTo>
                  <a:lnTo>
                    <a:pt x="3295" y="8032"/>
                  </a:lnTo>
                  <a:cubicBezTo>
                    <a:pt x="3289" y="8029"/>
                    <a:pt x="3282" y="8026"/>
                    <a:pt x="3276" y="8019"/>
                  </a:cubicBezTo>
                  <a:lnTo>
                    <a:pt x="3261" y="8013"/>
                  </a:lnTo>
                  <a:lnTo>
                    <a:pt x="3246" y="8001"/>
                  </a:lnTo>
                  <a:cubicBezTo>
                    <a:pt x="3240" y="7998"/>
                    <a:pt x="3237" y="7995"/>
                    <a:pt x="3231" y="7992"/>
                  </a:cubicBezTo>
                  <a:lnTo>
                    <a:pt x="3216" y="7980"/>
                  </a:lnTo>
                  <a:cubicBezTo>
                    <a:pt x="3210" y="7977"/>
                    <a:pt x="3207" y="7974"/>
                    <a:pt x="3201" y="7968"/>
                  </a:cubicBezTo>
                  <a:cubicBezTo>
                    <a:pt x="3198" y="7965"/>
                    <a:pt x="3192" y="7962"/>
                    <a:pt x="3186" y="7956"/>
                  </a:cubicBezTo>
                  <a:lnTo>
                    <a:pt x="3174" y="7944"/>
                  </a:lnTo>
                  <a:lnTo>
                    <a:pt x="3159" y="7932"/>
                  </a:lnTo>
                  <a:lnTo>
                    <a:pt x="3147" y="7917"/>
                  </a:lnTo>
                  <a:cubicBezTo>
                    <a:pt x="3141" y="7914"/>
                    <a:pt x="3138" y="7908"/>
                    <a:pt x="3135" y="7905"/>
                  </a:cubicBezTo>
                  <a:lnTo>
                    <a:pt x="3120" y="7890"/>
                  </a:lnTo>
                  <a:lnTo>
                    <a:pt x="3111" y="7875"/>
                  </a:lnTo>
                  <a:cubicBezTo>
                    <a:pt x="3105" y="7869"/>
                    <a:pt x="3102" y="7863"/>
                    <a:pt x="3096" y="7857"/>
                  </a:cubicBezTo>
                  <a:lnTo>
                    <a:pt x="3087" y="7845"/>
                  </a:lnTo>
                  <a:lnTo>
                    <a:pt x="3075" y="7827"/>
                  </a:lnTo>
                  <a:lnTo>
                    <a:pt x="3069" y="7815"/>
                  </a:lnTo>
                  <a:lnTo>
                    <a:pt x="3069" y="7812"/>
                  </a:lnTo>
                  <a:lnTo>
                    <a:pt x="3063" y="7803"/>
                  </a:lnTo>
                  <a:lnTo>
                    <a:pt x="2415" y="6631"/>
                  </a:lnTo>
                  <a:cubicBezTo>
                    <a:pt x="2265" y="6357"/>
                    <a:pt x="2367" y="6014"/>
                    <a:pt x="2641" y="5863"/>
                  </a:cubicBezTo>
                  <a:lnTo>
                    <a:pt x="2635" y="5863"/>
                  </a:lnTo>
                  <a:cubicBezTo>
                    <a:pt x="2722" y="5816"/>
                    <a:pt x="2815" y="5793"/>
                    <a:pt x="2908" y="5793"/>
                  </a:cubicBezTo>
                  <a:cubicBezTo>
                    <a:pt x="3107" y="5793"/>
                    <a:pt x="3300" y="5899"/>
                    <a:pt x="3403" y="6086"/>
                  </a:cubicBezTo>
                  <a:lnTo>
                    <a:pt x="3770" y="6752"/>
                  </a:lnTo>
                  <a:lnTo>
                    <a:pt x="5520" y="5725"/>
                  </a:lnTo>
                  <a:cubicBezTo>
                    <a:pt x="5609" y="5673"/>
                    <a:pt x="5707" y="5648"/>
                    <a:pt x="5803" y="5648"/>
                  </a:cubicBezTo>
                  <a:close/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8" name="Google Shape;858;p78"/>
          <p:cNvSpPr txBox="1"/>
          <p:nvPr/>
        </p:nvSpPr>
        <p:spPr>
          <a:xfrm>
            <a:off x="1653094" y="1021669"/>
            <a:ext cx="5838000" cy="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Você pode </a:t>
            </a:r>
            <a:r>
              <a:rPr lang="pt-BR" sz="1200" b="1" i="0" u="none" strike="noStrike" cap="none">
                <a:solidFill>
                  <a:srgbClr val="FB6B00"/>
                </a:solidFill>
                <a:latin typeface="DM Sans"/>
                <a:ea typeface="DM Sans"/>
                <a:cs typeface="DM Sans"/>
                <a:sym typeface="DM Sans"/>
              </a:rPr>
              <a:t>ajustar os ícones </a:t>
            </a:r>
            <a:r>
              <a:rPr lang="pt-BR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facilmente mantendo a qualidade. </a:t>
            </a:r>
            <a:endParaRPr sz="12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Ao </a:t>
            </a:r>
            <a:r>
              <a:rPr lang="pt-BR" sz="1200" b="1" i="0" u="none" strike="noStrike" cap="none">
                <a:solidFill>
                  <a:srgbClr val="FB6B00"/>
                </a:solidFill>
                <a:latin typeface="DM Sans"/>
                <a:ea typeface="DM Sans"/>
                <a:cs typeface="DM Sans"/>
                <a:sym typeface="DM Sans"/>
              </a:rPr>
              <a:t>mudar a cor</a:t>
            </a:r>
            <a:r>
              <a:rPr lang="pt-BR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lembre-se de seguir a paleta de cores e caso precise de algum ícone que não se encontra nessas cartelas, mantenha o padrão visual de utilizar apenas </a:t>
            </a:r>
            <a:r>
              <a:rPr lang="pt-BR" sz="1200" b="1" i="0" u="none" strike="noStrike" cap="none">
                <a:solidFill>
                  <a:srgbClr val="FB6B00"/>
                </a:solidFill>
                <a:latin typeface="DM Sans"/>
                <a:ea typeface="DM Sans"/>
                <a:cs typeface="DM Sans"/>
                <a:sym typeface="DM Sans"/>
              </a:rPr>
              <a:t>ícones preenchidos.</a:t>
            </a:r>
            <a:endParaRPr sz="1100" b="1" i="0" u="none" strike="noStrike" cap="none">
              <a:solidFill>
                <a:srgbClr val="435D7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9" name="Google Shape;859;p78"/>
          <p:cNvSpPr txBox="1"/>
          <p:nvPr/>
        </p:nvSpPr>
        <p:spPr>
          <a:xfrm>
            <a:off x="2989800" y="357450"/>
            <a:ext cx="31644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Ícones editáveis</a:t>
            </a:r>
            <a:endParaRPr sz="2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60" name="Google Shape;860;p78"/>
          <p:cNvGrpSpPr/>
          <p:nvPr/>
        </p:nvGrpSpPr>
        <p:grpSpPr>
          <a:xfrm>
            <a:off x="1123575" y="2367899"/>
            <a:ext cx="313868" cy="307836"/>
            <a:chOff x="2975545" y="4202685"/>
            <a:chExt cx="313868" cy="307836"/>
          </a:xfrm>
        </p:grpSpPr>
        <p:sp>
          <p:nvSpPr>
            <p:cNvPr id="861" name="Google Shape;861;p78"/>
            <p:cNvSpPr/>
            <p:nvPr/>
          </p:nvSpPr>
          <p:spPr>
            <a:xfrm>
              <a:off x="3190820" y="4308453"/>
              <a:ext cx="98593" cy="90315"/>
            </a:xfrm>
            <a:custGeom>
              <a:avLst/>
              <a:gdLst/>
              <a:ahLst/>
              <a:cxnLst/>
              <a:rect l="l" t="t" r="r" b="b"/>
              <a:pathLst>
                <a:path w="1995" h="1841" extrusionOk="0">
                  <a:moveTo>
                    <a:pt x="258" y="0"/>
                  </a:moveTo>
                  <a:cubicBezTo>
                    <a:pt x="117" y="0"/>
                    <a:pt x="0" y="179"/>
                    <a:pt x="125" y="315"/>
                  </a:cubicBezTo>
                  <a:lnTo>
                    <a:pt x="737" y="913"/>
                  </a:lnTo>
                  <a:lnTo>
                    <a:pt x="125" y="1525"/>
                  </a:lnTo>
                  <a:cubicBezTo>
                    <a:pt x="0" y="1661"/>
                    <a:pt x="125" y="1840"/>
                    <a:pt x="264" y="1840"/>
                  </a:cubicBezTo>
                  <a:cubicBezTo>
                    <a:pt x="309" y="1840"/>
                    <a:pt x="354" y="1822"/>
                    <a:pt x="394" y="1779"/>
                  </a:cubicBezTo>
                  <a:lnTo>
                    <a:pt x="991" y="1182"/>
                  </a:lnTo>
                  <a:lnTo>
                    <a:pt x="1604" y="1779"/>
                  </a:lnTo>
                  <a:cubicBezTo>
                    <a:pt x="1642" y="1821"/>
                    <a:pt x="1686" y="1838"/>
                    <a:pt x="1729" y="1838"/>
                  </a:cubicBezTo>
                  <a:cubicBezTo>
                    <a:pt x="1869" y="1838"/>
                    <a:pt x="1995" y="1651"/>
                    <a:pt x="1858" y="1525"/>
                  </a:cubicBezTo>
                  <a:lnTo>
                    <a:pt x="1260" y="913"/>
                  </a:lnTo>
                  <a:lnTo>
                    <a:pt x="1858" y="315"/>
                  </a:lnTo>
                  <a:cubicBezTo>
                    <a:pt x="1995" y="189"/>
                    <a:pt x="1869" y="2"/>
                    <a:pt x="1729" y="2"/>
                  </a:cubicBezTo>
                  <a:cubicBezTo>
                    <a:pt x="1686" y="2"/>
                    <a:pt x="1642" y="20"/>
                    <a:pt x="1604" y="61"/>
                  </a:cubicBezTo>
                  <a:lnTo>
                    <a:pt x="991" y="659"/>
                  </a:lnTo>
                  <a:lnTo>
                    <a:pt x="394" y="61"/>
                  </a:lnTo>
                  <a:cubicBezTo>
                    <a:pt x="351" y="18"/>
                    <a:pt x="303" y="0"/>
                    <a:pt x="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78"/>
            <p:cNvSpPr/>
            <p:nvPr/>
          </p:nvSpPr>
          <p:spPr>
            <a:xfrm>
              <a:off x="2975545" y="4272592"/>
              <a:ext cx="73092" cy="167875"/>
            </a:xfrm>
            <a:custGeom>
              <a:avLst/>
              <a:gdLst/>
              <a:ahLst/>
              <a:cxnLst/>
              <a:rect l="l" t="t" r="r" b="b"/>
              <a:pathLst>
                <a:path w="1479" h="3422" extrusionOk="0">
                  <a:moveTo>
                    <a:pt x="553" y="1"/>
                  </a:moveTo>
                  <a:cubicBezTo>
                    <a:pt x="254" y="1"/>
                    <a:pt x="0" y="240"/>
                    <a:pt x="0" y="553"/>
                  </a:cubicBezTo>
                  <a:lnTo>
                    <a:pt x="0" y="2869"/>
                  </a:lnTo>
                  <a:cubicBezTo>
                    <a:pt x="0" y="3182"/>
                    <a:pt x="254" y="3421"/>
                    <a:pt x="553" y="3421"/>
                  </a:cubicBezTo>
                  <a:lnTo>
                    <a:pt x="1479" y="3421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78"/>
            <p:cNvSpPr/>
            <p:nvPr/>
          </p:nvSpPr>
          <p:spPr>
            <a:xfrm>
              <a:off x="3066330" y="4202685"/>
              <a:ext cx="109268" cy="307836"/>
            </a:xfrm>
            <a:custGeom>
              <a:avLst/>
              <a:gdLst/>
              <a:ahLst/>
              <a:cxnLst/>
              <a:rect l="l" t="t" r="r" b="b"/>
              <a:pathLst>
                <a:path w="2211" h="6275" extrusionOk="0">
                  <a:moveTo>
                    <a:pt x="1660" y="1"/>
                  </a:moveTo>
                  <a:cubicBezTo>
                    <a:pt x="1530" y="1"/>
                    <a:pt x="1401" y="44"/>
                    <a:pt x="1300" y="126"/>
                  </a:cubicBezTo>
                  <a:lnTo>
                    <a:pt x="0" y="1217"/>
                  </a:lnTo>
                  <a:lnTo>
                    <a:pt x="0" y="5055"/>
                  </a:lnTo>
                  <a:lnTo>
                    <a:pt x="1300" y="6146"/>
                  </a:lnTo>
                  <a:cubicBezTo>
                    <a:pt x="1406" y="6234"/>
                    <a:pt x="1529" y="6274"/>
                    <a:pt x="1650" y="6274"/>
                  </a:cubicBezTo>
                  <a:cubicBezTo>
                    <a:pt x="1937" y="6274"/>
                    <a:pt x="2211" y="6049"/>
                    <a:pt x="2211" y="5712"/>
                  </a:cubicBezTo>
                  <a:lnTo>
                    <a:pt x="2211" y="560"/>
                  </a:lnTo>
                  <a:cubicBezTo>
                    <a:pt x="2211" y="336"/>
                    <a:pt x="2091" y="141"/>
                    <a:pt x="1897" y="52"/>
                  </a:cubicBezTo>
                  <a:cubicBezTo>
                    <a:pt x="1823" y="17"/>
                    <a:pt x="1741" y="1"/>
                    <a:pt x="16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" name="Google Shape;864;p78"/>
          <p:cNvGrpSpPr/>
          <p:nvPr/>
        </p:nvGrpSpPr>
        <p:grpSpPr>
          <a:xfrm>
            <a:off x="590253" y="2368169"/>
            <a:ext cx="319698" cy="307247"/>
            <a:chOff x="1862725" y="5242500"/>
            <a:chExt cx="161725" cy="156575"/>
          </a:xfrm>
        </p:grpSpPr>
        <p:sp>
          <p:nvSpPr>
            <p:cNvPr id="865" name="Google Shape;865;p78"/>
            <p:cNvSpPr/>
            <p:nvPr/>
          </p:nvSpPr>
          <p:spPr>
            <a:xfrm>
              <a:off x="1967525" y="5300325"/>
              <a:ext cx="16950" cy="37950"/>
            </a:xfrm>
            <a:custGeom>
              <a:avLst/>
              <a:gdLst/>
              <a:ahLst/>
              <a:cxnLst/>
              <a:rect l="l" t="t" r="r" b="b"/>
              <a:pathLst>
                <a:path w="678" h="1518" extrusionOk="0">
                  <a:moveTo>
                    <a:pt x="254" y="0"/>
                  </a:moveTo>
                  <a:cubicBezTo>
                    <a:pt x="122" y="0"/>
                    <a:pt x="0" y="148"/>
                    <a:pt x="95" y="296"/>
                  </a:cubicBezTo>
                  <a:cubicBezTo>
                    <a:pt x="319" y="610"/>
                    <a:pt x="275" y="968"/>
                    <a:pt x="95" y="1222"/>
                  </a:cubicBezTo>
                  <a:cubicBezTo>
                    <a:pt x="0" y="1370"/>
                    <a:pt x="129" y="1518"/>
                    <a:pt x="261" y="1518"/>
                  </a:cubicBezTo>
                  <a:cubicBezTo>
                    <a:pt x="315" y="1518"/>
                    <a:pt x="370" y="1492"/>
                    <a:pt x="409" y="1431"/>
                  </a:cubicBezTo>
                  <a:cubicBezTo>
                    <a:pt x="678" y="1028"/>
                    <a:pt x="678" y="490"/>
                    <a:pt x="409" y="87"/>
                  </a:cubicBezTo>
                  <a:cubicBezTo>
                    <a:pt x="365" y="26"/>
                    <a:pt x="309" y="0"/>
                    <a:pt x="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78"/>
            <p:cNvSpPr/>
            <p:nvPr/>
          </p:nvSpPr>
          <p:spPr>
            <a:xfrm>
              <a:off x="1995900" y="5276950"/>
              <a:ext cx="28550" cy="84700"/>
            </a:xfrm>
            <a:custGeom>
              <a:avLst/>
              <a:gdLst/>
              <a:ahLst/>
              <a:cxnLst/>
              <a:rect l="l" t="t" r="r" b="b"/>
              <a:pathLst>
                <a:path w="1142" h="3388" extrusionOk="0">
                  <a:moveTo>
                    <a:pt x="262" y="1"/>
                  </a:moveTo>
                  <a:cubicBezTo>
                    <a:pt x="130" y="1"/>
                    <a:pt x="0" y="142"/>
                    <a:pt x="96" y="290"/>
                  </a:cubicBezTo>
                  <a:cubicBezTo>
                    <a:pt x="753" y="1261"/>
                    <a:pt x="723" y="2172"/>
                    <a:pt x="96" y="3098"/>
                  </a:cubicBezTo>
                  <a:cubicBezTo>
                    <a:pt x="0" y="3246"/>
                    <a:pt x="130" y="3387"/>
                    <a:pt x="262" y="3387"/>
                  </a:cubicBezTo>
                  <a:cubicBezTo>
                    <a:pt x="316" y="3387"/>
                    <a:pt x="370" y="3364"/>
                    <a:pt x="409" y="3307"/>
                  </a:cubicBezTo>
                  <a:cubicBezTo>
                    <a:pt x="1141" y="2202"/>
                    <a:pt x="1096" y="1112"/>
                    <a:pt x="409" y="81"/>
                  </a:cubicBezTo>
                  <a:cubicBezTo>
                    <a:pt x="370" y="25"/>
                    <a:pt x="316" y="1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78"/>
            <p:cNvSpPr/>
            <p:nvPr/>
          </p:nvSpPr>
          <p:spPr>
            <a:xfrm>
              <a:off x="1980700" y="5287100"/>
              <a:ext cx="24700" cy="64450"/>
            </a:xfrm>
            <a:custGeom>
              <a:avLst/>
              <a:gdLst/>
              <a:ahLst/>
              <a:cxnLst/>
              <a:rect l="l" t="t" r="r" b="b"/>
              <a:pathLst>
                <a:path w="988" h="2578" extrusionOk="0">
                  <a:moveTo>
                    <a:pt x="265" y="1"/>
                  </a:moveTo>
                  <a:cubicBezTo>
                    <a:pt x="136" y="1"/>
                    <a:pt x="10" y="148"/>
                    <a:pt x="106" y="287"/>
                  </a:cubicBezTo>
                  <a:cubicBezTo>
                    <a:pt x="539" y="959"/>
                    <a:pt x="584" y="1542"/>
                    <a:pt x="106" y="2289"/>
                  </a:cubicBezTo>
                  <a:cubicBezTo>
                    <a:pt x="0" y="2437"/>
                    <a:pt x="127" y="2578"/>
                    <a:pt x="258" y="2578"/>
                  </a:cubicBezTo>
                  <a:cubicBezTo>
                    <a:pt x="312" y="2578"/>
                    <a:pt x="366" y="2554"/>
                    <a:pt x="405" y="2498"/>
                  </a:cubicBezTo>
                  <a:cubicBezTo>
                    <a:pt x="987" y="1602"/>
                    <a:pt x="898" y="840"/>
                    <a:pt x="405" y="78"/>
                  </a:cubicBezTo>
                  <a:cubicBezTo>
                    <a:pt x="367" y="24"/>
                    <a:pt x="316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78"/>
            <p:cNvSpPr/>
            <p:nvPr/>
          </p:nvSpPr>
          <p:spPr>
            <a:xfrm>
              <a:off x="1862725" y="5277850"/>
              <a:ext cx="36625" cy="85900"/>
            </a:xfrm>
            <a:custGeom>
              <a:avLst/>
              <a:gdLst/>
              <a:ahLst/>
              <a:cxnLst/>
              <a:rect l="l" t="t" r="r" b="b"/>
              <a:pathLst>
                <a:path w="1465" h="3436" extrusionOk="0">
                  <a:moveTo>
                    <a:pt x="553" y="0"/>
                  </a:moveTo>
                  <a:cubicBezTo>
                    <a:pt x="255" y="0"/>
                    <a:pt x="1" y="254"/>
                    <a:pt x="1" y="553"/>
                  </a:cubicBezTo>
                  <a:lnTo>
                    <a:pt x="1" y="2883"/>
                  </a:lnTo>
                  <a:cubicBezTo>
                    <a:pt x="1" y="3182"/>
                    <a:pt x="255" y="3435"/>
                    <a:pt x="553" y="3435"/>
                  </a:cubicBezTo>
                  <a:lnTo>
                    <a:pt x="1465" y="3435"/>
                  </a:lnTo>
                  <a:lnTo>
                    <a:pt x="14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78"/>
            <p:cNvSpPr/>
            <p:nvPr/>
          </p:nvSpPr>
          <p:spPr>
            <a:xfrm>
              <a:off x="1908650" y="5242500"/>
              <a:ext cx="54925" cy="156575"/>
            </a:xfrm>
            <a:custGeom>
              <a:avLst/>
              <a:gdLst/>
              <a:ahLst/>
              <a:cxnLst/>
              <a:rect l="l" t="t" r="r" b="b"/>
              <a:pathLst>
                <a:path w="2197" h="6263" extrusionOk="0">
                  <a:moveTo>
                    <a:pt x="1649" y="1"/>
                  </a:moveTo>
                  <a:cubicBezTo>
                    <a:pt x="1530" y="1"/>
                    <a:pt x="1407" y="41"/>
                    <a:pt x="1300" y="130"/>
                  </a:cubicBezTo>
                  <a:lnTo>
                    <a:pt x="1" y="1205"/>
                  </a:lnTo>
                  <a:lnTo>
                    <a:pt x="1" y="5059"/>
                  </a:lnTo>
                  <a:lnTo>
                    <a:pt x="1300" y="6134"/>
                  </a:lnTo>
                  <a:cubicBezTo>
                    <a:pt x="1407" y="6223"/>
                    <a:pt x="1530" y="6263"/>
                    <a:pt x="1649" y="6263"/>
                  </a:cubicBezTo>
                  <a:cubicBezTo>
                    <a:pt x="1931" y="6263"/>
                    <a:pt x="2197" y="6041"/>
                    <a:pt x="2197" y="5716"/>
                  </a:cubicBezTo>
                  <a:lnTo>
                    <a:pt x="2197" y="548"/>
                  </a:lnTo>
                  <a:cubicBezTo>
                    <a:pt x="2197" y="223"/>
                    <a:pt x="1931" y="1"/>
                    <a:pt x="16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0" name="Google Shape;870;p78"/>
          <p:cNvGrpSpPr/>
          <p:nvPr/>
        </p:nvGrpSpPr>
        <p:grpSpPr>
          <a:xfrm>
            <a:off x="1117712" y="2841507"/>
            <a:ext cx="325581" cy="307346"/>
            <a:chOff x="1042521" y="3506770"/>
            <a:chExt cx="325581" cy="307346"/>
          </a:xfrm>
        </p:grpSpPr>
        <p:sp>
          <p:nvSpPr>
            <p:cNvPr id="871" name="Google Shape;871;p78"/>
            <p:cNvSpPr/>
            <p:nvPr/>
          </p:nvSpPr>
          <p:spPr>
            <a:xfrm>
              <a:off x="1220435" y="3506770"/>
              <a:ext cx="144702" cy="144376"/>
            </a:xfrm>
            <a:custGeom>
              <a:avLst/>
              <a:gdLst/>
              <a:ahLst/>
              <a:cxnLst/>
              <a:rect l="l" t="t" r="r" b="b"/>
              <a:pathLst>
                <a:path w="2928" h="2943" extrusionOk="0">
                  <a:moveTo>
                    <a:pt x="180" y="0"/>
                  </a:moveTo>
                  <a:cubicBezTo>
                    <a:pt x="75" y="0"/>
                    <a:pt x="0" y="90"/>
                    <a:pt x="0" y="194"/>
                  </a:cubicBezTo>
                  <a:cubicBezTo>
                    <a:pt x="0" y="284"/>
                    <a:pt x="75" y="374"/>
                    <a:pt x="180" y="374"/>
                  </a:cubicBezTo>
                  <a:cubicBezTo>
                    <a:pt x="1494" y="374"/>
                    <a:pt x="2569" y="1449"/>
                    <a:pt x="2569" y="2763"/>
                  </a:cubicBezTo>
                  <a:cubicBezTo>
                    <a:pt x="2569" y="2853"/>
                    <a:pt x="2644" y="2943"/>
                    <a:pt x="2749" y="2943"/>
                  </a:cubicBezTo>
                  <a:cubicBezTo>
                    <a:pt x="2853" y="2943"/>
                    <a:pt x="2928" y="2853"/>
                    <a:pt x="2928" y="2763"/>
                  </a:cubicBezTo>
                  <a:cubicBezTo>
                    <a:pt x="2928" y="1240"/>
                    <a:pt x="1703" y="0"/>
                    <a:pt x="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78"/>
            <p:cNvSpPr/>
            <p:nvPr/>
          </p:nvSpPr>
          <p:spPr>
            <a:xfrm>
              <a:off x="1220435" y="3542680"/>
              <a:ext cx="108576" cy="108466"/>
            </a:xfrm>
            <a:custGeom>
              <a:avLst/>
              <a:gdLst/>
              <a:ahLst/>
              <a:cxnLst/>
              <a:rect l="l" t="t" r="r" b="b"/>
              <a:pathLst>
                <a:path w="2197" h="2211" extrusionOk="0">
                  <a:moveTo>
                    <a:pt x="180" y="0"/>
                  </a:moveTo>
                  <a:cubicBezTo>
                    <a:pt x="75" y="0"/>
                    <a:pt x="0" y="90"/>
                    <a:pt x="0" y="194"/>
                  </a:cubicBezTo>
                  <a:cubicBezTo>
                    <a:pt x="0" y="299"/>
                    <a:pt x="75" y="374"/>
                    <a:pt x="180" y="374"/>
                  </a:cubicBezTo>
                  <a:cubicBezTo>
                    <a:pt x="1091" y="374"/>
                    <a:pt x="1838" y="1120"/>
                    <a:pt x="1838" y="2031"/>
                  </a:cubicBezTo>
                  <a:cubicBezTo>
                    <a:pt x="1838" y="2121"/>
                    <a:pt x="1912" y="2211"/>
                    <a:pt x="2017" y="2211"/>
                  </a:cubicBezTo>
                  <a:cubicBezTo>
                    <a:pt x="2121" y="2211"/>
                    <a:pt x="2196" y="2121"/>
                    <a:pt x="2196" y="2031"/>
                  </a:cubicBezTo>
                  <a:cubicBezTo>
                    <a:pt x="2196" y="911"/>
                    <a:pt x="1300" y="0"/>
                    <a:pt x="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78"/>
            <p:cNvSpPr/>
            <p:nvPr/>
          </p:nvSpPr>
          <p:spPr>
            <a:xfrm>
              <a:off x="1220435" y="3579277"/>
              <a:ext cx="72400" cy="71869"/>
            </a:xfrm>
            <a:custGeom>
              <a:avLst/>
              <a:gdLst/>
              <a:ahLst/>
              <a:cxnLst/>
              <a:rect l="l" t="t" r="r" b="b"/>
              <a:pathLst>
                <a:path w="1465" h="1465" extrusionOk="0">
                  <a:moveTo>
                    <a:pt x="180" y="1"/>
                  </a:moveTo>
                  <a:cubicBezTo>
                    <a:pt x="75" y="1"/>
                    <a:pt x="0" y="76"/>
                    <a:pt x="0" y="180"/>
                  </a:cubicBezTo>
                  <a:cubicBezTo>
                    <a:pt x="0" y="285"/>
                    <a:pt x="75" y="359"/>
                    <a:pt x="180" y="359"/>
                  </a:cubicBezTo>
                  <a:cubicBezTo>
                    <a:pt x="688" y="359"/>
                    <a:pt x="1091" y="778"/>
                    <a:pt x="1091" y="1285"/>
                  </a:cubicBezTo>
                  <a:cubicBezTo>
                    <a:pt x="1091" y="1375"/>
                    <a:pt x="1180" y="1465"/>
                    <a:pt x="1285" y="1465"/>
                  </a:cubicBezTo>
                  <a:cubicBezTo>
                    <a:pt x="1390" y="1465"/>
                    <a:pt x="1464" y="1375"/>
                    <a:pt x="1464" y="1285"/>
                  </a:cubicBezTo>
                  <a:cubicBezTo>
                    <a:pt x="1464" y="569"/>
                    <a:pt x="882" y="1"/>
                    <a:pt x="1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78"/>
            <p:cNvSpPr/>
            <p:nvPr/>
          </p:nvSpPr>
          <p:spPr>
            <a:xfrm>
              <a:off x="1220435" y="3615187"/>
              <a:ext cx="36225" cy="35959"/>
            </a:xfrm>
            <a:custGeom>
              <a:avLst/>
              <a:gdLst/>
              <a:ahLst/>
              <a:cxnLst/>
              <a:rect l="l" t="t" r="r" b="b"/>
              <a:pathLst>
                <a:path w="733" h="733" extrusionOk="0">
                  <a:moveTo>
                    <a:pt x="180" y="1"/>
                  </a:moveTo>
                  <a:cubicBezTo>
                    <a:pt x="75" y="1"/>
                    <a:pt x="0" y="76"/>
                    <a:pt x="0" y="180"/>
                  </a:cubicBezTo>
                  <a:cubicBezTo>
                    <a:pt x="0" y="285"/>
                    <a:pt x="75" y="359"/>
                    <a:pt x="180" y="359"/>
                  </a:cubicBezTo>
                  <a:cubicBezTo>
                    <a:pt x="284" y="359"/>
                    <a:pt x="359" y="449"/>
                    <a:pt x="359" y="553"/>
                  </a:cubicBezTo>
                  <a:cubicBezTo>
                    <a:pt x="359" y="643"/>
                    <a:pt x="449" y="733"/>
                    <a:pt x="553" y="733"/>
                  </a:cubicBezTo>
                  <a:cubicBezTo>
                    <a:pt x="643" y="733"/>
                    <a:pt x="732" y="643"/>
                    <a:pt x="732" y="553"/>
                  </a:cubicBezTo>
                  <a:cubicBezTo>
                    <a:pt x="732" y="240"/>
                    <a:pt x="478" y="1"/>
                    <a:pt x="1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78"/>
            <p:cNvSpPr/>
            <p:nvPr/>
          </p:nvSpPr>
          <p:spPr>
            <a:xfrm>
              <a:off x="1080180" y="3507114"/>
              <a:ext cx="104128" cy="103021"/>
            </a:xfrm>
            <a:custGeom>
              <a:avLst/>
              <a:gdLst/>
              <a:ahLst/>
              <a:cxnLst/>
              <a:rect l="l" t="t" r="r" b="b"/>
              <a:pathLst>
                <a:path w="2107" h="2100" extrusionOk="0">
                  <a:moveTo>
                    <a:pt x="518" y="1"/>
                  </a:moveTo>
                  <a:cubicBezTo>
                    <a:pt x="378" y="1"/>
                    <a:pt x="240" y="53"/>
                    <a:pt x="135" y="158"/>
                  </a:cubicBezTo>
                  <a:lnTo>
                    <a:pt x="1" y="292"/>
                  </a:lnTo>
                  <a:lnTo>
                    <a:pt x="1823" y="2099"/>
                  </a:lnTo>
                  <a:lnTo>
                    <a:pt x="1942" y="1980"/>
                  </a:lnTo>
                  <a:cubicBezTo>
                    <a:pt x="2047" y="1875"/>
                    <a:pt x="2107" y="1726"/>
                    <a:pt x="2107" y="1591"/>
                  </a:cubicBezTo>
                  <a:cubicBezTo>
                    <a:pt x="2107" y="1442"/>
                    <a:pt x="2047" y="1308"/>
                    <a:pt x="1942" y="1203"/>
                  </a:cubicBezTo>
                  <a:lnTo>
                    <a:pt x="912" y="158"/>
                  </a:lnTo>
                  <a:cubicBezTo>
                    <a:pt x="800" y="53"/>
                    <a:pt x="658" y="1"/>
                    <a:pt x="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78"/>
            <p:cNvSpPr/>
            <p:nvPr/>
          </p:nvSpPr>
          <p:spPr>
            <a:xfrm>
              <a:off x="1261009" y="3687400"/>
              <a:ext cx="107093" cy="102972"/>
            </a:xfrm>
            <a:custGeom>
              <a:avLst/>
              <a:gdLst/>
              <a:ahLst/>
              <a:cxnLst/>
              <a:rect l="l" t="t" r="r" b="b"/>
              <a:pathLst>
                <a:path w="2167" h="2099" extrusionOk="0">
                  <a:moveTo>
                    <a:pt x="524" y="0"/>
                  </a:moveTo>
                  <a:cubicBezTo>
                    <a:pt x="382" y="0"/>
                    <a:pt x="240" y="52"/>
                    <a:pt x="135" y="157"/>
                  </a:cubicBezTo>
                  <a:lnTo>
                    <a:pt x="1" y="291"/>
                  </a:lnTo>
                  <a:lnTo>
                    <a:pt x="1823" y="2098"/>
                  </a:lnTo>
                  <a:lnTo>
                    <a:pt x="1958" y="1979"/>
                  </a:lnTo>
                  <a:cubicBezTo>
                    <a:pt x="2167" y="1755"/>
                    <a:pt x="2167" y="1411"/>
                    <a:pt x="1958" y="1187"/>
                  </a:cubicBezTo>
                  <a:lnTo>
                    <a:pt x="912" y="157"/>
                  </a:lnTo>
                  <a:cubicBezTo>
                    <a:pt x="807" y="52"/>
                    <a:pt x="666" y="0"/>
                    <a:pt x="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78"/>
            <p:cNvSpPr/>
            <p:nvPr/>
          </p:nvSpPr>
          <p:spPr>
            <a:xfrm>
              <a:off x="1042521" y="3534586"/>
              <a:ext cx="294593" cy="279530"/>
            </a:xfrm>
            <a:custGeom>
              <a:avLst/>
              <a:gdLst/>
              <a:ahLst/>
              <a:cxnLst/>
              <a:rect l="l" t="t" r="r" b="b"/>
              <a:pathLst>
                <a:path w="5961" h="5698" extrusionOk="0">
                  <a:moveTo>
                    <a:pt x="509" y="1"/>
                  </a:moveTo>
                  <a:lnTo>
                    <a:pt x="509" y="1"/>
                  </a:lnTo>
                  <a:cubicBezTo>
                    <a:pt x="1" y="807"/>
                    <a:pt x="255" y="2854"/>
                    <a:pt x="1674" y="4273"/>
                  </a:cubicBezTo>
                  <a:cubicBezTo>
                    <a:pt x="2646" y="5245"/>
                    <a:pt x="3954" y="5697"/>
                    <a:pt x="4934" y="5697"/>
                  </a:cubicBezTo>
                  <a:cubicBezTo>
                    <a:pt x="5354" y="5697"/>
                    <a:pt x="5714" y="5614"/>
                    <a:pt x="5960" y="5452"/>
                  </a:cubicBezTo>
                  <a:lnTo>
                    <a:pt x="4138" y="3630"/>
                  </a:lnTo>
                  <a:cubicBezTo>
                    <a:pt x="4059" y="3670"/>
                    <a:pt x="3975" y="3690"/>
                    <a:pt x="3891" y="3690"/>
                  </a:cubicBezTo>
                  <a:cubicBezTo>
                    <a:pt x="3756" y="3690"/>
                    <a:pt x="3622" y="3637"/>
                    <a:pt x="3511" y="3526"/>
                  </a:cubicBezTo>
                  <a:lnTo>
                    <a:pt x="2450" y="2450"/>
                  </a:lnTo>
                  <a:cubicBezTo>
                    <a:pt x="2271" y="2286"/>
                    <a:pt x="2241" y="2032"/>
                    <a:pt x="2346" y="1823"/>
                  </a:cubicBez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8" name="Google Shape;878;p78"/>
          <p:cNvGrpSpPr/>
          <p:nvPr/>
        </p:nvGrpSpPr>
        <p:grpSpPr>
          <a:xfrm>
            <a:off x="643441" y="3363971"/>
            <a:ext cx="213346" cy="310731"/>
            <a:chOff x="2989580" y="348192"/>
            <a:chExt cx="213346" cy="310731"/>
          </a:xfrm>
        </p:grpSpPr>
        <p:sp>
          <p:nvSpPr>
            <p:cNvPr id="879" name="Google Shape;879;p78"/>
            <p:cNvSpPr/>
            <p:nvPr/>
          </p:nvSpPr>
          <p:spPr>
            <a:xfrm>
              <a:off x="2989580" y="458817"/>
              <a:ext cx="213346" cy="200106"/>
            </a:xfrm>
            <a:custGeom>
              <a:avLst/>
              <a:gdLst/>
              <a:ahLst/>
              <a:cxnLst/>
              <a:rect l="l" t="t" r="r" b="b"/>
              <a:pathLst>
                <a:path w="4317" h="4079" extrusionOk="0">
                  <a:moveTo>
                    <a:pt x="179" y="1"/>
                  </a:moveTo>
                  <a:cubicBezTo>
                    <a:pt x="75" y="1"/>
                    <a:pt x="0" y="90"/>
                    <a:pt x="0" y="195"/>
                  </a:cubicBezTo>
                  <a:lnTo>
                    <a:pt x="0" y="972"/>
                  </a:lnTo>
                  <a:cubicBezTo>
                    <a:pt x="0" y="2107"/>
                    <a:pt x="866" y="3033"/>
                    <a:pt x="1972" y="3122"/>
                  </a:cubicBezTo>
                  <a:lnTo>
                    <a:pt x="1972" y="3705"/>
                  </a:lnTo>
                  <a:lnTo>
                    <a:pt x="926" y="3705"/>
                  </a:lnTo>
                  <a:cubicBezTo>
                    <a:pt x="822" y="3705"/>
                    <a:pt x="732" y="3779"/>
                    <a:pt x="732" y="3884"/>
                  </a:cubicBezTo>
                  <a:cubicBezTo>
                    <a:pt x="732" y="3989"/>
                    <a:pt x="822" y="4078"/>
                    <a:pt x="926" y="4078"/>
                  </a:cubicBezTo>
                  <a:lnTo>
                    <a:pt x="3390" y="4078"/>
                  </a:lnTo>
                  <a:cubicBezTo>
                    <a:pt x="3495" y="4078"/>
                    <a:pt x="3585" y="3989"/>
                    <a:pt x="3585" y="3884"/>
                  </a:cubicBezTo>
                  <a:cubicBezTo>
                    <a:pt x="3585" y="3779"/>
                    <a:pt x="3495" y="3705"/>
                    <a:pt x="3390" y="3705"/>
                  </a:cubicBezTo>
                  <a:lnTo>
                    <a:pt x="2345" y="3705"/>
                  </a:lnTo>
                  <a:lnTo>
                    <a:pt x="2345" y="3122"/>
                  </a:lnTo>
                  <a:cubicBezTo>
                    <a:pt x="3450" y="3033"/>
                    <a:pt x="4317" y="2107"/>
                    <a:pt x="4317" y="972"/>
                  </a:cubicBezTo>
                  <a:lnTo>
                    <a:pt x="4317" y="195"/>
                  </a:lnTo>
                  <a:cubicBezTo>
                    <a:pt x="4317" y="90"/>
                    <a:pt x="4242" y="1"/>
                    <a:pt x="4137" y="1"/>
                  </a:cubicBezTo>
                  <a:cubicBezTo>
                    <a:pt x="4033" y="1"/>
                    <a:pt x="3943" y="90"/>
                    <a:pt x="3943" y="195"/>
                  </a:cubicBezTo>
                  <a:lnTo>
                    <a:pt x="3943" y="972"/>
                  </a:lnTo>
                  <a:cubicBezTo>
                    <a:pt x="3943" y="1957"/>
                    <a:pt x="3152" y="2764"/>
                    <a:pt x="2151" y="2764"/>
                  </a:cubicBezTo>
                  <a:cubicBezTo>
                    <a:pt x="1165" y="2764"/>
                    <a:pt x="359" y="1957"/>
                    <a:pt x="359" y="972"/>
                  </a:cubicBezTo>
                  <a:lnTo>
                    <a:pt x="359" y="195"/>
                  </a:lnTo>
                  <a:cubicBezTo>
                    <a:pt x="359" y="90"/>
                    <a:pt x="284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78"/>
            <p:cNvSpPr/>
            <p:nvPr/>
          </p:nvSpPr>
          <p:spPr>
            <a:xfrm>
              <a:off x="3035343" y="348192"/>
              <a:ext cx="121820" cy="219140"/>
            </a:xfrm>
            <a:custGeom>
              <a:avLst/>
              <a:gdLst/>
              <a:ahLst/>
              <a:cxnLst/>
              <a:rect l="l" t="t" r="r" b="b"/>
              <a:pathLst>
                <a:path w="2465" h="4467" extrusionOk="0">
                  <a:moveTo>
                    <a:pt x="1225" y="0"/>
                  </a:moveTo>
                  <a:cubicBezTo>
                    <a:pt x="553" y="0"/>
                    <a:pt x="0" y="553"/>
                    <a:pt x="0" y="1240"/>
                  </a:cubicBezTo>
                  <a:lnTo>
                    <a:pt x="0" y="1389"/>
                  </a:lnTo>
                  <a:lnTo>
                    <a:pt x="508" y="1389"/>
                  </a:lnTo>
                  <a:cubicBezTo>
                    <a:pt x="612" y="1389"/>
                    <a:pt x="702" y="1479"/>
                    <a:pt x="702" y="1584"/>
                  </a:cubicBezTo>
                  <a:cubicBezTo>
                    <a:pt x="702" y="1688"/>
                    <a:pt x="612" y="1763"/>
                    <a:pt x="508" y="1763"/>
                  </a:cubicBezTo>
                  <a:lnTo>
                    <a:pt x="0" y="1763"/>
                  </a:lnTo>
                  <a:lnTo>
                    <a:pt x="0" y="2136"/>
                  </a:lnTo>
                  <a:lnTo>
                    <a:pt x="508" y="2136"/>
                  </a:lnTo>
                  <a:cubicBezTo>
                    <a:pt x="612" y="2136"/>
                    <a:pt x="702" y="2226"/>
                    <a:pt x="702" y="2315"/>
                  </a:cubicBezTo>
                  <a:cubicBezTo>
                    <a:pt x="702" y="2420"/>
                    <a:pt x="612" y="2510"/>
                    <a:pt x="508" y="2510"/>
                  </a:cubicBezTo>
                  <a:lnTo>
                    <a:pt x="0" y="2510"/>
                  </a:lnTo>
                  <a:lnTo>
                    <a:pt x="0" y="2883"/>
                  </a:lnTo>
                  <a:lnTo>
                    <a:pt x="508" y="2883"/>
                  </a:lnTo>
                  <a:cubicBezTo>
                    <a:pt x="612" y="2883"/>
                    <a:pt x="702" y="2958"/>
                    <a:pt x="702" y="3062"/>
                  </a:cubicBezTo>
                  <a:cubicBezTo>
                    <a:pt x="702" y="3167"/>
                    <a:pt x="612" y="3256"/>
                    <a:pt x="508" y="3256"/>
                  </a:cubicBezTo>
                  <a:lnTo>
                    <a:pt x="0" y="3256"/>
                  </a:lnTo>
                  <a:cubicBezTo>
                    <a:pt x="15" y="3914"/>
                    <a:pt x="553" y="4466"/>
                    <a:pt x="1225" y="4466"/>
                  </a:cubicBezTo>
                  <a:cubicBezTo>
                    <a:pt x="1912" y="4466"/>
                    <a:pt x="2450" y="3914"/>
                    <a:pt x="2464" y="3256"/>
                  </a:cubicBezTo>
                  <a:lnTo>
                    <a:pt x="1942" y="3256"/>
                  </a:lnTo>
                  <a:cubicBezTo>
                    <a:pt x="1852" y="3256"/>
                    <a:pt x="1763" y="3167"/>
                    <a:pt x="1763" y="3062"/>
                  </a:cubicBezTo>
                  <a:cubicBezTo>
                    <a:pt x="1763" y="2958"/>
                    <a:pt x="1852" y="2883"/>
                    <a:pt x="1942" y="2883"/>
                  </a:cubicBezTo>
                  <a:lnTo>
                    <a:pt x="2464" y="2883"/>
                  </a:lnTo>
                  <a:lnTo>
                    <a:pt x="2464" y="2510"/>
                  </a:lnTo>
                  <a:lnTo>
                    <a:pt x="1942" y="2510"/>
                  </a:lnTo>
                  <a:cubicBezTo>
                    <a:pt x="1852" y="2510"/>
                    <a:pt x="1763" y="2420"/>
                    <a:pt x="1763" y="2315"/>
                  </a:cubicBezTo>
                  <a:cubicBezTo>
                    <a:pt x="1763" y="2226"/>
                    <a:pt x="1852" y="2136"/>
                    <a:pt x="1942" y="2136"/>
                  </a:cubicBezTo>
                  <a:lnTo>
                    <a:pt x="2464" y="2136"/>
                  </a:lnTo>
                  <a:lnTo>
                    <a:pt x="2464" y="1763"/>
                  </a:lnTo>
                  <a:lnTo>
                    <a:pt x="1942" y="1763"/>
                  </a:lnTo>
                  <a:cubicBezTo>
                    <a:pt x="1852" y="1763"/>
                    <a:pt x="1763" y="1688"/>
                    <a:pt x="1763" y="1584"/>
                  </a:cubicBezTo>
                  <a:cubicBezTo>
                    <a:pt x="1763" y="1479"/>
                    <a:pt x="1852" y="1389"/>
                    <a:pt x="1942" y="1389"/>
                  </a:cubicBezTo>
                  <a:lnTo>
                    <a:pt x="2464" y="1389"/>
                  </a:lnTo>
                  <a:lnTo>
                    <a:pt x="2464" y="1240"/>
                  </a:lnTo>
                  <a:cubicBezTo>
                    <a:pt x="2464" y="553"/>
                    <a:pt x="1912" y="0"/>
                    <a:pt x="1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1" name="Google Shape;881;p78"/>
          <p:cNvGrpSpPr/>
          <p:nvPr/>
        </p:nvGrpSpPr>
        <p:grpSpPr>
          <a:xfrm>
            <a:off x="1121796" y="3384143"/>
            <a:ext cx="317425" cy="270405"/>
            <a:chOff x="963888" y="3541418"/>
            <a:chExt cx="317425" cy="270405"/>
          </a:xfrm>
        </p:grpSpPr>
        <p:sp>
          <p:nvSpPr>
            <p:cNvPr id="882" name="Google Shape;882;p78"/>
            <p:cNvSpPr/>
            <p:nvPr/>
          </p:nvSpPr>
          <p:spPr>
            <a:xfrm>
              <a:off x="963888" y="3541418"/>
              <a:ext cx="317425" cy="92817"/>
            </a:xfrm>
            <a:custGeom>
              <a:avLst/>
              <a:gdLst/>
              <a:ahLst/>
              <a:cxnLst/>
              <a:rect l="l" t="t" r="r" b="b"/>
              <a:pathLst>
                <a:path w="6423" h="1892" extrusionOk="0">
                  <a:moveTo>
                    <a:pt x="3227" y="0"/>
                  </a:moveTo>
                  <a:cubicBezTo>
                    <a:pt x="2166" y="0"/>
                    <a:pt x="1151" y="314"/>
                    <a:pt x="329" y="882"/>
                  </a:cubicBezTo>
                  <a:cubicBezTo>
                    <a:pt x="60" y="1076"/>
                    <a:pt x="1" y="1434"/>
                    <a:pt x="210" y="1688"/>
                  </a:cubicBezTo>
                  <a:cubicBezTo>
                    <a:pt x="316" y="1822"/>
                    <a:pt x="481" y="1891"/>
                    <a:pt x="645" y="1891"/>
                  </a:cubicBezTo>
                  <a:cubicBezTo>
                    <a:pt x="756" y="1891"/>
                    <a:pt x="866" y="1859"/>
                    <a:pt x="957" y="1793"/>
                  </a:cubicBezTo>
                  <a:cubicBezTo>
                    <a:pt x="1614" y="1345"/>
                    <a:pt x="2390" y="1106"/>
                    <a:pt x="3227" y="1106"/>
                  </a:cubicBezTo>
                  <a:cubicBezTo>
                    <a:pt x="4048" y="1106"/>
                    <a:pt x="4825" y="1345"/>
                    <a:pt x="5467" y="1793"/>
                  </a:cubicBezTo>
                  <a:cubicBezTo>
                    <a:pt x="5564" y="1859"/>
                    <a:pt x="5675" y="1891"/>
                    <a:pt x="5785" y="1891"/>
                  </a:cubicBezTo>
                  <a:cubicBezTo>
                    <a:pt x="5947" y="1891"/>
                    <a:pt x="6107" y="1822"/>
                    <a:pt x="6214" y="1688"/>
                  </a:cubicBezTo>
                  <a:cubicBezTo>
                    <a:pt x="6423" y="1449"/>
                    <a:pt x="6378" y="1076"/>
                    <a:pt x="6109" y="882"/>
                  </a:cubicBezTo>
                  <a:cubicBezTo>
                    <a:pt x="5273" y="314"/>
                    <a:pt x="4272" y="0"/>
                    <a:pt x="3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78"/>
            <p:cNvSpPr/>
            <p:nvPr/>
          </p:nvSpPr>
          <p:spPr>
            <a:xfrm>
              <a:off x="1017756" y="3613974"/>
              <a:ext cx="208206" cy="75941"/>
            </a:xfrm>
            <a:custGeom>
              <a:avLst/>
              <a:gdLst/>
              <a:ahLst/>
              <a:cxnLst/>
              <a:rect l="l" t="t" r="r" b="b"/>
              <a:pathLst>
                <a:path w="4213" h="1548" extrusionOk="0">
                  <a:moveTo>
                    <a:pt x="2107" y="0"/>
                  </a:moveTo>
                  <a:cubicBezTo>
                    <a:pt x="1465" y="0"/>
                    <a:pt x="822" y="179"/>
                    <a:pt x="300" y="538"/>
                  </a:cubicBezTo>
                  <a:cubicBezTo>
                    <a:pt x="46" y="732"/>
                    <a:pt x="1" y="1105"/>
                    <a:pt x="195" y="1344"/>
                  </a:cubicBezTo>
                  <a:cubicBezTo>
                    <a:pt x="293" y="1478"/>
                    <a:pt x="444" y="1548"/>
                    <a:pt x="597" y="1548"/>
                  </a:cubicBezTo>
                  <a:cubicBezTo>
                    <a:pt x="701" y="1548"/>
                    <a:pt x="806" y="1515"/>
                    <a:pt x="897" y="1449"/>
                  </a:cubicBezTo>
                  <a:cubicBezTo>
                    <a:pt x="1241" y="1217"/>
                    <a:pt x="1674" y="1102"/>
                    <a:pt x="2107" y="1102"/>
                  </a:cubicBezTo>
                  <a:cubicBezTo>
                    <a:pt x="2540" y="1102"/>
                    <a:pt x="2973" y="1217"/>
                    <a:pt x="3317" y="1449"/>
                  </a:cubicBezTo>
                  <a:cubicBezTo>
                    <a:pt x="3407" y="1515"/>
                    <a:pt x="3513" y="1548"/>
                    <a:pt x="3617" y="1548"/>
                  </a:cubicBezTo>
                  <a:cubicBezTo>
                    <a:pt x="3770" y="1548"/>
                    <a:pt x="3921" y="1478"/>
                    <a:pt x="4019" y="1344"/>
                  </a:cubicBezTo>
                  <a:cubicBezTo>
                    <a:pt x="4213" y="1090"/>
                    <a:pt x="4168" y="717"/>
                    <a:pt x="3914" y="538"/>
                  </a:cubicBezTo>
                  <a:cubicBezTo>
                    <a:pt x="3391" y="179"/>
                    <a:pt x="2764" y="0"/>
                    <a:pt x="21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78"/>
            <p:cNvSpPr/>
            <p:nvPr/>
          </p:nvSpPr>
          <p:spPr>
            <a:xfrm>
              <a:off x="1059121" y="3685941"/>
              <a:ext cx="125527" cy="60586"/>
            </a:xfrm>
            <a:custGeom>
              <a:avLst/>
              <a:gdLst/>
              <a:ahLst/>
              <a:cxnLst/>
              <a:rect l="l" t="t" r="r" b="b"/>
              <a:pathLst>
                <a:path w="2540" h="1235" extrusionOk="0">
                  <a:moveTo>
                    <a:pt x="1270" y="1"/>
                  </a:moveTo>
                  <a:cubicBezTo>
                    <a:pt x="967" y="1"/>
                    <a:pt x="665" y="64"/>
                    <a:pt x="404" y="191"/>
                  </a:cubicBezTo>
                  <a:cubicBezTo>
                    <a:pt x="90" y="340"/>
                    <a:pt x="0" y="759"/>
                    <a:pt x="224" y="1027"/>
                  </a:cubicBezTo>
                  <a:cubicBezTo>
                    <a:pt x="335" y="1158"/>
                    <a:pt x="492" y="1234"/>
                    <a:pt x="652" y="1234"/>
                  </a:cubicBezTo>
                  <a:cubicBezTo>
                    <a:pt x="730" y="1234"/>
                    <a:pt x="808" y="1216"/>
                    <a:pt x="882" y="1177"/>
                  </a:cubicBezTo>
                  <a:cubicBezTo>
                    <a:pt x="1001" y="1124"/>
                    <a:pt x="1135" y="1098"/>
                    <a:pt x="1270" y="1098"/>
                  </a:cubicBezTo>
                  <a:cubicBezTo>
                    <a:pt x="1404" y="1098"/>
                    <a:pt x="1539" y="1124"/>
                    <a:pt x="1658" y="1177"/>
                  </a:cubicBezTo>
                  <a:cubicBezTo>
                    <a:pt x="1732" y="1216"/>
                    <a:pt x="1810" y="1234"/>
                    <a:pt x="1888" y="1234"/>
                  </a:cubicBezTo>
                  <a:cubicBezTo>
                    <a:pt x="2048" y="1234"/>
                    <a:pt x="2205" y="1158"/>
                    <a:pt x="2315" y="1027"/>
                  </a:cubicBezTo>
                  <a:cubicBezTo>
                    <a:pt x="2539" y="759"/>
                    <a:pt x="2450" y="340"/>
                    <a:pt x="2136" y="191"/>
                  </a:cubicBezTo>
                  <a:cubicBezTo>
                    <a:pt x="1875" y="64"/>
                    <a:pt x="1572" y="1"/>
                    <a:pt x="1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78"/>
            <p:cNvSpPr/>
            <p:nvPr/>
          </p:nvSpPr>
          <p:spPr>
            <a:xfrm>
              <a:off x="1094556" y="3757565"/>
              <a:ext cx="54659" cy="54258"/>
            </a:xfrm>
            <a:custGeom>
              <a:avLst/>
              <a:gdLst/>
              <a:ahLst/>
              <a:cxnLst/>
              <a:rect l="l" t="t" r="r" b="b"/>
              <a:pathLst>
                <a:path w="1106" h="1106" extrusionOk="0">
                  <a:moveTo>
                    <a:pt x="553" y="1"/>
                  </a:moveTo>
                  <a:cubicBezTo>
                    <a:pt x="254" y="1"/>
                    <a:pt x="0" y="254"/>
                    <a:pt x="0" y="553"/>
                  </a:cubicBezTo>
                  <a:cubicBezTo>
                    <a:pt x="0" y="852"/>
                    <a:pt x="254" y="1106"/>
                    <a:pt x="553" y="1106"/>
                  </a:cubicBezTo>
                  <a:cubicBezTo>
                    <a:pt x="867" y="1106"/>
                    <a:pt x="1105" y="852"/>
                    <a:pt x="1105" y="553"/>
                  </a:cubicBezTo>
                  <a:cubicBezTo>
                    <a:pt x="1105" y="254"/>
                    <a:pt x="867" y="1"/>
                    <a:pt x="5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6" name="Google Shape;886;p78"/>
          <p:cNvSpPr/>
          <p:nvPr/>
        </p:nvSpPr>
        <p:spPr>
          <a:xfrm>
            <a:off x="594708" y="3907550"/>
            <a:ext cx="310802" cy="234250"/>
          </a:xfrm>
          <a:custGeom>
            <a:avLst/>
            <a:gdLst/>
            <a:ahLst/>
            <a:cxnLst/>
            <a:rect l="l" t="t" r="r" b="b"/>
            <a:pathLst>
              <a:path w="6289" h="4775" extrusionOk="0">
                <a:moveTo>
                  <a:pt x="3516" y="1"/>
                </a:moveTo>
                <a:cubicBezTo>
                  <a:pt x="3421" y="1"/>
                  <a:pt x="3331" y="72"/>
                  <a:pt x="3331" y="189"/>
                </a:cubicBezTo>
                <a:lnTo>
                  <a:pt x="3331" y="1100"/>
                </a:lnTo>
                <a:lnTo>
                  <a:pt x="180" y="1100"/>
                </a:lnTo>
                <a:cubicBezTo>
                  <a:pt x="75" y="1100"/>
                  <a:pt x="1" y="1189"/>
                  <a:pt x="1" y="1279"/>
                </a:cubicBezTo>
                <a:lnTo>
                  <a:pt x="1" y="3489"/>
                </a:lnTo>
                <a:cubicBezTo>
                  <a:pt x="1" y="3594"/>
                  <a:pt x="75" y="3669"/>
                  <a:pt x="180" y="3669"/>
                </a:cubicBezTo>
                <a:lnTo>
                  <a:pt x="3331" y="3669"/>
                </a:lnTo>
                <a:lnTo>
                  <a:pt x="3331" y="4595"/>
                </a:lnTo>
                <a:cubicBezTo>
                  <a:pt x="3331" y="4699"/>
                  <a:pt x="3419" y="4774"/>
                  <a:pt x="3513" y="4774"/>
                </a:cubicBezTo>
                <a:cubicBezTo>
                  <a:pt x="3553" y="4774"/>
                  <a:pt x="3594" y="4761"/>
                  <a:pt x="3630" y="4729"/>
                </a:cubicBezTo>
                <a:lnTo>
                  <a:pt x="6199" y="2519"/>
                </a:lnTo>
                <a:cubicBezTo>
                  <a:pt x="6289" y="2459"/>
                  <a:pt x="6289" y="2324"/>
                  <a:pt x="6199" y="2250"/>
                </a:cubicBezTo>
                <a:lnTo>
                  <a:pt x="3630" y="39"/>
                </a:lnTo>
                <a:cubicBezTo>
                  <a:pt x="3595" y="13"/>
                  <a:pt x="3555" y="1"/>
                  <a:pt x="351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78"/>
          <p:cNvSpPr/>
          <p:nvPr/>
        </p:nvSpPr>
        <p:spPr>
          <a:xfrm>
            <a:off x="1125104" y="3907672"/>
            <a:ext cx="310802" cy="234004"/>
          </a:xfrm>
          <a:custGeom>
            <a:avLst/>
            <a:gdLst/>
            <a:ahLst/>
            <a:cxnLst/>
            <a:rect l="l" t="t" r="r" b="b"/>
            <a:pathLst>
              <a:path w="6289" h="4770" extrusionOk="0">
                <a:moveTo>
                  <a:pt x="2776" y="1"/>
                </a:moveTo>
                <a:cubicBezTo>
                  <a:pt x="2736" y="1"/>
                  <a:pt x="2695" y="15"/>
                  <a:pt x="2659" y="46"/>
                </a:cubicBezTo>
                <a:lnTo>
                  <a:pt x="90" y="2242"/>
                </a:lnTo>
                <a:cubicBezTo>
                  <a:pt x="0" y="2316"/>
                  <a:pt x="0" y="2451"/>
                  <a:pt x="90" y="2525"/>
                </a:cubicBezTo>
                <a:lnTo>
                  <a:pt x="2659" y="4721"/>
                </a:lnTo>
                <a:cubicBezTo>
                  <a:pt x="2697" y="4754"/>
                  <a:pt x="2740" y="4769"/>
                  <a:pt x="2783" y="4769"/>
                </a:cubicBezTo>
                <a:cubicBezTo>
                  <a:pt x="2874" y="4769"/>
                  <a:pt x="2958" y="4699"/>
                  <a:pt x="2958" y="4587"/>
                </a:cubicBezTo>
                <a:lnTo>
                  <a:pt x="2958" y="3661"/>
                </a:lnTo>
                <a:lnTo>
                  <a:pt x="6109" y="3661"/>
                </a:lnTo>
                <a:cubicBezTo>
                  <a:pt x="6214" y="3661"/>
                  <a:pt x="6288" y="3586"/>
                  <a:pt x="6288" y="3481"/>
                </a:cubicBezTo>
                <a:lnTo>
                  <a:pt x="6288" y="1286"/>
                </a:lnTo>
                <a:cubicBezTo>
                  <a:pt x="6288" y="1181"/>
                  <a:pt x="6214" y="1107"/>
                  <a:pt x="6109" y="1107"/>
                </a:cubicBezTo>
                <a:lnTo>
                  <a:pt x="2958" y="1107"/>
                </a:lnTo>
                <a:lnTo>
                  <a:pt x="2958" y="180"/>
                </a:lnTo>
                <a:cubicBezTo>
                  <a:pt x="2958" y="76"/>
                  <a:pt x="2870" y="1"/>
                  <a:pt x="27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8" name="Google Shape;888;p78"/>
          <p:cNvGrpSpPr/>
          <p:nvPr/>
        </p:nvGrpSpPr>
        <p:grpSpPr>
          <a:xfrm>
            <a:off x="1627922" y="3355101"/>
            <a:ext cx="332870" cy="328466"/>
            <a:chOff x="1500737" y="1620203"/>
            <a:chExt cx="258419" cy="255000"/>
          </a:xfrm>
        </p:grpSpPr>
        <p:sp>
          <p:nvSpPr>
            <p:cNvPr id="889" name="Google Shape;889;p78"/>
            <p:cNvSpPr/>
            <p:nvPr/>
          </p:nvSpPr>
          <p:spPr>
            <a:xfrm>
              <a:off x="1500737" y="1755013"/>
              <a:ext cx="60589" cy="71133"/>
            </a:xfrm>
            <a:custGeom>
              <a:avLst/>
              <a:gdLst/>
              <a:ahLst/>
              <a:cxnLst/>
              <a:rect l="l" t="t" r="r" b="b"/>
              <a:pathLst>
                <a:path w="1226" h="1450" extrusionOk="0">
                  <a:moveTo>
                    <a:pt x="1" y="0"/>
                  </a:moveTo>
                  <a:cubicBezTo>
                    <a:pt x="30" y="538"/>
                    <a:pt x="210" y="1031"/>
                    <a:pt x="538" y="1449"/>
                  </a:cubicBezTo>
                  <a:cubicBezTo>
                    <a:pt x="747" y="1344"/>
                    <a:pt x="971" y="1255"/>
                    <a:pt x="1225" y="1180"/>
                  </a:cubicBezTo>
                  <a:cubicBezTo>
                    <a:pt x="1136" y="822"/>
                    <a:pt x="1076" y="418"/>
                    <a:pt x="1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78"/>
            <p:cNvSpPr/>
            <p:nvPr/>
          </p:nvSpPr>
          <p:spPr>
            <a:xfrm>
              <a:off x="1500737" y="1669260"/>
              <a:ext cx="60589" cy="71133"/>
            </a:xfrm>
            <a:custGeom>
              <a:avLst/>
              <a:gdLst/>
              <a:ahLst/>
              <a:cxnLst/>
              <a:rect l="l" t="t" r="r" b="b"/>
              <a:pathLst>
                <a:path w="1226" h="1450" extrusionOk="0">
                  <a:moveTo>
                    <a:pt x="538" y="1"/>
                  </a:moveTo>
                  <a:cubicBezTo>
                    <a:pt x="210" y="419"/>
                    <a:pt x="30" y="912"/>
                    <a:pt x="1" y="1450"/>
                  </a:cubicBezTo>
                  <a:lnTo>
                    <a:pt x="1061" y="1450"/>
                  </a:lnTo>
                  <a:cubicBezTo>
                    <a:pt x="1076" y="1031"/>
                    <a:pt x="1136" y="628"/>
                    <a:pt x="1225" y="270"/>
                  </a:cubicBezTo>
                  <a:cubicBezTo>
                    <a:pt x="971" y="195"/>
                    <a:pt x="747" y="105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78"/>
            <p:cNvSpPr/>
            <p:nvPr/>
          </p:nvSpPr>
          <p:spPr>
            <a:xfrm>
              <a:off x="1637286" y="1686136"/>
              <a:ext cx="53917" cy="54258"/>
            </a:xfrm>
            <a:custGeom>
              <a:avLst/>
              <a:gdLst/>
              <a:ahLst/>
              <a:cxnLst/>
              <a:rect l="l" t="t" r="r" b="b"/>
              <a:pathLst>
                <a:path w="1091" h="1106" extrusionOk="0">
                  <a:moveTo>
                    <a:pt x="927" y="0"/>
                  </a:moveTo>
                  <a:cubicBezTo>
                    <a:pt x="643" y="60"/>
                    <a:pt x="329" y="90"/>
                    <a:pt x="1" y="105"/>
                  </a:cubicBezTo>
                  <a:lnTo>
                    <a:pt x="1" y="1106"/>
                  </a:lnTo>
                  <a:lnTo>
                    <a:pt x="1091" y="1106"/>
                  </a:lnTo>
                  <a:cubicBezTo>
                    <a:pt x="1076" y="702"/>
                    <a:pt x="1016" y="329"/>
                    <a:pt x="9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78"/>
            <p:cNvSpPr/>
            <p:nvPr/>
          </p:nvSpPr>
          <p:spPr>
            <a:xfrm>
              <a:off x="1637286" y="1620203"/>
              <a:ext cx="41414" cy="55729"/>
            </a:xfrm>
            <a:custGeom>
              <a:avLst/>
              <a:gdLst/>
              <a:ahLst/>
              <a:cxnLst/>
              <a:rect l="l" t="t" r="r" b="b"/>
              <a:pathLst>
                <a:path w="838" h="1136" extrusionOk="0">
                  <a:moveTo>
                    <a:pt x="1" y="0"/>
                  </a:moveTo>
                  <a:lnTo>
                    <a:pt x="1" y="1135"/>
                  </a:lnTo>
                  <a:cubicBezTo>
                    <a:pt x="299" y="1120"/>
                    <a:pt x="568" y="1090"/>
                    <a:pt x="837" y="1046"/>
                  </a:cubicBezTo>
                  <a:cubicBezTo>
                    <a:pt x="792" y="926"/>
                    <a:pt x="747" y="807"/>
                    <a:pt x="703" y="702"/>
                  </a:cubicBezTo>
                  <a:cubicBezTo>
                    <a:pt x="583" y="463"/>
                    <a:pt x="434" y="284"/>
                    <a:pt x="284" y="164"/>
                  </a:cubicBezTo>
                  <a:cubicBezTo>
                    <a:pt x="195" y="75"/>
                    <a:pt x="105" y="3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78"/>
            <p:cNvSpPr/>
            <p:nvPr/>
          </p:nvSpPr>
          <p:spPr>
            <a:xfrm>
              <a:off x="1537654" y="1827519"/>
              <a:ext cx="51693" cy="41846"/>
            </a:xfrm>
            <a:custGeom>
              <a:avLst/>
              <a:gdLst/>
              <a:ahLst/>
              <a:cxnLst/>
              <a:rect l="l" t="t" r="r" b="b"/>
              <a:pathLst>
                <a:path w="1046" h="853" extrusionOk="0">
                  <a:moveTo>
                    <a:pt x="568" y="1"/>
                  </a:moveTo>
                  <a:cubicBezTo>
                    <a:pt x="359" y="46"/>
                    <a:pt x="165" y="120"/>
                    <a:pt x="0" y="210"/>
                  </a:cubicBezTo>
                  <a:cubicBezTo>
                    <a:pt x="0" y="210"/>
                    <a:pt x="15" y="210"/>
                    <a:pt x="15" y="225"/>
                  </a:cubicBezTo>
                  <a:cubicBezTo>
                    <a:pt x="299" y="509"/>
                    <a:pt x="658" y="733"/>
                    <a:pt x="1046" y="852"/>
                  </a:cubicBezTo>
                  <a:cubicBezTo>
                    <a:pt x="926" y="733"/>
                    <a:pt x="837" y="583"/>
                    <a:pt x="747" y="404"/>
                  </a:cubicBezTo>
                  <a:cubicBezTo>
                    <a:pt x="672" y="270"/>
                    <a:pt x="628" y="135"/>
                    <a:pt x="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78"/>
            <p:cNvSpPr/>
            <p:nvPr/>
          </p:nvSpPr>
          <p:spPr>
            <a:xfrm>
              <a:off x="1670497" y="1625305"/>
              <a:ext cx="51743" cy="42533"/>
            </a:xfrm>
            <a:custGeom>
              <a:avLst/>
              <a:gdLst/>
              <a:ahLst/>
              <a:cxnLst/>
              <a:rect l="l" t="t" r="r" b="b"/>
              <a:pathLst>
                <a:path w="1047" h="867" extrusionOk="0">
                  <a:moveTo>
                    <a:pt x="1" y="1"/>
                  </a:moveTo>
                  <a:lnTo>
                    <a:pt x="1" y="1"/>
                  </a:lnTo>
                  <a:cubicBezTo>
                    <a:pt x="105" y="135"/>
                    <a:pt x="210" y="284"/>
                    <a:pt x="300" y="464"/>
                  </a:cubicBezTo>
                  <a:cubicBezTo>
                    <a:pt x="359" y="583"/>
                    <a:pt x="419" y="718"/>
                    <a:pt x="464" y="867"/>
                  </a:cubicBezTo>
                  <a:cubicBezTo>
                    <a:pt x="673" y="807"/>
                    <a:pt x="867" y="732"/>
                    <a:pt x="1046" y="658"/>
                  </a:cubicBezTo>
                  <a:cubicBezTo>
                    <a:pt x="1031" y="643"/>
                    <a:pt x="1031" y="643"/>
                    <a:pt x="1031" y="643"/>
                  </a:cubicBezTo>
                  <a:cubicBezTo>
                    <a:pt x="733" y="344"/>
                    <a:pt x="389" y="13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78"/>
            <p:cNvSpPr/>
            <p:nvPr/>
          </p:nvSpPr>
          <p:spPr>
            <a:xfrm>
              <a:off x="1697826" y="1755013"/>
              <a:ext cx="61330" cy="71133"/>
            </a:xfrm>
            <a:custGeom>
              <a:avLst/>
              <a:gdLst/>
              <a:ahLst/>
              <a:cxnLst/>
              <a:rect l="l" t="t" r="r" b="b"/>
              <a:pathLst>
                <a:path w="1241" h="1450" extrusionOk="0">
                  <a:moveTo>
                    <a:pt x="165" y="0"/>
                  </a:moveTo>
                  <a:cubicBezTo>
                    <a:pt x="150" y="418"/>
                    <a:pt x="105" y="822"/>
                    <a:pt x="0" y="1180"/>
                  </a:cubicBezTo>
                  <a:cubicBezTo>
                    <a:pt x="254" y="1255"/>
                    <a:pt x="493" y="1344"/>
                    <a:pt x="702" y="1449"/>
                  </a:cubicBezTo>
                  <a:cubicBezTo>
                    <a:pt x="1016" y="1031"/>
                    <a:pt x="1210" y="538"/>
                    <a:pt x="1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78"/>
            <p:cNvSpPr/>
            <p:nvPr/>
          </p:nvSpPr>
          <p:spPr>
            <a:xfrm>
              <a:off x="1580453" y="1620203"/>
              <a:ext cx="42106" cy="55729"/>
            </a:xfrm>
            <a:custGeom>
              <a:avLst/>
              <a:gdLst/>
              <a:ahLst/>
              <a:cxnLst/>
              <a:rect l="l" t="t" r="r" b="b"/>
              <a:pathLst>
                <a:path w="852" h="1136" extrusionOk="0">
                  <a:moveTo>
                    <a:pt x="852" y="0"/>
                  </a:moveTo>
                  <a:cubicBezTo>
                    <a:pt x="747" y="30"/>
                    <a:pt x="643" y="75"/>
                    <a:pt x="553" y="164"/>
                  </a:cubicBezTo>
                  <a:cubicBezTo>
                    <a:pt x="404" y="284"/>
                    <a:pt x="269" y="463"/>
                    <a:pt x="150" y="702"/>
                  </a:cubicBezTo>
                  <a:cubicBezTo>
                    <a:pt x="105" y="807"/>
                    <a:pt x="45" y="926"/>
                    <a:pt x="1" y="1046"/>
                  </a:cubicBezTo>
                  <a:cubicBezTo>
                    <a:pt x="269" y="1090"/>
                    <a:pt x="553" y="1120"/>
                    <a:pt x="852" y="1135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78"/>
            <p:cNvSpPr/>
            <p:nvPr/>
          </p:nvSpPr>
          <p:spPr>
            <a:xfrm>
              <a:off x="1537654" y="1625305"/>
              <a:ext cx="51693" cy="42533"/>
            </a:xfrm>
            <a:custGeom>
              <a:avLst/>
              <a:gdLst/>
              <a:ahLst/>
              <a:cxnLst/>
              <a:rect l="l" t="t" r="r" b="b"/>
              <a:pathLst>
                <a:path w="1046" h="867" extrusionOk="0">
                  <a:moveTo>
                    <a:pt x="1046" y="1"/>
                  </a:moveTo>
                  <a:lnTo>
                    <a:pt x="1046" y="1"/>
                  </a:lnTo>
                  <a:cubicBezTo>
                    <a:pt x="658" y="135"/>
                    <a:pt x="299" y="344"/>
                    <a:pt x="15" y="643"/>
                  </a:cubicBezTo>
                  <a:cubicBezTo>
                    <a:pt x="15" y="643"/>
                    <a:pt x="0" y="643"/>
                    <a:pt x="0" y="658"/>
                  </a:cubicBezTo>
                  <a:cubicBezTo>
                    <a:pt x="165" y="732"/>
                    <a:pt x="359" y="807"/>
                    <a:pt x="568" y="867"/>
                  </a:cubicBezTo>
                  <a:cubicBezTo>
                    <a:pt x="628" y="718"/>
                    <a:pt x="672" y="583"/>
                    <a:pt x="747" y="464"/>
                  </a:cubicBezTo>
                  <a:cubicBezTo>
                    <a:pt x="837" y="284"/>
                    <a:pt x="926" y="135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78"/>
            <p:cNvSpPr/>
            <p:nvPr/>
          </p:nvSpPr>
          <p:spPr>
            <a:xfrm>
              <a:off x="1697826" y="1669260"/>
              <a:ext cx="61330" cy="71133"/>
            </a:xfrm>
            <a:custGeom>
              <a:avLst/>
              <a:gdLst/>
              <a:ahLst/>
              <a:cxnLst/>
              <a:rect l="l" t="t" r="r" b="b"/>
              <a:pathLst>
                <a:path w="1241" h="1450" extrusionOk="0">
                  <a:moveTo>
                    <a:pt x="702" y="1"/>
                  </a:moveTo>
                  <a:cubicBezTo>
                    <a:pt x="493" y="105"/>
                    <a:pt x="254" y="195"/>
                    <a:pt x="0" y="270"/>
                  </a:cubicBezTo>
                  <a:cubicBezTo>
                    <a:pt x="105" y="628"/>
                    <a:pt x="150" y="1031"/>
                    <a:pt x="165" y="1450"/>
                  </a:cubicBezTo>
                  <a:lnTo>
                    <a:pt x="1240" y="1450"/>
                  </a:lnTo>
                  <a:cubicBezTo>
                    <a:pt x="1210" y="912"/>
                    <a:pt x="1016" y="419"/>
                    <a:pt x="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78"/>
            <p:cNvSpPr/>
            <p:nvPr/>
          </p:nvSpPr>
          <p:spPr>
            <a:xfrm>
              <a:off x="1670497" y="1827519"/>
              <a:ext cx="51743" cy="41846"/>
            </a:xfrm>
            <a:custGeom>
              <a:avLst/>
              <a:gdLst/>
              <a:ahLst/>
              <a:cxnLst/>
              <a:rect l="l" t="t" r="r" b="b"/>
              <a:pathLst>
                <a:path w="1047" h="853" extrusionOk="0">
                  <a:moveTo>
                    <a:pt x="464" y="1"/>
                  </a:moveTo>
                  <a:cubicBezTo>
                    <a:pt x="419" y="135"/>
                    <a:pt x="359" y="270"/>
                    <a:pt x="300" y="404"/>
                  </a:cubicBezTo>
                  <a:cubicBezTo>
                    <a:pt x="210" y="583"/>
                    <a:pt x="105" y="733"/>
                    <a:pt x="1" y="852"/>
                  </a:cubicBezTo>
                  <a:cubicBezTo>
                    <a:pt x="389" y="733"/>
                    <a:pt x="733" y="509"/>
                    <a:pt x="1031" y="225"/>
                  </a:cubicBezTo>
                  <a:cubicBezTo>
                    <a:pt x="1031" y="210"/>
                    <a:pt x="1031" y="210"/>
                    <a:pt x="1046" y="210"/>
                  </a:cubicBezTo>
                  <a:cubicBezTo>
                    <a:pt x="867" y="120"/>
                    <a:pt x="673" y="46"/>
                    <a:pt x="4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78"/>
            <p:cNvSpPr/>
            <p:nvPr/>
          </p:nvSpPr>
          <p:spPr>
            <a:xfrm>
              <a:off x="1637286" y="1755013"/>
              <a:ext cx="53917" cy="54258"/>
            </a:xfrm>
            <a:custGeom>
              <a:avLst/>
              <a:gdLst/>
              <a:ahLst/>
              <a:cxnLst/>
              <a:rect l="l" t="t" r="r" b="b"/>
              <a:pathLst>
                <a:path w="1091" h="1106" extrusionOk="0">
                  <a:moveTo>
                    <a:pt x="1" y="0"/>
                  </a:moveTo>
                  <a:lnTo>
                    <a:pt x="1" y="1001"/>
                  </a:lnTo>
                  <a:cubicBezTo>
                    <a:pt x="329" y="1016"/>
                    <a:pt x="643" y="1046"/>
                    <a:pt x="927" y="1105"/>
                  </a:cubicBezTo>
                  <a:cubicBezTo>
                    <a:pt x="1016" y="762"/>
                    <a:pt x="1076" y="389"/>
                    <a:pt x="10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78"/>
            <p:cNvSpPr/>
            <p:nvPr/>
          </p:nvSpPr>
          <p:spPr>
            <a:xfrm>
              <a:off x="1568641" y="1755013"/>
              <a:ext cx="53917" cy="54258"/>
            </a:xfrm>
            <a:custGeom>
              <a:avLst/>
              <a:gdLst/>
              <a:ahLst/>
              <a:cxnLst/>
              <a:rect l="l" t="t" r="r" b="b"/>
              <a:pathLst>
                <a:path w="1091" h="1106" extrusionOk="0">
                  <a:moveTo>
                    <a:pt x="1" y="0"/>
                  </a:moveTo>
                  <a:cubicBezTo>
                    <a:pt x="16" y="389"/>
                    <a:pt x="60" y="762"/>
                    <a:pt x="150" y="1105"/>
                  </a:cubicBezTo>
                  <a:cubicBezTo>
                    <a:pt x="449" y="1046"/>
                    <a:pt x="762" y="1016"/>
                    <a:pt x="1091" y="1001"/>
                  </a:cubicBezTo>
                  <a:lnTo>
                    <a:pt x="1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78"/>
            <p:cNvSpPr/>
            <p:nvPr/>
          </p:nvSpPr>
          <p:spPr>
            <a:xfrm>
              <a:off x="1637286" y="1819474"/>
              <a:ext cx="41414" cy="55729"/>
            </a:xfrm>
            <a:custGeom>
              <a:avLst/>
              <a:gdLst/>
              <a:ahLst/>
              <a:cxnLst/>
              <a:rect l="l" t="t" r="r" b="b"/>
              <a:pathLst>
                <a:path w="838" h="1136" extrusionOk="0">
                  <a:moveTo>
                    <a:pt x="1" y="1"/>
                  </a:moveTo>
                  <a:lnTo>
                    <a:pt x="1" y="1136"/>
                  </a:lnTo>
                  <a:cubicBezTo>
                    <a:pt x="105" y="1106"/>
                    <a:pt x="195" y="1046"/>
                    <a:pt x="284" y="971"/>
                  </a:cubicBezTo>
                  <a:cubicBezTo>
                    <a:pt x="434" y="852"/>
                    <a:pt x="583" y="658"/>
                    <a:pt x="688" y="419"/>
                  </a:cubicBezTo>
                  <a:cubicBezTo>
                    <a:pt x="747" y="314"/>
                    <a:pt x="792" y="210"/>
                    <a:pt x="837" y="90"/>
                  </a:cubicBezTo>
                  <a:cubicBezTo>
                    <a:pt x="568" y="30"/>
                    <a:pt x="284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78"/>
            <p:cNvSpPr/>
            <p:nvPr/>
          </p:nvSpPr>
          <p:spPr>
            <a:xfrm>
              <a:off x="1580453" y="1819474"/>
              <a:ext cx="42106" cy="55729"/>
            </a:xfrm>
            <a:custGeom>
              <a:avLst/>
              <a:gdLst/>
              <a:ahLst/>
              <a:cxnLst/>
              <a:rect l="l" t="t" r="r" b="b"/>
              <a:pathLst>
                <a:path w="852" h="1136" extrusionOk="0">
                  <a:moveTo>
                    <a:pt x="852" y="1"/>
                  </a:moveTo>
                  <a:cubicBezTo>
                    <a:pt x="553" y="1"/>
                    <a:pt x="269" y="30"/>
                    <a:pt x="1" y="90"/>
                  </a:cubicBezTo>
                  <a:cubicBezTo>
                    <a:pt x="45" y="210"/>
                    <a:pt x="105" y="314"/>
                    <a:pt x="150" y="419"/>
                  </a:cubicBezTo>
                  <a:cubicBezTo>
                    <a:pt x="269" y="658"/>
                    <a:pt x="404" y="852"/>
                    <a:pt x="553" y="971"/>
                  </a:cubicBezTo>
                  <a:cubicBezTo>
                    <a:pt x="643" y="1046"/>
                    <a:pt x="747" y="1106"/>
                    <a:pt x="852" y="1136"/>
                  </a:cubicBezTo>
                  <a:lnTo>
                    <a:pt x="8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78"/>
            <p:cNvSpPr/>
            <p:nvPr/>
          </p:nvSpPr>
          <p:spPr>
            <a:xfrm>
              <a:off x="1568641" y="1686136"/>
              <a:ext cx="53917" cy="54258"/>
            </a:xfrm>
            <a:custGeom>
              <a:avLst/>
              <a:gdLst/>
              <a:ahLst/>
              <a:cxnLst/>
              <a:rect l="l" t="t" r="r" b="b"/>
              <a:pathLst>
                <a:path w="1091" h="1106" extrusionOk="0">
                  <a:moveTo>
                    <a:pt x="150" y="0"/>
                  </a:moveTo>
                  <a:cubicBezTo>
                    <a:pt x="60" y="329"/>
                    <a:pt x="16" y="702"/>
                    <a:pt x="1" y="1106"/>
                  </a:cubicBezTo>
                  <a:lnTo>
                    <a:pt x="1091" y="1106"/>
                  </a:lnTo>
                  <a:lnTo>
                    <a:pt x="1091" y="105"/>
                  </a:lnTo>
                  <a:cubicBezTo>
                    <a:pt x="762" y="90"/>
                    <a:pt x="449" y="60"/>
                    <a:pt x="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5" name="Google Shape;905;p78"/>
          <p:cNvGrpSpPr/>
          <p:nvPr/>
        </p:nvGrpSpPr>
        <p:grpSpPr>
          <a:xfrm>
            <a:off x="4435837" y="3346743"/>
            <a:ext cx="349943" cy="345168"/>
            <a:chOff x="1483110" y="3922572"/>
            <a:chExt cx="349943" cy="345168"/>
          </a:xfrm>
        </p:grpSpPr>
        <p:sp>
          <p:nvSpPr>
            <p:cNvPr id="906" name="Google Shape;906;p78"/>
            <p:cNvSpPr/>
            <p:nvPr/>
          </p:nvSpPr>
          <p:spPr>
            <a:xfrm>
              <a:off x="1483110" y="3922572"/>
              <a:ext cx="349943" cy="253578"/>
            </a:xfrm>
            <a:custGeom>
              <a:avLst/>
              <a:gdLst/>
              <a:ahLst/>
              <a:cxnLst/>
              <a:rect l="l" t="t" r="r" b="b"/>
              <a:pathLst>
                <a:path w="7081" h="5169" extrusionOk="0">
                  <a:moveTo>
                    <a:pt x="3242" y="0"/>
                  </a:moveTo>
                  <a:cubicBezTo>
                    <a:pt x="2659" y="0"/>
                    <a:pt x="2152" y="404"/>
                    <a:pt x="2002" y="956"/>
                  </a:cubicBezTo>
                  <a:cubicBezTo>
                    <a:pt x="1883" y="911"/>
                    <a:pt x="1748" y="882"/>
                    <a:pt x="1599" y="882"/>
                  </a:cubicBezTo>
                  <a:lnTo>
                    <a:pt x="1539" y="882"/>
                  </a:lnTo>
                  <a:cubicBezTo>
                    <a:pt x="733" y="882"/>
                    <a:pt x="61" y="1509"/>
                    <a:pt x="31" y="2315"/>
                  </a:cubicBezTo>
                  <a:cubicBezTo>
                    <a:pt x="1" y="2973"/>
                    <a:pt x="389" y="3555"/>
                    <a:pt x="972" y="3794"/>
                  </a:cubicBezTo>
                  <a:cubicBezTo>
                    <a:pt x="972" y="4033"/>
                    <a:pt x="1076" y="4242"/>
                    <a:pt x="1240" y="4406"/>
                  </a:cubicBezTo>
                  <a:cubicBezTo>
                    <a:pt x="1435" y="4242"/>
                    <a:pt x="1689" y="4152"/>
                    <a:pt x="1957" y="4152"/>
                  </a:cubicBezTo>
                  <a:cubicBezTo>
                    <a:pt x="2540" y="4152"/>
                    <a:pt x="3033" y="4601"/>
                    <a:pt x="3107" y="5168"/>
                  </a:cubicBezTo>
                  <a:lnTo>
                    <a:pt x="3167" y="5168"/>
                  </a:lnTo>
                  <a:cubicBezTo>
                    <a:pt x="3585" y="5168"/>
                    <a:pt x="3929" y="4929"/>
                    <a:pt x="4108" y="4601"/>
                  </a:cubicBezTo>
                  <a:cubicBezTo>
                    <a:pt x="4287" y="4780"/>
                    <a:pt x="4526" y="4899"/>
                    <a:pt x="4795" y="4914"/>
                  </a:cubicBezTo>
                  <a:lnTo>
                    <a:pt x="4840" y="4914"/>
                  </a:lnTo>
                  <a:cubicBezTo>
                    <a:pt x="5333" y="4914"/>
                    <a:pt x="5736" y="4571"/>
                    <a:pt x="5841" y="4093"/>
                  </a:cubicBezTo>
                  <a:cubicBezTo>
                    <a:pt x="6498" y="4048"/>
                    <a:pt x="7021" y="3510"/>
                    <a:pt x="7051" y="2853"/>
                  </a:cubicBezTo>
                  <a:cubicBezTo>
                    <a:pt x="7080" y="2121"/>
                    <a:pt x="6528" y="1509"/>
                    <a:pt x="5811" y="1464"/>
                  </a:cubicBezTo>
                  <a:cubicBezTo>
                    <a:pt x="5811" y="1449"/>
                    <a:pt x="5811" y="1434"/>
                    <a:pt x="5811" y="1419"/>
                  </a:cubicBezTo>
                  <a:cubicBezTo>
                    <a:pt x="5841" y="867"/>
                    <a:pt x="5422" y="419"/>
                    <a:pt x="4885" y="389"/>
                  </a:cubicBezTo>
                  <a:lnTo>
                    <a:pt x="4840" y="389"/>
                  </a:lnTo>
                  <a:cubicBezTo>
                    <a:pt x="4631" y="389"/>
                    <a:pt x="4452" y="448"/>
                    <a:pt x="4302" y="553"/>
                  </a:cubicBezTo>
                  <a:cubicBezTo>
                    <a:pt x="4078" y="239"/>
                    <a:pt x="3720" y="30"/>
                    <a:pt x="33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78"/>
            <p:cNvSpPr/>
            <p:nvPr/>
          </p:nvSpPr>
          <p:spPr>
            <a:xfrm>
              <a:off x="1483852" y="4220792"/>
              <a:ext cx="47295" cy="46948"/>
            </a:xfrm>
            <a:custGeom>
              <a:avLst/>
              <a:gdLst/>
              <a:ahLst/>
              <a:cxnLst/>
              <a:rect l="l" t="t" r="r" b="b"/>
              <a:pathLst>
                <a:path w="957" h="957" extrusionOk="0">
                  <a:moveTo>
                    <a:pt x="479" y="0"/>
                  </a:moveTo>
                  <a:cubicBezTo>
                    <a:pt x="225" y="0"/>
                    <a:pt x="1" y="209"/>
                    <a:pt x="1" y="478"/>
                  </a:cubicBezTo>
                  <a:cubicBezTo>
                    <a:pt x="1" y="747"/>
                    <a:pt x="225" y="956"/>
                    <a:pt x="479" y="956"/>
                  </a:cubicBezTo>
                  <a:cubicBezTo>
                    <a:pt x="748" y="956"/>
                    <a:pt x="957" y="747"/>
                    <a:pt x="957" y="478"/>
                  </a:cubicBezTo>
                  <a:cubicBezTo>
                    <a:pt x="957" y="209"/>
                    <a:pt x="748" y="0"/>
                    <a:pt x="4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78"/>
            <p:cNvSpPr/>
            <p:nvPr/>
          </p:nvSpPr>
          <p:spPr>
            <a:xfrm>
              <a:off x="1542168" y="4146765"/>
              <a:ext cx="74624" cy="74077"/>
            </a:xfrm>
            <a:custGeom>
              <a:avLst/>
              <a:gdLst/>
              <a:ahLst/>
              <a:cxnLst/>
              <a:rect l="l" t="t" r="r" b="b"/>
              <a:pathLst>
                <a:path w="1510" h="1510" extrusionOk="0">
                  <a:moveTo>
                    <a:pt x="762" y="1"/>
                  </a:moveTo>
                  <a:cubicBezTo>
                    <a:pt x="344" y="1"/>
                    <a:pt x="1" y="329"/>
                    <a:pt x="1" y="747"/>
                  </a:cubicBezTo>
                  <a:cubicBezTo>
                    <a:pt x="1" y="1166"/>
                    <a:pt x="344" y="1509"/>
                    <a:pt x="762" y="1509"/>
                  </a:cubicBezTo>
                  <a:cubicBezTo>
                    <a:pt x="1181" y="1509"/>
                    <a:pt x="1509" y="1166"/>
                    <a:pt x="1509" y="747"/>
                  </a:cubicBezTo>
                  <a:cubicBezTo>
                    <a:pt x="1509" y="329"/>
                    <a:pt x="1181" y="1"/>
                    <a:pt x="7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9" name="Google Shape;909;p78"/>
          <p:cNvSpPr/>
          <p:nvPr/>
        </p:nvSpPr>
        <p:spPr>
          <a:xfrm>
            <a:off x="5035139" y="3365810"/>
            <a:ext cx="272403" cy="307051"/>
          </a:xfrm>
          <a:custGeom>
            <a:avLst/>
            <a:gdLst/>
            <a:ahLst/>
            <a:cxnLst/>
            <a:rect l="l" t="t" r="r" b="b"/>
            <a:pathLst>
              <a:path w="5512" h="6259" extrusionOk="0">
                <a:moveTo>
                  <a:pt x="2764" y="0"/>
                </a:moveTo>
                <a:cubicBezTo>
                  <a:pt x="1853" y="0"/>
                  <a:pt x="1106" y="732"/>
                  <a:pt x="1106" y="1643"/>
                </a:cubicBezTo>
                <a:cubicBezTo>
                  <a:pt x="1106" y="2270"/>
                  <a:pt x="1464" y="3271"/>
                  <a:pt x="2047" y="3764"/>
                </a:cubicBezTo>
                <a:cubicBezTo>
                  <a:pt x="2151" y="3869"/>
                  <a:pt x="2091" y="4063"/>
                  <a:pt x="1927" y="4063"/>
                </a:cubicBezTo>
                <a:lnTo>
                  <a:pt x="1658" y="4063"/>
                </a:lnTo>
                <a:cubicBezTo>
                  <a:pt x="747" y="4063"/>
                  <a:pt x="0" y="4795"/>
                  <a:pt x="0" y="5706"/>
                </a:cubicBezTo>
                <a:lnTo>
                  <a:pt x="0" y="6079"/>
                </a:lnTo>
                <a:cubicBezTo>
                  <a:pt x="0" y="6184"/>
                  <a:pt x="90" y="6258"/>
                  <a:pt x="195" y="6258"/>
                </a:cubicBezTo>
                <a:lnTo>
                  <a:pt x="5333" y="6258"/>
                </a:lnTo>
                <a:cubicBezTo>
                  <a:pt x="5422" y="6258"/>
                  <a:pt x="5512" y="6184"/>
                  <a:pt x="5512" y="6079"/>
                </a:cubicBezTo>
                <a:lnTo>
                  <a:pt x="5512" y="5706"/>
                </a:lnTo>
                <a:cubicBezTo>
                  <a:pt x="5512" y="4795"/>
                  <a:pt x="4765" y="4063"/>
                  <a:pt x="3854" y="4063"/>
                </a:cubicBezTo>
                <a:lnTo>
                  <a:pt x="3585" y="4063"/>
                </a:lnTo>
                <a:cubicBezTo>
                  <a:pt x="3421" y="4063"/>
                  <a:pt x="3361" y="3869"/>
                  <a:pt x="3466" y="3764"/>
                </a:cubicBezTo>
                <a:cubicBezTo>
                  <a:pt x="4048" y="3271"/>
                  <a:pt x="4407" y="2270"/>
                  <a:pt x="4407" y="1643"/>
                </a:cubicBezTo>
                <a:cubicBezTo>
                  <a:pt x="4407" y="732"/>
                  <a:pt x="3675" y="0"/>
                  <a:pt x="27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0" name="Google Shape;910;p78"/>
          <p:cNvGrpSpPr/>
          <p:nvPr/>
        </p:nvGrpSpPr>
        <p:grpSpPr>
          <a:xfrm>
            <a:off x="1125473" y="4362513"/>
            <a:ext cx="310063" cy="307787"/>
            <a:chOff x="1478028" y="4460450"/>
            <a:chExt cx="310063" cy="307787"/>
          </a:xfrm>
        </p:grpSpPr>
        <p:sp>
          <p:nvSpPr>
            <p:cNvPr id="911" name="Google Shape;911;p78"/>
            <p:cNvSpPr/>
            <p:nvPr/>
          </p:nvSpPr>
          <p:spPr>
            <a:xfrm>
              <a:off x="1478028" y="4460450"/>
              <a:ext cx="141045" cy="139814"/>
            </a:xfrm>
            <a:custGeom>
              <a:avLst/>
              <a:gdLst/>
              <a:ahLst/>
              <a:cxnLst/>
              <a:rect l="l" t="t" r="r" b="b"/>
              <a:pathLst>
                <a:path w="2854" h="2850" extrusionOk="0">
                  <a:moveTo>
                    <a:pt x="180" y="0"/>
                  </a:moveTo>
                  <a:cubicBezTo>
                    <a:pt x="90" y="0"/>
                    <a:pt x="1" y="90"/>
                    <a:pt x="1" y="194"/>
                  </a:cubicBezTo>
                  <a:lnTo>
                    <a:pt x="1" y="2390"/>
                  </a:lnTo>
                  <a:cubicBezTo>
                    <a:pt x="1" y="2502"/>
                    <a:pt x="91" y="2579"/>
                    <a:pt x="186" y="2579"/>
                  </a:cubicBezTo>
                  <a:cubicBezTo>
                    <a:pt x="231" y="2579"/>
                    <a:pt x="276" y="2562"/>
                    <a:pt x="314" y="2524"/>
                  </a:cubicBezTo>
                  <a:lnTo>
                    <a:pt x="1016" y="1808"/>
                  </a:lnTo>
                  <a:lnTo>
                    <a:pt x="2002" y="2793"/>
                  </a:lnTo>
                  <a:cubicBezTo>
                    <a:pt x="2040" y="2831"/>
                    <a:pt x="2084" y="2849"/>
                    <a:pt x="2129" y="2849"/>
                  </a:cubicBezTo>
                  <a:cubicBezTo>
                    <a:pt x="2174" y="2849"/>
                    <a:pt x="2219" y="2831"/>
                    <a:pt x="2256" y="2793"/>
                  </a:cubicBezTo>
                  <a:lnTo>
                    <a:pt x="2779" y="2271"/>
                  </a:lnTo>
                  <a:cubicBezTo>
                    <a:pt x="2854" y="2196"/>
                    <a:pt x="2854" y="2091"/>
                    <a:pt x="2779" y="2017"/>
                  </a:cubicBezTo>
                  <a:lnTo>
                    <a:pt x="1793" y="1031"/>
                  </a:lnTo>
                  <a:lnTo>
                    <a:pt x="2525" y="314"/>
                  </a:lnTo>
                  <a:cubicBezTo>
                    <a:pt x="2630" y="209"/>
                    <a:pt x="2555" y="0"/>
                    <a:pt x="2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78"/>
            <p:cNvSpPr/>
            <p:nvPr/>
          </p:nvSpPr>
          <p:spPr>
            <a:xfrm>
              <a:off x="1478028" y="4629895"/>
              <a:ext cx="141045" cy="138342"/>
            </a:xfrm>
            <a:custGeom>
              <a:avLst/>
              <a:gdLst/>
              <a:ahLst/>
              <a:cxnLst/>
              <a:rect l="l" t="t" r="r" b="b"/>
              <a:pathLst>
                <a:path w="2854" h="2820" extrusionOk="0">
                  <a:moveTo>
                    <a:pt x="2129" y="0"/>
                  </a:moveTo>
                  <a:cubicBezTo>
                    <a:pt x="2084" y="0"/>
                    <a:pt x="2040" y="19"/>
                    <a:pt x="2002" y="56"/>
                  </a:cubicBezTo>
                  <a:lnTo>
                    <a:pt x="1031" y="1012"/>
                  </a:lnTo>
                  <a:lnTo>
                    <a:pt x="314" y="295"/>
                  </a:lnTo>
                  <a:cubicBezTo>
                    <a:pt x="277" y="262"/>
                    <a:pt x="231" y="247"/>
                    <a:pt x="187" y="247"/>
                  </a:cubicBezTo>
                  <a:cubicBezTo>
                    <a:pt x="91" y="247"/>
                    <a:pt x="1" y="317"/>
                    <a:pt x="1" y="430"/>
                  </a:cubicBezTo>
                  <a:lnTo>
                    <a:pt x="1" y="2625"/>
                  </a:lnTo>
                  <a:cubicBezTo>
                    <a:pt x="1" y="2730"/>
                    <a:pt x="90" y="2819"/>
                    <a:pt x="180" y="2819"/>
                  </a:cubicBezTo>
                  <a:lnTo>
                    <a:pt x="2391" y="2819"/>
                  </a:lnTo>
                  <a:cubicBezTo>
                    <a:pt x="2555" y="2819"/>
                    <a:pt x="2630" y="2625"/>
                    <a:pt x="2525" y="2506"/>
                  </a:cubicBezTo>
                  <a:lnTo>
                    <a:pt x="1808" y="1804"/>
                  </a:lnTo>
                  <a:lnTo>
                    <a:pt x="2779" y="833"/>
                  </a:lnTo>
                  <a:cubicBezTo>
                    <a:pt x="2854" y="758"/>
                    <a:pt x="2854" y="639"/>
                    <a:pt x="2779" y="579"/>
                  </a:cubicBezTo>
                  <a:lnTo>
                    <a:pt x="2256" y="56"/>
                  </a:lnTo>
                  <a:cubicBezTo>
                    <a:pt x="2219" y="19"/>
                    <a:pt x="2174" y="0"/>
                    <a:pt x="21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78"/>
            <p:cNvSpPr/>
            <p:nvPr/>
          </p:nvSpPr>
          <p:spPr>
            <a:xfrm>
              <a:off x="1647096" y="4629895"/>
              <a:ext cx="140995" cy="138342"/>
            </a:xfrm>
            <a:custGeom>
              <a:avLst/>
              <a:gdLst/>
              <a:ahLst/>
              <a:cxnLst/>
              <a:rect l="l" t="t" r="r" b="b"/>
              <a:pathLst>
                <a:path w="2853" h="2820" extrusionOk="0">
                  <a:moveTo>
                    <a:pt x="717" y="0"/>
                  </a:moveTo>
                  <a:cubicBezTo>
                    <a:pt x="668" y="0"/>
                    <a:pt x="620" y="19"/>
                    <a:pt x="583" y="56"/>
                  </a:cubicBezTo>
                  <a:lnTo>
                    <a:pt x="75" y="579"/>
                  </a:lnTo>
                  <a:cubicBezTo>
                    <a:pt x="0" y="639"/>
                    <a:pt x="0" y="758"/>
                    <a:pt x="75" y="833"/>
                  </a:cubicBezTo>
                  <a:lnTo>
                    <a:pt x="1031" y="1804"/>
                  </a:lnTo>
                  <a:lnTo>
                    <a:pt x="329" y="2506"/>
                  </a:lnTo>
                  <a:cubicBezTo>
                    <a:pt x="209" y="2625"/>
                    <a:pt x="299" y="2819"/>
                    <a:pt x="463" y="2819"/>
                  </a:cubicBezTo>
                  <a:lnTo>
                    <a:pt x="2659" y="2819"/>
                  </a:lnTo>
                  <a:cubicBezTo>
                    <a:pt x="2763" y="2819"/>
                    <a:pt x="2853" y="2730"/>
                    <a:pt x="2853" y="2625"/>
                  </a:cubicBezTo>
                  <a:lnTo>
                    <a:pt x="2853" y="430"/>
                  </a:lnTo>
                  <a:cubicBezTo>
                    <a:pt x="2853" y="317"/>
                    <a:pt x="2755" y="247"/>
                    <a:pt x="2660" y="247"/>
                  </a:cubicBezTo>
                  <a:cubicBezTo>
                    <a:pt x="2616" y="247"/>
                    <a:pt x="2572" y="262"/>
                    <a:pt x="2539" y="295"/>
                  </a:cubicBezTo>
                  <a:lnTo>
                    <a:pt x="1807" y="1012"/>
                  </a:lnTo>
                  <a:lnTo>
                    <a:pt x="851" y="56"/>
                  </a:lnTo>
                  <a:cubicBezTo>
                    <a:pt x="814" y="19"/>
                    <a:pt x="766" y="0"/>
                    <a:pt x="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78"/>
            <p:cNvSpPr/>
            <p:nvPr/>
          </p:nvSpPr>
          <p:spPr>
            <a:xfrm>
              <a:off x="1647096" y="4460450"/>
              <a:ext cx="140254" cy="139814"/>
            </a:xfrm>
            <a:custGeom>
              <a:avLst/>
              <a:gdLst/>
              <a:ahLst/>
              <a:cxnLst/>
              <a:rect l="l" t="t" r="r" b="b"/>
              <a:pathLst>
                <a:path w="2838" h="2850" extrusionOk="0">
                  <a:moveTo>
                    <a:pt x="463" y="0"/>
                  </a:moveTo>
                  <a:cubicBezTo>
                    <a:pt x="299" y="0"/>
                    <a:pt x="209" y="209"/>
                    <a:pt x="329" y="314"/>
                  </a:cubicBezTo>
                  <a:lnTo>
                    <a:pt x="1046" y="1031"/>
                  </a:lnTo>
                  <a:lnTo>
                    <a:pt x="75" y="2017"/>
                  </a:lnTo>
                  <a:cubicBezTo>
                    <a:pt x="0" y="2091"/>
                    <a:pt x="0" y="2196"/>
                    <a:pt x="75" y="2271"/>
                  </a:cubicBezTo>
                  <a:lnTo>
                    <a:pt x="583" y="2793"/>
                  </a:lnTo>
                  <a:cubicBezTo>
                    <a:pt x="620" y="2831"/>
                    <a:pt x="668" y="2849"/>
                    <a:pt x="717" y="2849"/>
                  </a:cubicBezTo>
                  <a:cubicBezTo>
                    <a:pt x="766" y="2849"/>
                    <a:pt x="814" y="2831"/>
                    <a:pt x="851" y="2793"/>
                  </a:cubicBezTo>
                  <a:lnTo>
                    <a:pt x="1822" y="1822"/>
                  </a:lnTo>
                  <a:lnTo>
                    <a:pt x="2539" y="2524"/>
                  </a:lnTo>
                  <a:cubicBezTo>
                    <a:pt x="2572" y="2562"/>
                    <a:pt x="2615" y="2579"/>
                    <a:pt x="2657" y="2579"/>
                  </a:cubicBezTo>
                  <a:cubicBezTo>
                    <a:pt x="2748" y="2579"/>
                    <a:pt x="2838" y="2502"/>
                    <a:pt x="2838" y="2390"/>
                  </a:cubicBezTo>
                  <a:lnTo>
                    <a:pt x="2838" y="194"/>
                  </a:lnTo>
                  <a:cubicBezTo>
                    <a:pt x="2838" y="90"/>
                    <a:pt x="2763" y="0"/>
                    <a:pt x="26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" name="Google Shape;915;p78"/>
          <p:cNvSpPr/>
          <p:nvPr/>
        </p:nvSpPr>
        <p:spPr>
          <a:xfrm>
            <a:off x="6627831" y="2367908"/>
            <a:ext cx="310061" cy="307787"/>
          </a:xfrm>
          <a:custGeom>
            <a:avLst/>
            <a:gdLst/>
            <a:ahLst/>
            <a:cxnLst/>
            <a:rect l="l" t="t" r="r" b="b"/>
            <a:pathLst>
              <a:path w="6274" h="6274" extrusionOk="0">
                <a:moveTo>
                  <a:pt x="4795" y="2749"/>
                </a:moveTo>
                <a:cubicBezTo>
                  <a:pt x="5004" y="2749"/>
                  <a:pt x="5168" y="2913"/>
                  <a:pt x="5168" y="3122"/>
                </a:cubicBezTo>
                <a:cubicBezTo>
                  <a:pt x="5168" y="3331"/>
                  <a:pt x="5004" y="3496"/>
                  <a:pt x="4795" y="3496"/>
                </a:cubicBezTo>
                <a:lnTo>
                  <a:pt x="1464" y="3496"/>
                </a:lnTo>
                <a:cubicBezTo>
                  <a:pt x="1270" y="3496"/>
                  <a:pt x="1106" y="3331"/>
                  <a:pt x="1106" y="3122"/>
                </a:cubicBezTo>
                <a:cubicBezTo>
                  <a:pt x="1106" y="2913"/>
                  <a:pt x="1270" y="2749"/>
                  <a:pt x="1464" y="2749"/>
                </a:cubicBezTo>
                <a:close/>
                <a:moveTo>
                  <a:pt x="3152" y="1"/>
                </a:moveTo>
                <a:cubicBezTo>
                  <a:pt x="1419" y="1"/>
                  <a:pt x="1" y="1405"/>
                  <a:pt x="1" y="3122"/>
                </a:cubicBezTo>
                <a:cubicBezTo>
                  <a:pt x="1" y="4840"/>
                  <a:pt x="1419" y="6274"/>
                  <a:pt x="3152" y="6274"/>
                </a:cubicBezTo>
                <a:cubicBezTo>
                  <a:pt x="4870" y="6274"/>
                  <a:pt x="6274" y="4840"/>
                  <a:pt x="6274" y="3122"/>
                </a:cubicBezTo>
                <a:cubicBezTo>
                  <a:pt x="6274" y="1405"/>
                  <a:pt x="4870" y="1"/>
                  <a:pt x="315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78"/>
          <p:cNvSpPr/>
          <p:nvPr/>
        </p:nvSpPr>
        <p:spPr>
          <a:xfrm>
            <a:off x="7181669" y="2367908"/>
            <a:ext cx="309320" cy="307787"/>
          </a:xfrm>
          <a:custGeom>
            <a:avLst/>
            <a:gdLst/>
            <a:ahLst/>
            <a:cxnLst/>
            <a:rect l="l" t="t" r="r" b="b"/>
            <a:pathLst>
              <a:path w="6259" h="6274" extrusionOk="0">
                <a:moveTo>
                  <a:pt x="3137" y="732"/>
                </a:moveTo>
                <a:cubicBezTo>
                  <a:pt x="3346" y="732"/>
                  <a:pt x="3510" y="911"/>
                  <a:pt x="3510" y="1105"/>
                </a:cubicBezTo>
                <a:lnTo>
                  <a:pt x="3510" y="3316"/>
                </a:lnTo>
                <a:cubicBezTo>
                  <a:pt x="3510" y="3510"/>
                  <a:pt x="3346" y="3674"/>
                  <a:pt x="3137" y="3674"/>
                </a:cubicBezTo>
                <a:cubicBezTo>
                  <a:pt x="2943" y="3674"/>
                  <a:pt x="2778" y="3510"/>
                  <a:pt x="2778" y="3316"/>
                </a:cubicBezTo>
                <a:lnTo>
                  <a:pt x="2778" y="1105"/>
                </a:lnTo>
                <a:cubicBezTo>
                  <a:pt x="2778" y="911"/>
                  <a:pt x="2943" y="732"/>
                  <a:pt x="3137" y="732"/>
                </a:cubicBezTo>
                <a:close/>
                <a:moveTo>
                  <a:pt x="4436" y="1464"/>
                </a:moveTo>
                <a:cubicBezTo>
                  <a:pt x="4541" y="1464"/>
                  <a:pt x="4630" y="1494"/>
                  <a:pt x="4690" y="1568"/>
                </a:cubicBezTo>
                <a:cubicBezTo>
                  <a:pt x="5108" y="1987"/>
                  <a:pt x="5347" y="2539"/>
                  <a:pt x="5347" y="3122"/>
                </a:cubicBezTo>
                <a:cubicBezTo>
                  <a:pt x="5347" y="3719"/>
                  <a:pt x="5108" y="4272"/>
                  <a:pt x="4690" y="4675"/>
                </a:cubicBezTo>
                <a:cubicBezTo>
                  <a:pt x="4287" y="5093"/>
                  <a:pt x="3734" y="5347"/>
                  <a:pt x="3137" y="5347"/>
                </a:cubicBezTo>
                <a:cubicBezTo>
                  <a:pt x="2554" y="5347"/>
                  <a:pt x="1972" y="5093"/>
                  <a:pt x="1554" y="4690"/>
                </a:cubicBezTo>
                <a:cubicBezTo>
                  <a:pt x="1135" y="4272"/>
                  <a:pt x="911" y="3719"/>
                  <a:pt x="911" y="3122"/>
                </a:cubicBezTo>
                <a:cubicBezTo>
                  <a:pt x="911" y="2539"/>
                  <a:pt x="1135" y="1987"/>
                  <a:pt x="1554" y="1568"/>
                </a:cubicBezTo>
                <a:cubicBezTo>
                  <a:pt x="1628" y="1494"/>
                  <a:pt x="1718" y="1464"/>
                  <a:pt x="1822" y="1464"/>
                </a:cubicBezTo>
                <a:cubicBezTo>
                  <a:pt x="1912" y="1464"/>
                  <a:pt x="2002" y="1494"/>
                  <a:pt x="2076" y="1568"/>
                </a:cubicBezTo>
                <a:cubicBezTo>
                  <a:pt x="2226" y="1718"/>
                  <a:pt x="2226" y="1942"/>
                  <a:pt x="2076" y="2091"/>
                </a:cubicBezTo>
                <a:cubicBezTo>
                  <a:pt x="1793" y="2360"/>
                  <a:pt x="1643" y="2733"/>
                  <a:pt x="1643" y="3122"/>
                </a:cubicBezTo>
                <a:cubicBezTo>
                  <a:pt x="1643" y="3510"/>
                  <a:pt x="1793" y="3883"/>
                  <a:pt x="2076" y="4167"/>
                </a:cubicBezTo>
                <a:cubicBezTo>
                  <a:pt x="2345" y="4421"/>
                  <a:pt x="2748" y="4585"/>
                  <a:pt x="3137" y="4585"/>
                </a:cubicBezTo>
                <a:cubicBezTo>
                  <a:pt x="3540" y="4585"/>
                  <a:pt x="3913" y="4421"/>
                  <a:pt x="4182" y="4167"/>
                </a:cubicBezTo>
                <a:cubicBezTo>
                  <a:pt x="4451" y="3883"/>
                  <a:pt x="4600" y="3510"/>
                  <a:pt x="4600" y="3122"/>
                </a:cubicBezTo>
                <a:cubicBezTo>
                  <a:pt x="4600" y="2733"/>
                  <a:pt x="4451" y="2360"/>
                  <a:pt x="4182" y="2091"/>
                </a:cubicBezTo>
                <a:cubicBezTo>
                  <a:pt x="4033" y="1942"/>
                  <a:pt x="4033" y="1718"/>
                  <a:pt x="4182" y="1568"/>
                </a:cubicBezTo>
                <a:cubicBezTo>
                  <a:pt x="4242" y="1494"/>
                  <a:pt x="4332" y="1464"/>
                  <a:pt x="4436" y="1464"/>
                </a:cubicBezTo>
                <a:close/>
                <a:moveTo>
                  <a:pt x="3137" y="0"/>
                </a:moveTo>
                <a:cubicBezTo>
                  <a:pt x="1419" y="0"/>
                  <a:pt x="0" y="1404"/>
                  <a:pt x="0" y="3122"/>
                </a:cubicBezTo>
                <a:cubicBezTo>
                  <a:pt x="0" y="4839"/>
                  <a:pt x="1419" y="6273"/>
                  <a:pt x="3137" y="6273"/>
                </a:cubicBezTo>
                <a:cubicBezTo>
                  <a:pt x="4854" y="6273"/>
                  <a:pt x="6258" y="4839"/>
                  <a:pt x="6258" y="3122"/>
                </a:cubicBezTo>
                <a:cubicBezTo>
                  <a:pt x="6258" y="1404"/>
                  <a:pt x="4854" y="0"/>
                  <a:pt x="31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78"/>
          <p:cNvSpPr/>
          <p:nvPr/>
        </p:nvSpPr>
        <p:spPr>
          <a:xfrm>
            <a:off x="5016681" y="2368277"/>
            <a:ext cx="309320" cy="307051"/>
          </a:xfrm>
          <a:custGeom>
            <a:avLst/>
            <a:gdLst/>
            <a:ahLst/>
            <a:cxnLst/>
            <a:rect l="l" t="t" r="r" b="b"/>
            <a:pathLst>
              <a:path w="6259" h="6259" extrusionOk="0">
                <a:moveTo>
                  <a:pt x="3137" y="1105"/>
                </a:moveTo>
                <a:cubicBezTo>
                  <a:pt x="3346" y="1105"/>
                  <a:pt x="3510" y="1270"/>
                  <a:pt x="3510" y="1464"/>
                </a:cubicBezTo>
                <a:cubicBezTo>
                  <a:pt x="3510" y="1673"/>
                  <a:pt x="3346" y="1837"/>
                  <a:pt x="3137" y="1837"/>
                </a:cubicBezTo>
                <a:cubicBezTo>
                  <a:pt x="2943" y="1837"/>
                  <a:pt x="2778" y="1673"/>
                  <a:pt x="2778" y="1464"/>
                </a:cubicBezTo>
                <a:cubicBezTo>
                  <a:pt x="2778" y="1270"/>
                  <a:pt x="2943" y="1105"/>
                  <a:pt x="3137" y="1105"/>
                </a:cubicBezTo>
                <a:close/>
                <a:moveTo>
                  <a:pt x="3137" y="2569"/>
                </a:moveTo>
                <a:cubicBezTo>
                  <a:pt x="3346" y="2569"/>
                  <a:pt x="3510" y="2733"/>
                  <a:pt x="3510" y="2927"/>
                </a:cubicBezTo>
                <a:lnTo>
                  <a:pt x="3510" y="4794"/>
                </a:lnTo>
                <a:cubicBezTo>
                  <a:pt x="3510" y="5004"/>
                  <a:pt x="3346" y="5168"/>
                  <a:pt x="3137" y="5168"/>
                </a:cubicBezTo>
                <a:cubicBezTo>
                  <a:pt x="2943" y="5168"/>
                  <a:pt x="2778" y="5004"/>
                  <a:pt x="2778" y="4794"/>
                </a:cubicBezTo>
                <a:lnTo>
                  <a:pt x="2778" y="2927"/>
                </a:lnTo>
                <a:cubicBezTo>
                  <a:pt x="2778" y="2733"/>
                  <a:pt x="2943" y="2569"/>
                  <a:pt x="3137" y="2569"/>
                </a:cubicBezTo>
                <a:close/>
                <a:moveTo>
                  <a:pt x="3137" y="0"/>
                </a:moveTo>
                <a:cubicBezTo>
                  <a:pt x="1419" y="0"/>
                  <a:pt x="0" y="1404"/>
                  <a:pt x="0" y="3122"/>
                </a:cubicBezTo>
                <a:cubicBezTo>
                  <a:pt x="0" y="4839"/>
                  <a:pt x="1419" y="6258"/>
                  <a:pt x="3137" y="6258"/>
                </a:cubicBezTo>
                <a:cubicBezTo>
                  <a:pt x="4854" y="6258"/>
                  <a:pt x="6258" y="4839"/>
                  <a:pt x="6258" y="3122"/>
                </a:cubicBezTo>
                <a:cubicBezTo>
                  <a:pt x="6258" y="1404"/>
                  <a:pt x="4854" y="0"/>
                  <a:pt x="31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78"/>
          <p:cNvSpPr/>
          <p:nvPr/>
        </p:nvSpPr>
        <p:spPr>
          <a:xfrm>
            <a:off x="6078983" y="2368277"/>
            <a:ext cx="309320" cy="307051"/>
          </a:xfrm>
          <a:custGeom>
            <a:avLst/>
            <a:gdLst/>
            <a:ahLst/>
            <a:cxnLst/>
            <a:rect l="l" t="t" r="r" b="b"/>
            <a:pathLst>
              <a:path w="6259" h="6259" extrusionOk="0">
                <a:moveTo>
                  <a:pt x="3137" y="1091"/>
                </a:moveTo>
                <a:cubicBezTo>
                  <a:pt x="3346" y="1091"/>
                  <a:pt x="3510" y="1255"/>
                  <a:pt x="3510" y="1464"/>
                </a:cubicBezTo>
                <a:lnTo>
                  <a:pt x="3510" y="2748"/>
                </a:lnTo>
                <a:lnTo>
                  <a:pt x="4795" y="2748"/>
                </a:lnTo>
                <a:cubicBezTo>
                  <a:pt x="4989" y="2748"/>
                  <a:pt x="5153" y="2913"/>
                  <a:pt x="5153" y="3122"/>
                </a:cubicBezTo>
                <a:cubicBezTo>
                  <a:pt x="5153" y="3316"/>
                  <a:pt x="4989" y="3480"/>
                  <a:pt x="4795" y="3480"/>
                </a:cubicBezTo>
                <a:lnTo>
                  <a:pt x="3510" y="3480"/>
                </a:lnTo>
                <a:lnTo>
                  <a:pt x="3510" y="4795"/>
                </a:lnTo>
                <a:cubicBezTo>
                  <a:pt x="3510" y="4989"/>
                  <a:pt x="3346" y="5153"/>
                  <a:pt x="3137" y="5153"/>
                </a:cubicBezTo>
                <a:cubicBezTo>
                  <a:pt x="2943" y="5153"/>
                  <a:pt x="2778" y="4989"/>
                  <a:pt x="2778" y="4795"/>
                </a:cubicBezTo>
                <a:lnTo>
                  <a:pt x="2778" y="3480"/>
                </a:lnTo>
                <a:lnTo>
                  <a:pt x="1464" y="3480"/>
                </a:lnTo>
                <a:cubicBezTo>
                  <a:pt x="1255" y="3480"/>
                  <a:pt x="1091" y="3316"/>
                  <a:pt x="1091" y="3122"/>
                </a:cubicBezTo>
                <a:cubicBezTo>
                  <a:pt x="1091" y="2913"/>
                  <a:pt x="1255" y="2748"/>
                  <a:pt x="1464" y="2748"/>
                </a:cubicBezTo>
                <a:lnTo>
                  <a:pt x="2778" y="2748"/>
                </a:lnTo>
                <a:lnTo>
                  <a:pt x="2778" y="1464"/>
                </a:lnTo>
                <a:cubicBezTo>
                  <a:pt x="2778" y="1255"/>
                  <a:pt x="2943" y="1091"/>
                  <a:pt x="3137" y="1091"/>
                </a:cubicBezTo>
                <a:close/>
                <a:moveTo>
                  <a:pt x="3137" y="0"/>
                </a:moveTo>
                <a:cubicBezTo>
                  <a:pt x="1419" y="0"/>
                  <a:pt x="0" y="1389"/>
                  <a:pt x="0" y="3122"/>
                </a:cubicBezTo>
                <a:cubicBezTo>
                  <a:pt x="0" y="4839"/>
                  <a:pt x="1419" y="6258"/>
                  <a:pt x="3137" y="6258"/>
                </a:cubicBezTo>
                <a:cubicBezTo>
                  <a:pt x="4854" y="6258"/>
                  <a:pt x="6258" y="4839"/>
                  <a:pt x="6258" y="3122"/>
                </a:cubicBezTo>
                <a:cubicBezTo>
                  <a:pt x="6258" y="1389"/>
                  <a:pt x="4854" y="0"/>
                  <a:pt x="31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78"/>
          <p:cNvSpPr/>
          <p:nvPr/>
        </p:nvSpPr>
        <p:spPr>
          <a:xfrm>
            <a:off x="5568830" y="2368277"/>
            <a:ext cx="309320" cy="307051"/>
          </a:xfrm>
          <a:custGeom>
            <a:avLst/>
            <a:gdLst/>
            <a:ahLst/>
            <a:cxnLst/>
            <a:rect l="l" t="t" r="r" b="b"/>
            <a:pathLst>
              <a:path w="6259" h="6259" extrusionOk="0">
                <a:moveTo>
                  <a:pt x="3137" y="1091"/>
                </a:moveTo>
                <a:cubicBezTo>
                  <a:pt x="3749" y="1091"/>
                  <a:pt x="4242" y="1599"/>
                  <a:pt x="4242" y="2196"/>
                </a:cubicBezTo>
                <a:cubicBezTo>
                  <a:pt x="4242" y="2555"/>
                  <a:pt x="4078" y="2883"/>
                  <a:pt x="3794" y="3092"/>
                </a:cubicBezTo>
                <a:cubicBezTo>
                  <a:pt x="3615" y="3227"/>
                  <a:pt x="3510" y="3570"/>
                  <a:pt x="3510" y="3750"/>
                </a:cubicBezTo>
                <a:lnTo>
                  <a:pt x="3510" y="3854"/>
                </a:lnTo>
                <a:cubicBezTo>
                  <a:pt x="3510" y="4048"/>
                  <a:pt x="3346" y="4213"/>
                  <a:pt x="3137" y="4213"/>
                </a:cubicBezTo>
                <a:cubicBezTo>
                  <a:pt x="2942" y="4213"/>
                  <a:pt x="2778" y="4048"/>
                  <a:pt x="2778" y="3854"/>
                </a:cubicBezTo>
                <a:lnTo>
                  <a:pt x="2778" y="3750"/>
                </a:lnTo>
                <a:cubicBezTo>
                  <a:pt x="2778" y="3346"/>
                  <a:pt x="2987" y="2764"/>
                  <a:pt x="3361" y="2495"/>
                </a:cubicBezTo>
                <a:cubicBezTo>
                  <a:pt x="3644" y="2286"/>
                  <a:pt x="3495" y="1838"/>
                  <a:pt x="3137" y="1838"/>
                </a:cubicBezTo>
                <a:cubicBezTo>
                  <a:pt x="2942" y="1838"/>
                  <a:pt x="2778" y="2002"/>
                  <a:pt x="2778" y="2196"/>
                </a:cubicBezTo>
                <a:cubicBezTo>
                  <a:pt x="2778" y="2405"/>
                  <a:pt x="2614" y="2570"/>
                  <a:pt x="2405" y="2570"/>
                </a:cubicBezTo>
                <a:cubicBezTo>
                  <a:pt x="2211" y="2570"/>
                  <a:pt x="2046" y="2405"/>
                  <a:pt x="2046" y="2196"/>
                </a:cubicBezTo>
                <a:cubicBezTo>
                  <a:pt x="2046" y="1599"/>
                  <a:pt x="2539" y="1091"/>
                  <a:pt x="3137" y="1091"/>
                </a:cubicBezTo>
                <a:close/>
                <a:moveTo>
                  <a:pt x="3137" y="4616"/>
                </a:moveTo>
                <a:cubicBezTo>
                  <a:pt x="3346" y="4616"/>
                  <a:pt x="3510" y="4780"/>
                  <a:pt x="3510" y="4974"/>
                </a:cubicBezTo>
                <a:cubicBezTo>
                  <a:pt x="3510" y="5183"/>
                  <a:pt x="3346" y="5348"/>
                  <a:pt x="3137" y="5348"/>
                </a:cubicBezTo>
                <a:cubicBezTo>
                  <a:pt x="2942" y="5348"/>
                  <a:pt x="2778" y="5183"/>
                  <a:pt x="2778" y="4974"/>
                </a:cubicBezTo>
                <a:cubicBezTo>
                  <a:pt x="2778" y="4780"/>
                  <a:pt x="2942" y="4616"/>
                  <a:pt x="3137" y="4616"/>
                </a:cubicBezTo>
                <a:close/>
                <a:moveTo>
                  <a:pt x="3137" y="1"/>
                </a:moveTo>
                <a:cubicBezTo>
                  <a:pt x="1419" y="1"/>
                  <a:pt x="0" y="1390"/>
                  <a:pt x="0" y="3122"/>
                </a:cubicBezTo>
                <a:cubicBezTo>
                  <a:pt x="0" y="4840"/>
                  <a:pt x="1419" y="6259"/>
                  <a:pt x="3137" y="6259"/>
                </a:cubicBezTo>
                <a:cubicBezTo>
                  <a:pt x="4869" y="6259"/>
                  <a:pt x="6258" y="4840"/>
                  <a:pt x="6258" y="3122"/>
                </a:cubicBezTo>
                <a:cubicBezTo>
                  <a:pt x="6258" y="1390"/>
                  <a:pt x="4869" y="1"/>
                  <a:pt x="31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78"/>
          <p:cNvSpPr/>
          <p:nvPr/>
        </p:nvSpPr>
        <p:spPr>
          <a:xfrm>
            <a:off x="7723433" y="2368277"/>
            <a:ext cx="309320" cy="307051"/>
          </a:xfrm>
          <a:custGeom>
            <a:avLst/>
            <a:gdLst/>
            <a:ahLst/>
            <a:cxnLst/>
            <a:rect l="l" t="t" r="r" b="b"/>
            <a:pathLst>
              <a:path w="6259" h="6259" extrusionOk="0">
                <a:moveTo>
                  <a:pt x="4429" y="1468"/>
                </a:moveTo>
                <a:cubicBezTo>
                  <a:pt x="4522" y="1468"/>
                  <a:pt x="4615" y="1501"/>
                  <a:pt x="4690" y="1569"/>
                </a:cubicBezTo>
                <a:cubicBezTo>
                  <a:pt x="4839" y="1718"/>
                  <a:pt x="4839" y="1957"/>
                  <a:pt x="4690" y="2091"/>
                </a:cubicBezTo>
                <a:lnTo>
                  <a:pt x="3659" y="3122"/>
                </a:lnTo>
                <a:lnTo>
                  <a:pt x="4690" y="4138"/>
                </a:lnTo>
                <a:cubicBezTo>
                  <a:pt x="4839" y="4287"/>
                  <a:pt x="4839" y="4526"/>
                  <a:pt x="4690" y="4660"/>
                </a:cubicBezTo>
                <a:cubicBezTo>
                  <a:pt x="4615" y="4735"/>
                  <a:pt x="4522" y="4772"/>
                  <a:pt x="4429" y="4772"/>
                </a:cubicBezTo>
                <a:cubicBezTo>
                  <a:pt x="4335" y="4772"/>
                  <a:pt x="4242" y="4735"/>
                  <a:pt x="4167" y="4660"/>
                </a:cubicBezTo>
                <a:lnTo>
                  <a:pt x="3152" y="3645"/>
                </a:lnTo>
                <a:lnTo>
                  <a:pt x="2091" y="4660"/>
                </a:lnTo>
                <a:cubicBezTo>
                  <a:pt x="2024" y="4735"/>
                  <a:pt x="1931" y="4772"/>
                  <a:pt x="1837" y="4772"/>
                </a:cubicBezTo>
                <a:cubicBezTo>
                  <a:pt x="1744" y="4772"/>
                  <a:pt x="1651" y="4735"/>
                  <a:pt x="1583" y="4660"/>
                </a:cubicBezTo>
                <a:cubicBezTo>
                  <a:pt x="1434" y="4526"/>
                  <a:pt x="1434" y="4287"/>
                  <a:pt x="1583" y="4138"/>
                </a:cubicBezTo>
                <a:lnTo>
                  <a:pt x="2599" y="3122"/>
                </a:lnTo>
                <a:lnTo>
                  <a:pt x="1583" y="2091"/>
                </a:lnTo>
                <a:cubicBezTo>
                  <a:pt x="1434" y="1957"/>
                  <a:pt x="1434" y="1718"/>
                  <a:pt x="1583" y="1569"/>
                </a:cubicBezTo>
                <a:cubicBezTo>
                  <a:pt x="1651" y="1501"/>
                  <a:pt x="1744" y="1468"/>
                  <a:pt x="1837" y="1468"/>
                </a:cubicBezTo>
                <a:cubicBezTo>
                  <a:pt x="1931" y="1468"/>
                  <a:pt x="2024" y="1501"/>
                  <a:pt x="2091" y="1569"/>
                </a:cubicBezTo>
                <a:lnTo>
                  <a:pt x="3152" y="2599"/>
                </a:lnTo>
                <a:lnTo>
                  <a:pt x="4167" y="1569"/>
                </a:lnTo>
                <a:cubicBezTo>
                  <a:pt x="4242" y="1501"/>
                  <a:pt x="4335" y="1468"/>
                  <a:pt x="4429" y="1468"/>
                </a:cubicBezTo>
                <a:close/>
                <a:moveTo>
                  <a:pt x="3152" y="0"/>
                </a:moveTo>
                <a:cubicBezTo>
                  <a:pt x="1419" y="0"/>
                  <a:pt x="0" y="1404"/>
                  <a:pt x="0" y="3122"/>
                </a:cubicBezTo>
                <a:cubicBezTo>
                  <a:pt x="0" y="4840"/>
                  <a:pt x="1419" y="6259"/>
                  <a:pt x="3152" y="6259"/>
                </a:cubicBezTo>
                <a:cubicBezTo>
                  <a:pt x="4869" y="6259"/>
                  <a:pt x="6258" y="4840"/>
                  <a:pt x="6258" y="3122"/>
                </a:cubicBezTo>
                <a:cubicBezTo>
                  <a:pt x="6258" y="1404"/>
                  <a:pt x="4869" y="0"/>
                  <a:pt x="31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78"/>
          <p:cNvSpPr/>
          <p:nvPr/>
        </p:nvSpPr>
        <p:spPr>
          <a:xfrm>
            <a:off x="8244367" y="2368277"/>
            <a:ext cx="310061" cy="307051"/>
          </a:xfrm>
          <a:custGeom>
            <a:avLst/>
            <a:gdLst/>
            <a:ahLst/>
            <a:cxnLst/>
            <a:rect l="l" t="t" r="r" b="b"/>
            <a:pathLst>
              <a:path w="6274" h="6259" extrusionOk="0">
                <a:moveTo>
                  <a:pt x="3152" y="1106"/>
                </a:moveTo>
                <a:cubicBezTo>
                  <a:pt x="4258" y="1106"/>
                  <a:pt x="5169" y="2002"/>
                  <a:pt x="5169" y="3122"/>
                </a:cubicBezTo>
                <a:cubicBezTo>
                  <a:pt x="5169" y="3466"/>
                  <a:pt x="5079" y="3824"/>
                  <a:pt x="4915" y="4123"/>
                </a:cubicBezTo>
                <a:lnTo>
                  <a:pt x="2137" y="1360"/>
                </a:lnTo>
                <a:cubicBezTo>
                  <a:pt x="2435" y="1195"/>
                  <a:pt x="2794" y="1106"/>
                  <a:pt x="3152" y="1106"/>
                </a:cubicBezTo>
                <a:close/>
                <a:moveTo>
                  <a:pt x="1360" y="2136"/>
                </a:moveTo>
                <a:lnTo>
                  <a:pt x="4123" y="4915"/>
                </a:lnTo>
                <a:cubicBezTo>
                  <a:pt x="3824" y="5079"/>
                  <a:pt x="3496" y="5168"/>
                  <a:pt x="3152" y="5168"/>
                </a:cubicBezTo>
                <a:cubicBezTo>
                  <a:pt x="2032" y="5168"/>
                  <a:pt x="1106" y="4227"/>
                  <a:pt x="1106" y="3122"/>
                </a:cubicBezTo>
                <a:cubicBezTo>
                  <a:pt x="1106" y="2779"/>
                  <a:pt x="1196" y="2435"/>
                  <a:pt x="1360" y="2136"/>
                </a:cubicBezTo>
                <a:close/>
                <a:moveTo>
                  <a:pt x="3152" y="1"/>
                </a:moveTo>
                <a:cubicBezTo>
                  <a:pt x="1420" y="1"/>
                  <a:pt x="1" y="1405"/>
                  <a:pt x="1" y="3122"/>
                </a:cubicBezTo>
                <a:cubicBezTo>
                  <a:pt x="1" y="4840"/>
                  <a:pt x="1420" y="6259"/>
                  <a:pt x="3152" y="6259"/>
                </a:cubicBezTo>
                <a:cubicBezTo>
                  <a:pt x="4870" y="6259"/>
                  <a:pt x="6274" y="4840"/>
                  <a:pt x="6274" y="3122"/>
                </a:cubicBezTo>
                <a:cubicBezTo>
                  <a:pt x="6274" y="1405"/>
                  <a:pt x="4870" y="1"/>
                  <a:pt x="315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2" name="Google Shape;922;p78"/>
          <p:cNvGrpSpPr/>
          <p:nvPr/>
        </p:nvGrpSpPr>
        <p:grpSpPr>
          <a:xfrm>
            <a:off x="5027381" y="3881404"/>
            <a:ext cx="287923" cy="286544"/>
            <a:chOff x="873344" y="1057465"/>
            <a:chExt cx="287923" cy="286544"/>
          </a:xfrm>
        </p:grpSpPr>
        <p:sp>
          <p:nvSpPr>
            <p:cNvPr id="923" name="Google Shape;923;p78"/>
            <p:cNvSpPr/>
            <p:nvPr/>
          </p:nvSpPr>
          <p:spPr>
            <a:xfrm>
              <a:off x="885897" y="1057465"/>
              <a:ext cx="262074" cy="117296"/>
            </a:xfrm>
            <a:custGeom>
              <a:avLst/>
              <a:gdLst/>
              <a:ahLst/>
              <a:cxnLst/>
              <a:rect l="l" t="t" r="r" b="b"/>
              <a:pathLst>
                <a:path w="5303" h="2391" extrusionOk="0">
                  <a:moveTo>
                    <a:pt x="2659" y="0"/>
                  </a:moveTo>
                  <a:cubicBezTo>
                    <a:pt x="2554" y="0"/>
                    <a:pt x="2450" y="45"/>
                    <a:pt x="2360" y="105"/>
                  </a:cubicBezTo>
                  <a:lnTo>
                    <a:pt x="0" y="2091"/>
                  </a:lnTo>
                  <a:lnTo>
                    <a:pt x="388" y="2390"/>
                  </a:lnTo>
                  <a:cubicBezTo>
                    <a:pt x="418" y="2196"/>
                    <a:pt x="583" y="2047"/>
                    <a:pt x="777" y="2047"/>
                  </a:cubicBezTo>
                  <a:lnTo>
                    <a:pt x="4541" y="2047"/>
                  </a:lnTo>
                  <a:cubicBezTo>
                    <a:pt x="4735" y="2047"/>
                    <a:pt x="4899" y="2196"/>
                    <a:pt x="4929" y="2390"/>
                  </a:cubicBezTo>
                  <a:lnTo>
                    <a:pt x="5302" y="2091"/>
                  </a:lnTo>
                  <a:lnTo>
                    <a:pt x="2942" y="105"/>
                  </a:lnTo>
                  <a:cubicBezTo>
                    <a:pt x="2853" y="45"/>
                    <a:pt x="2763" y="0"/>
                    <a:pt x="26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78"/>
            <p:cNvSpPr/>
            <p:nvPr/>
          </p:nvSpPr>
          <p:spPr>
            <a:xfrm>
              <a:off x="921282" y="1174712"/>
              <a:ext cx="191255" cy="85017"/>
            </a:xfrm>
            <a:custGeom>
              <a:avLst/>
              <a:gdLst/>
              <a:ahLst/>
              <a:cxnLst/>
              <a:rect l="l" t="t" r="r" b="b"/>
              <a:pathLst>
                <a:path w="3870" h="1733" extrusionOk="0">
                  <a:moveTo>
                    <a:pt x="61" y="0"/>
                  </a:moveTo>
                  <a:cubicBezTo>
                    <a:pt x="31" y="0"/>
                    <a:pt x="1" y="30"/>
                    <a:pt x="1" y="60"/>
                  </a:cubicBezTo>
                  <a:lnTo>
                    <a:pt x="1" y="254"/>
                  </a:lnTo>
                  <a:lnTo>
                    <a:pt x="1868" y="1718"/>
                  </a:lnTo>
                  <a:cubicBezTo>
                    <a:pt x="1898" y="1733"/>
                    <a:pt x="1928" y="1733"/>
                    <a:pt x="1943" y="1733"/>
                  </a:cubicBezTo>
                  <a:cubicBezTo>
                    <a:pt x="1958" y="1733"/>
                    <a:pt x="1987" y="1733"/>
                    <a:pt x="2002" y="1718"/>
                  </a:cubicBezTo>
                  <a:lnTo>
                    <a:pt x="3869" y="254"/>
                  </a:lnTo>
                  <a:lnTo>
                    <a:pt x="3869" y="60"/>
                  </a:lnTo>
                  <a:cubicBezTo>
                    <a:pt x="3869" y="30"/>
                    <a:pt x="3854" y="0"/>
                    <a:pt x="3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78"/>
            <p:cNvSpPr/>
            <p:nvPr/>
          </p:nvSpPr>
          <p:spPr>
            <a:xfrm>
              <a:off x="888812" y="1266302"/>
              <a:ext cx="256193" cy="77707"/>
            </a:xfrm>
            <a:custGeom>
              <a:avLst/>
              <a:gdLst/>
              <a:ahLst/>
              <a:cxnLst/>
              <a:rect l="l" t="t" r="r" b="b"/>
              <a:pathLst>
                <a:path w="5184" h="1584" extrusionOk="0">
                  <a:moveTo>
                    <a:pt x="2166" y="0"/>
                  </a:moveTo>
                  <a:cubicBezTo>
                    <a:pt x="2166" y="15"/>
                    <a:pt x="2152" y="15"/>
                    <a:pt x="2152" y="15"/>
                  </a:cubicBezTo>
                  <a:lnTo>
                    <a:pt x="1" y="1553"/>
                  </a:lnTo>
                  <a:cubicBezTo>
                    <a:pt x="46" y="1568"/>
                    <a:pt x="90" y="1583"/>
                    <a:pt x="135" y="1583"/>
                  </a:cubicBezTo>
                  <a:lnTo>
                    <a:pt x="5049" y="1583"/>
                  </a:lnTo>
                  <a:cubicBezTo>
                    <a:pt x="5109" y="1583"/>
                    <a:pt x="5154" y="1568"/>
                    <a:pt x="5184" y="1553"/>
                  </a:cubicBezTo>
                  <a:lnTo>
                    <a:pt x="3048" y="15"/>
                  </a:lnTo>
                  <a:cubicBezTo>
                    <a:pt x="3033" y="15"/>
                    <a:pt x="3033" y="15"/>
                    <a:pt x="3018" y="0"/>
                  </a:cubicBezTo>
                  <a:lnTo>
                    <a:pt x="2883" y="120"/>
                  </a:lnTo>
                  <a:cubicBezTo>
                    <a:pt x="2794" y="179"/>
                    <a:pt x="2689" y="209"/>
                    <a:pt x="2600" y="209"/>
                  </a:cubicBezTo>
                  <a:cubicBezTo>
                    <a:pt x="2495" y="209"/>
                    <a:pt x="2391" y="179"/>
                    <a:pt x="2316" y="120"/>
                  </a:cubicBezTo>
                  <a:lnTo>
                    <a:pt x="2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78"/>
            <p:cNvSpPr/>
            <p:nvPr/>
          </p:nvSpPr>
          <p:spPr>
            <a:xfrm>
              <a:off x="1051950" y="1171033"/>
              <a:ext cx="109317" cy="160516"/>
            </a:xfrm>
            <a:custGeom>
              <a:avLst/>
              <a:gdLst/>
              <a:ahLst/>
              <a:cxnLst/>
              <a:rect l="l" t="t" r="r" b="b"/>
              <a:pathLst>
                <a:path w="2212" h="3272" extrusionOk="0">
                  <a:moveTo>
                    <a:pt x="2211" y="0"/>
                  </a:moveTo>
                  <a:lnTo>
                    <a:pt x="1" y="1733"/>
                  </a:lnTo>
                  <a:lnTo>
                    <a:pt x="2166" y="3271"/>
                  </a:lnTo>
                  <a:cubicBezTo>
                    <a:pt x="2196" y="3212"/>
                    <a:pt x="2211" y="3137"/>
                    <a:pt x="2211" y="3062"/>
                  </a:cubicBezTo>
                  <a:lnTo>
                    <a:pt x="22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78"/>
            <p:cNvSpPr/>
            <p:nvPr/>
          </p:nvSpPr>
          <p:spPr>
            <a:xfrm>
              <a:off x="873344" y="1171033"/>
              <a:ext cx="108526" cy="160516"/>
            </a:xfrm>
            <a:custGeom>
              <a:avLst/>
              <a:gdLst/>
              <a:ahLst/>
              <a:cxnLst/>
              <a:rect l="l" t="t" r="r" b="b"/>
              <a:pathLst>
                <a:path w="2196" h="3272" extrusionOk="0">
                  <a:moveTo>
                    <a:pt x="0" y="0"/>
                  </a:moveTo>
                  <a:lnTo>
                    <a:pt x="0" y="3062"/>
                  </a:lnTo>
                  <a:cubicBezTo>
                    <a:pt x="0" y="3137"/>
                    <a:pt x="15" y="3212"/>
                    <a:pt x="45" y="3271"/>
                  </a:cubicBezTo>
                  <a:lnTo>
                    <a:pt x="2196" y="1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8" name="Google Shape;928;p78"/>
          <p:cNvGrpSpPr/>
          <p:nvPr/>
        </p:nvGrpSpPr>
        <p:grpSpPr>
          <a:xfrm>
            <a:off x="4455780" y="3907430"/>
            <a:ext cx="310064" cy="234495"/>
            <a:chOff x="4144735" y="1649490"/>
            <a:chExt cx="310064" cy="234495"/>
          </a:xfrm>
        </p:grpSpPr>
        <p:sp>
          <p:nvSpPr>
            <p:cNvPr id="929" name="Google Shape;929;p78"/>
            <p:cNvSpPr/>
            <p:nvPr/>
          </p:nvSpPr>
          <p:spPr>
            <a:xfrm>
              <a:off x="4160253" y="1649490"/>
              <a:ext cx="279025" cy="140746"/>
            </a:xfrm>
            <a:custGeom>
              <a:avLst/>
              <a:gdLst/>
              <a:ahLst/>
              <a:cxnLst/>
              <a:rect l="l" t="t" r="r" b="b"/>
              <a:pathLst>
                <a:path w="5646" h="2869" extrusionOk="0">
                  <a:moveTo>
                    <a:pt x="239" y="0"/>
                  </a:moveTo>
                  <a:cubicBezTo>
                    <a:pt x="150" y="0"/>
                    <a:pt x="75" y="15"/>
                    <a:pt x="0" y="60"/>
                  </a:cubicBezTo>
                  <a:lnTo>
                    <a:pt x="2808" y="2868"/>
                  </a:lnTo>
                  <a:lnTo>
                    <a:pt x="3435" y="2256"/>
                  </a:lnTo>
                  <a:lnTo>
                    <a:pt x="5646" y="60"/>
                  </a:lnTo>
                  <a:cubicBezTo>
                    <a:pt x="5571" y="15"/>
                    <a:pt x="5482" y="0"/>
                    <a:pt x="54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78"/>
            <p:cNvSpPr/>
            <p:nvPr/>
          </p:nvSpPr>
          <p:spPr>
            <a:xfrm>
              <a:off x="4349188" y="1664894"/>
              <a:ext cx="105611" cy="203000"/>
            </a:xfrm>
            <a:custGeom>
              <a:avLst/>
              <a:gdLst/>
              <a:ahLst/>
              <a:cxnLst/>
              <a:rect l="l" t="t" r="r" b="b"/>
              <a:pathLst>
                <a:path w="2137" h="4138" extrusionOk="0">
                  <a:moveTo>
                    <a:pt x="2077" y="0"/>
                  </a:moveTo>
                  <a:lnTo>
                    <a:pt x="1" y="2076"/>
                  </a:lnTo>
                  <a:lnTo>
                    <a:pt x="2077" y="4137"/>
                  </a:lnTo>
                  <a:cubicBezTo>
                    <a:pt x="2107" y="4078"/>
                    <a:pt x="2137" y="3988"/>
                    <a:pt x="2137" y="3913"/>
                  </a:cubicBezTo>
                  <a:lnTo>
                    <a:pt x="2137" y="239"/>
                  </a:lnTo>
                  <a:cubicBezTo>
                    <a:pt x="2137" y="149"/>
                    <a:pt x="2107" y="75"/>
                    <a:pt x="20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78"/>
            <p:cNvSpPr/>
            <p:nvPr/>
          </p:nvSpPr>
          <p:spPr>
            <a:xfrm>
              <a:off x="4144735" y="1664894"/>
              <a:ext cx="105611" cy="203000"/>
            </a:xfrm>
            <a:custGeom>
              <a:avLst/>
              <a:gdLst/>
              <a:ahLst/>
              <a:cxnLst/>
              <a:rect l="l" t="t" r="r" b="b"/>
              <a:pathLst>
                <a:path w="2137" h="4138" extrusionOk="0">
                  <a:moveTo>
                    <a:pt x="60" y="0"/>
                  </a:moveTo>
                  <a:cubicBezTo>
                    <a:pt x="30" y="75"/>
                    <a:pt x="1" y="149"/>
                    <a:pt x="1" y="239"/>
                  </a:cubicBezTo>
                  <a:lnTo>
                    <a:pt x="1" y="3913"/>
                  </a:lnTo>
                  <a:cubicBezTo>
                    <a:pt x="1" y="3988"/>
                    <a:pt x="30" y="4078"/>
                    <a:pt x="60" y="4137"/>
                  </a:cubicBezTo>
                  <a:lnTo>
                    <a:pt x="2136" y="2076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78"/>
            <p:cNvSpPr/>
            <p:nvPr/>
          </p:nvSpPr>
          <p:spPr>
            <a:xfrm>
              <a:off x="4160253" y="1779198"/>
              <a:ext cx="279025" cy="104787"/>
            </a:xfrm>
            <a:custGeom>
              <a:avLst/>
              <a:gdLst/>
              <a:ahLst/>
              <a:cxnLst/>
              <a:rect l="l" t="t" r="r" b="b"/>
              <a:pathLst>
                <a:path w="5646" h="2136" extrusionOk="0">
                  <a:moveTo>
                    <a:pt x="2076" y="0"/>
                  </a:moveTo>
                  <a:lnTo>
                    <a:pt x="0" y="2076"/>
                  </a:lnTo>
                  <a:cubicBezTo>
                    <a:pt x="75" y="2106"/>
                    <a:pt x="150" y="2136"/>
                    <a:pt x="239" y="2136"/>
                  </a:cubicBezTo>
                  <a:lnTo>
                    <a:pt x="5407" y="2136"/>
                  </a:lnTo>
                  <a:cubicBezTo>
                    <a:pt x="5482" y="2136"/>
                    <a:pt x="5571" y="2106"/>
                    <a:pt x="5646" y="2076"/>
                  </a:cubicBezTo>
                  <a:lnTo>
                    <a:pt x="3570" y="0"/>
                  </a:lnTo>
                  <a:lnTo>
                    <a:pt x="2943" y="612"/>
                  </a:lnTo>
                  <a:cubicBezTo>
                    <a:pt x="2898" y="642"/>
                    <a:pt x="2853" y="657"/>
                    <a:pt x="2808" y="657"/>
                  </a:cubicBezTo>
                  <a:cubicBezTo>
                    <a:pt x="2763" y="657"/>
                    <a:pt x="2719" y="642"/>
                    <a:pt x="2674" y="612"/>
                  </a:cubicBezTo>
                  <a:lnTo>
                    <a:pt x="2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3" name="Google Shape;933;p78"/>
          <p:cNvGrpSpPr/>
          <p:nvPr/>
        </p:nvGrpSpPr>
        <p:grpSpPr>
          <a:xfrm>
            <a:off x="7729012" y="2825571"/>
            <a:ext cx="298169" cy="339218"/>
            <a:chOff x="2707950" y="4399325"/>
            <a:chExt cx="423475" cy="481775"/>
          </a:xfrm>
        </p:grpSpPr>
        <p:sp>
          <p:nvSpPr>
            <p:cNvPr id="934" name="Google Shape;934;p78"/>
            <p:cNvSpPr/>
            <p:nvPr/>
          </p:nvSpPr>
          <p:spPr>
            <a:xfrm>
              <a:off x="2905550" y="4515000"/>
              <a:ext cx="28275" cy="366100"/>
            </a:xfrm>
            <a:custGeom>
              <a:avLst/>
              <a:gdLst/>
              <a:ahLst/>
              <a:cxnLst/>
              <a:rect l="l" t="t" r="r" b="b"/>
              <a:pathLst>
                <a:path w="1131" h="14644" extrusionOk="0">
                  <a:moveTo>
                    <a:pt x="1" y="0"/>
                  </a:moveTo>
                  <a:lnTo>
                    <a:pt x="1" y="14644"/>
                  </a:lnTo>
                  <a:lnTo>
                    <a:pt x="1130" y="14644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78"/>
            <p:cNvSpPr/>
            <p:nvPr/>
          </p:nvSpPr>
          <p:spPr>
            <a:xfrm>
              <a:off x="2962025" y="4710725"/>
              <a:ext cx="141175" cy="29225"/>
            </a:xfrm>
            <a:custGeom>
              <a:avLst/>
              <a:gdLst/>
              <a:ahLst/>
              <a:cxnLst/>
              <a:rect l="l" t="t" r="r" b="b"/>
              <a:pathLst>
                <a:path w="5647" h="1169" extrusionOk="0">
                  <a:moveTo>
                    <a:pt x="0" y="0"/>
                  </a:moveTo>
                  <a:lnTo>
                    <a:pt x="0" y="1169"/>
                  </a:lnTo>
                  <a:lnTo>
                    <a:pt x="5646" y="1169"/>
                  </a:lnTo>
                  <a:lnTo>
                    <a:pt x="56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78"/>
            <p:cNvSpPr/>
            <p:nvPr/>
          </p:nvSpPr>
          <p:spPr>
            <a:xfrm>
              <a:off x="2962025" y="4768175"/>
              <a:ext cx="141175" cy="112925"/>
            </a:xfrm>
            <a:custGeom>
              <a:avLst/>
              <a:gdLst/>
              <a:ahLst/>
              <a:cxnLst/>
              <a:rect l="l" t="t" r="r" b="b"/>
              <a:pathLst>
                <a:path w="5647" h="4517" extrusionOk="0">
                  <a:moveTo>
                    <a:pt x="0" y="0"/>
                  </a:moveTo>
                  <a:lnTo>
                    <a:pt x="0" y="4517"/>
                  </a:lnTo>
                  <a:lnTo>
                    <a:pt x="3951" y="4517"/>
                  </a:lnTo>
                  <a:cubicBezTo>
                    <a:pt x="4888" y="4517"/>
                    <a:pt x="5646" y="3758"/>
                    <a:pt x="5646" y="2825"/>
                  </a:cubicBezTo>
                  <a:lnTo>
                    <a:pt x="56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78"/>
            <p:cNvSpPr/>
            <p:nvPr/>
          </p:nvSpPr>
          <p:spPr>
            <a:xfrm>
              <a:off x="2736175" y="4710725"/>
              <a:ext cx="141175" cy="29225"/>
            </a:xfrm>
            <a:custGeom>
              <a:avLst/>
              <a:gdLst/>
              <a:ahLst/>
              <a:cxnLst/>
              <a:rect l="l" t="t" r="r" b="b"/>
              <a:pathLst>
                <a:path w="5647" h="1169" extrusionOk="0">
                  <a:moveTo>
                    <a:pt x="1" y="0"/>
                  </a:moveTo>
                  <a:lnTo>
                    <a:pt x="1" y="1169"/>
                  </a:lnTo>
                  <a:lnTo>
                    <a:pt x="5647" y="1169"/>
                  </a:lnTo>
                  <a:lnTo>
                    <a:pt x="56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78"/>
            <p:cNvSpPr/>
            <p:nvPr/>
          </p:nvSpPr>
          <p:spPr>
            <a:xfrm>
              <a:off x="2736175" y="4768175"/>
              <a:ext cx="141175" cy="112925"/>
            </a:xfrm>
            <a:custGeom>
              <a:avLst/>
              <a:gdLst/>
              <a:ahLst/>
              <a:cxnLst/>
              <a:rect l="l" t="t" r="r" b="b"/>
              <a:pathLst>
                <a:path w="5647" h="4517" extrusionOk="0">
                  <a:moveTo>
                    <a:pt x="1" y="0"/>
                  </a:moveTo>
                  <a:lnTo>
                    <a:pt x="1" y="2825"/>
                  </a:lnTo>
                  <a:cubicBezTo>
                    <a:pt x="1" y="3758"/>
                    <a:pt x="759" y="4517"/>
                    <a:pt x="1693" y="4517"/>
                  </a:cubicBezTo>
                  <a:lnTo>
                    <a:pt x="5647" y="4517"/>
                  </a:lnTo>
                  <a:lnTo>
                    <a:pt x="56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78"/>
            <p:cNvSpPr/>
            <p:nvPr/>
          </p:nvSpPr>
          <p:spPr>
            <a:xfrm>
              <a:off x="2707950" y="4515075"/>
              <a:ext cx="169400" cy="82825"/>
            </a:xfrm>
            <a:custGeom>
              <a:avLst/>
              <a:gdLst/>
              <a:ahLst/>
              <a:cxnLst/>
              <a:rect l="l" t="t" r="r" b="b"/>
              <a:pathLst>
                <a:path w="6776" h="3313" extrusionOk="0">
                  <a:moveTo>
                    <a:pt x="1693" y="0"/>
                  </a:moveTo>
                  <a:cubicBezTo>
                    <a:pt x="759" y="0"/>
                    <a:pt x="0" y="756"/>
                    <a:pt x="0" y="1693"/>
                  </a:cubicBezTo>
                  <a:lnTo>
                    <a:pt x="0" y="2747"/>
                  </a:lnTo>
                  <a:cubicBezTo>
                    <a:pt x="0" y="3060"/>
                    <a:pt x="253" y="3313"/>
                    <a:pt x="563" y="3313"/>
                  </a:cubicBezTo>
                  <a:lnTo>
                    <a:pt x="6776" y="3313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78"/>
            <p:cNvSpPr/>
            <p:nvPr/>
          </p:nvSpPr>
          <p:spPr>
            <a:xfrm>
              <a:off x="2736175" y="4626025"/>
              <a:ext cx="141175" cy="56500"/>
            </a:xfrm>
            <a:custGeom>
              <a:avLst/>
              <a:gdLst/>
              <a:ahLst/>
              <a:cxnLst/>
              <a:rect l="l" t="t" r="r" b="b"/>
              <a:pathLst>
                <a:path w="5647" h="2260" extrusionOk="0">
                  <a:moveTo>
                    <a:pt x="1" y="1"/>
                  </a:moveTo>
                  <a:lnTo>
                    <a:pt x="1" y="2259"/>
                  </a:lnTo>
                  <a:lnTo>
                    <a:pt x="5647" y="2259"/>
                  </a:lnTo>
                  <a:lnTo>
                    <a:pt x="56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78"/>
            <p:cNvSpPr/>
            <p:nvPr/>
          </p:nvSpPr>
          <p:spPr>
            <a:xfrm>
              <a:off x="2850525" y="4430375"/>
              <a:ext cx="138325" cy="56500"/>
            </a:xfrm>
            <a:custGeom>
              <a:avLst/>
              <a:gdLst/>
              <a:ahLst/>
              <a:cxnLst/>
              <a:rect l="l" t="t" r="r" b="b"/>
              <a:pathLst>
                <a:path w="5533" h="2260" extrusionOk="0">
                  <a:moveTo>
                    <a:pt x="2765" y="1"/>
                  </a:moveTo>
                  <a:cubicBezTo>
                    <a:pt x="1500" y="1"/>
                    <a:pt x="275" y="916"/>
                    <a:pt x="1" y="2259"/>
                  </a:cubicBezTo>
                  <a:lnTo>
                    <a:pt x="5532" y="2259"/>
                  </a:lnTo>
                  <a:cubicBezTo>
                    <a:pt x="5258" y="910"/>
                    <a:pt x="4030" y="1"/>
                    <a:pt x="2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78"/>
            <p:cNvSpPr/>
            <p:nvPr/>
          </p:nvSpPr>
          <p:spPr>
            <a:xfrm>
              <a:off x="2974300" y="4399350"/>
              <a:ext cx="129650" cy="87525"/>
            </a:xfrm>
            <a:custGeom>
              <a:avLst/>
              <a:gdLst/>
              <a:ahLst/>
              <a:cxnLst/>
              <a:rect l="l" t="t" r="r" b="b"/>
              <a:pathLst>
                <a:path w="5186" h="3501" extrusionOk="0">
                  <a:moveTo>
                    <a:pt x="2058" y="0"/>
                  </a:moveTo>
                  <a:cubicBezTo>
                    <a:pt x="1374" y="0"/>
                    <a:pt x="670" y="239"/>
                    <a:pt x="0" y="775"/>
                  </a:cubicBezTo>
                  <a:cubicBezTo>
                    <a:pt x="931" y="1398"/>
                    <a:pt x="1554" y="2389"/>
                    <a:pt x="1714" y="3500"/>
                  </a:cubicBezTo>
                  <a:lnTo>
                    <a:pt x="4397" y="3500"/>
                  </a:lnTo>
                  <a:cubicBezTo>
                    <a:pt x="4842" y="3497"/>
                    <a:pt x="5185" y="3109"/>
                    <a:pt x="5131" y="2666"/>
                  </a:cubicBezTo>
                  <a:cubicBezTo>
                    <a:pt x="5128" y="2639"/>
                    <a:pt x="5125" y="2609"/>
                    <a:pt x="5119" y="2579"/>
                  </a:cubicBezTo>
                  <a:cubicBezTo>
                    <a:pt x="4936" y="1482"/>
                    <a:pt x="4207" y="609"/>
                    <a:pt x="3171" y="212"/>
                  </a:cubicBezTo>
                  <a:cubicBezTo>
                    <a:pt x="2813" y="74"/>
                    <a:pt x="2438" y="0"/>
                    <a:pt x="20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78"/>
            <p:cNvSpPr/>
            <p:nvPr/>
          </p:nvSpPr>
          <p:spPr>
            <a:xfrm>
              <a:off x="2735425" y="4399325"/>
              <a:ext cx="129650" cy="87475"/>
            </a:xfrm>
            <a:custGeom>
              <a:avLst/>
              <a:gdLst/>
              <a:ahLst/>
              <a:cxnLst/>
              <a:rect l="l" t="t" r="r" b="b"/>
              <a:pathLst>
                <a:path w="5186" h="3499" extrusionOk="0">
                  <a:moveTo>
                    <a:pt x="3150" y="0"/>
                  </a:moveTo>
                  <a:cubicBezTo>
                    <a:pt x="2765" y="0"/>
                    <a:pt x="2385" y="77"/>
                    <a:pt x="2015" y="219"/>
                  </a:cubicBezTo>
                  <a:cubicBezTo>
                    <a:pt x="979" y="616"/>
                    <a:pt x="250" y="1483"/>
                    <a:pt x="67" y="2580"/>
                  </a:cubicBezTo>
                  <a:cubicBezTo>
                    <a:pt x="64" y="2610"/>
                    <a:pt x="58" y="2637"/>
                    <a:pt x="55" y="2667"/>
                  </a:cubicBezTo>
                  <a:cubicBezTo>
                    <a:pt x="0" y="3110"/>
                    <a:pt x="344" y="3498"/>
                    <a:pt x="789" y="3498"/>
                  </a:cubicBezTo>
                  <a:lnTo>
                    <a:pt x="3475" y="3498"/>
                  </a:lnTo>
                  <a:cubicBezTo>
                    <a:pt x="3632" y="2390"/>
                    <a:pt x="4255" y="1399"/>
                    <a:pt x="5186" y="776"/>
                  </a:cubicBezTo>
                  <a:cubicBezTo>
                    <a:pt x="4510" y="236"/>
                    <a:pt x="3823" y="0"/>
                    <a:pt x="3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78"/>
            <p:cNvSpPr/>
            <p:nvPr/>
          </p:nvSpPr>
          <p:spPr>
            <a:xfrm>
              <a:off x="2962025" y="4515075"/>
              <a:ext cx="169400" cy="82825"/>
            </a:xfrm>
            <a:custGeom>
              <a:avLst/>
              <a:gdLst/>
              <a:ahLst/>
              <a:cxnLst/>
              <a:rect l="l" t="t" r="r" b="b"/>
              <a:pathLst>
                <a:path w="6776" h="3313" extrusionOk="0">
                  <a:moveTo>
                    <a:pt x="0" y="0"/>
                  </a:moveTo>
                  <a:lnTo>
                    <a:pt x="0" y="3313"/>
                  </a:lnTo>
                  <a:lnTo>
                    <a:pt x="6209" y="3313"/>
                  </a:lnTo>
                  <a:cubicBezTo>
                    <a:pt x="6523" y="3313"/>
                    <a:pt x="6776" y="3060"/>
                    <a:pt x="6776" y="2747"/>
                  </a:cubicBezTo>
                  <a:lnTo>
                    <a:pt x="6776" y="1693"/>
                  </a:lnTo>
                  <a:cubicBezTo>
                    <a:pt x="6776" y="756"/>
                    <a:pt x="6017" y="0"/>
                    <a:pt x="5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78"/>
            <p:cNvSpPr/>
            <p:nvPr/>
          </p:nvSpPr>
          <p:spPr>
            <a:xfrm>
              <a:off x="2962025" y="4626025"/>
              <a:ext cx="141175" cy="56500"/>
            </a:xfrm>
            <a:custGeom>
              <a:avLst/>
              <a:gdLst/>
              <a:ahLst/>
              <a:cxnLst/>
              <a:rect l="l" t="t" r="r" b="b"/>
              <a:pathLst>
                <a:path w="5647" h="2260" extrusionOk="0">
                  <a:moveTo>
                    <a:pt x="0" y="1"/>
                  </a:moveTo>
                  <a:lnTo>
                    <a:pt x="0" y="2259"/>
                  </a:lnTo>
                  <a:lnTo>
                    <a:pt x="5646" y="2259"/>
                  </a:lnTo>
                  <a:lnTo>
                    <a:pt x="56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6" name="Google Shape;946;p78"/>
          <p:cNvSpPr/>
          <p:nvPr/>
        </p:nvSpPr>
        <p:spPr>
          <a:xfrm>
            <a:off x="1647415" y="2879657"/>
            <a:ext cx="293891" cy="231036"/>
          </a:xfrm>
          <a:custGeom>
            <a:avLst/>
            <a:gdLst/>
            <a:ahLst/>
            <a:cxnLst/>
            <a:rect l="l" t="t" r="r" b="b"/>
            <a:pathLst>
              <a:path w="6214" h="4885" extrusionOk="0">
                <a:moveTo>
                  <a:pt x="3107" y="1"/>
                </a:moveTo>
                <a:cubicBezTo>
                  <a:pt x="2674" y="1"/>
                  <a:pt x="2331" y="16"/>
                  <a:pt x="2092" y="31"/>
                </a:cubicBezTo>
                <a:cubicBezTo>
                  <a:pt x="1868" y="46"/>
                  <a:pt x="1644" y="75"/>
                  <a:pt x="1420" y="120"/>
                </a:cubicBezTo>
                <a:cubicBezTo>
                  <a:pt x="1330" y="135"/>
                  <a:pt x="1166" y="165"/>
                  <a:pt x="912" y="225"/>
                </a:cubicBezTo>
                <a:cubicBezTo>
                  <a:pt x="658" y="285"/>
                  <a:pt x="449" y="419"/>
                  <a:pt x="314" y="613"/>
                </a:cubicBezTo>
                <a:cubicBezTo>
                  <a:pt x="150" y="807"/>
                  <a:pt x="60" y="1106"/>
                  <a:pt x="1" y="1494"/>
                </a:cubicBezTo>
                <a:lnTo>
                  <a:pt x="1345" y="1494"/>
                </a:lnTo>
                <a:lnTo>
                  <a:pt x="1345" y="1375"/>
                </a:lnTo>
                <a:cubicBezTo>
                  <a:pt x="1345" y="1255"/>
                  <a:pt x="1330" y="1166"/>
                  <a:pt x="1330" y="1106"/>
                </a:cubicBezTo>
                <a:cubicBezTo>
                  <a:pt x="1405" y="1016"/>
                  <a:pt x="1539" y="957"/>
                  <a:pt x="1733" y="912"/>
                </a:cubicBezTo>
                <a:cubicBezTo>
                  <a:pt x="1927" y="867"/>
                  <a:pt x="2151" y="837"/>
                  <a:pt x="2405" y="822"/>
                </a:cubicBezTo>
                <a:cubicBezTo>
                  <a:pt x="2659" y="807"/>
                  <a:pt x="2883" y="807"/>
                  <a:pt x="3107" y="807"/>
                </a:cubicBezTo>
                <a:cubicBezTo>
                  <a:pt x="3376" y="807"/>
                  <a:pt x="3630" y="807"/>
                  <a:pt x="3854" y="822"/>
                </a:cubicBezTo>
                <a:cubicBezTo>
                  <a:pt x="4078" y="837"/>
                  <a:pt x="4287" y="867"/>
                  <a:pt x="4481" y="912"/>
                </a:cubicBezTo>
                <a:cubicBezTo>
                  <a:pt x="4691" y="957"/>
                  <a:pt x="4825" y="1016"/>
                  <a:pt x="4915" y="1106"/>
                </a:cubicBezTo>
                <a:cubicBezTo>
                  <a:pt x="4900" y="1181"/>
                  <a:pt x="4900" y="1285"/>
                  <a:pt x="4900" y="1435"/>
                </a:cubicBezTo>
                <a:lnTo>
                  <a:pt x="4900" y="1494"/>
                </a:lnTo>
                <a:lnTo>
                  <a:pt x="6214" y="1494"/>
                </a:lnTo>
                <a:cubicBezTo>
                  <a:pt x="6169" y="1106"/>
                  <a:pt x="6065" y="822"/>
                  <a:pt x="5915" y="628"/>
                </a:cubicBezTo>
                <a:cubicBezTo>
                  <a:pt x="5781" y="449"/>
                  <a:pt x="5572" y="314"/>
                  <a:pt x="5288" y="225"/>
                </a:cubicBezTo>
                <a:cubicBezTo>
                  <a:pt x="5004" y="135"/>
                  <a:pt x="4735" y="75"/>
                  <a:pt x="4481" y="46"/>
                </a:cubicBezTo>
                <a:cubicBezTo>
                  <a:pt x="4213" y="16"/>
                  <a:pt x="3765" y="1"/>
                  <a:pt x="3107" y="1"/>
                </a:cubicBezTo>
                <a:close/>
                <a:moveTo>
                  <a:pt x="1" y="1599"/>
                </a:moveTo>
                <a:lnTo>
                  <a:pt x="1" y="1823"/>
                </a:lnTo>
                <a:cubicBezTo>
                  <a:pt x="1" y="1853"/>
                  <a:pt x="16" y="1898"/>
                  <a:pt x="46" y="1927"/>
                </a:cubicBezTo>
                <a:cubicBezTo>
                  <a:pt x="90" y="1972"/>
                  <a:pt x="105" y="1987"/>
                  <a:pt x="135" y="1987"/>
                </a:cubicBezTo>
                <a:lnTo>
                  <a:pt x="1181" y="1987"/>
                </a:lnTo>
                <a:cubicBezTo>
                  <a:pt x="1285" y="1987"/>
                  <a:pt x="1345" y="1927"/>
                  <a:pt x="1345" y="1823"/>
                </a:cubicBezTo>
                <a:lnTo>
                  <a:pt x="1345" y="1599"/>
                </a:lnTo>
                <a:close/>
                <a:moveTo>
                  <a:pt x="4900" y="1599"/>
                </a:moveTo>
                <a:lnTo>
                  <a:pt x="4900" y="1823"/>
                </a:lnTo>
                <a:cubicBezTo>
                  <a:pt x="4900" y="1868"/>
                  <a:pt x="4915" y="1913"/>
                  <a:pt x="4944" y="1942"/>
                </a:cubicBezTo>
                <a:cubicBezTo>
                  <a:pt x="4974" y="1972"/>
                  <a:pt x="5004" y="1987"/>
                  <a:pt x="5034" y="1987"/>
                </a:cubicBezTo>
                <a:lnTo>
                  <a:pt x="6095" y="1987"/>
                </a:lnTo>
                <a:cubicBezTo>
                  <a:pt x="6124" y="1987"/>
                  <a:pt x="6154" y="1972"/>
                  <a:pt x="6169" y="1942"/>
                </a:cubicBezTo>
                <a:cubicBezTo>
                  <a:pt x="6199" y="1898"/>
                  <a:pt x="6214" y="1868"/>
                  <a:pt x="6214" y="1823"/>
                </a:cubicBezTo>
                <a:lnTo>
                  <a:pt x="6214" y="1599"/>
                </a:lnTo>
                <a:close/>
                <a:moveTo>
                  <a:pt x="3107" y="1763"/>
                </a:moveTo>
                <a:cubicBezTo>
                  <a:pt x="3451" y="1763"/>
                  <a:pt x="3750" y="1823"/>
                  <a:pt x="4003" y="1942"/>
                </a:cubicBezTo>
                <a:cubicBezTo>
                  <a:pt x="4257" y="2062"/>
                  <a:pt x="4377" y="2196"/>
                  <a:pt x="4377" y="2361"/>
                </a:cubicBezTo>
                <a:cubicBezTo>
                  <a:pt x="4377" y="2540"/>
                  <a:pt x="4257" y="2674"/>
                  <a:pt x="4003" y="2794"/>
                </a:cubicBezTo>
                <a:cubicBezTo>
                  <a:pt x="3750" y="2913"/>
                  <a:pt x="3466" y="2973"/>
                  <a:pt x="3107" y="2973"/>
                </a:cubicBezTo>
                <a:cubicBezTo>
                  <a:pt x="2764" y="2973"/>
                  <a:pt x="2465" y="2913"/>
                  <a:pt x="2211" y="2794"/>
                </a:cubicBezTo>
                <a:cubicBezTo>
                  <a:pt x="1957" y="2674"/>
                  <a:pt x="1838" y="2540"/>
                  <a:pt x="1838" y="2361"/>
                </a:cubicBezTo>
                <a:cubicBezTo>
                  <a:pt x="1838" y="2211"/>
                  <a:pt x="1957" y="2062"/>
                  <a:pt x="2211" y="1942"/>
                </a:cubicBezTo>
                <a:cubicBezTo>
                  <a:pt x="2465" y="1823"/>
                  <a:pt x="2764" y="1763"/>
                  <a:pt x="3107" y="1763"/>
                </a:cubicBezTo>
                <a:close/>
                <a:moveTo>
                  <a:pt x="1883" y="1046"/>
                </a:moveTo>
                <a:lnTo>
                  <a:pt x="1883" y="1375"/>
                </a:lnTo>
                <a:lnTo>
                  <a:pt x="718" y="2943"/>
                </a:lnTo>
                <a:cubicBezTo>
                  <a:pt x="658" y="3033"/>
                  <a:pt x="598" y="3122"/>
                  <a:pt x="568" y="3197"/>
                </a:cubicBezTo>
                <a:cubicBezTo>
                  <a:pt x="538" y="3287"/>
                  <a:pt x="523" y="3376"/>
                  <a:pt x="523" y="3496"/>
                </a:cubicBezTo>
                <a:lnTo>
                  <a:pt x="523" y="4571"/>
                </a:lnTo>
                <a:cubicBezTo>
                  <a:pt x="523" y="4780"/>
                  <a:pt x="598" y="4885"/>
                  <a:pt x="762" y="4885"/>
                </a:cubicBezTo>
                <a:lnTo>
                  <a:pt x="5482" y="4885"/>
                </a:lnTo>
                <a:cubicBezTo>
                  <a:pt x="5661" y="4885"/>
                  <a:pt x="5751" y="4780"/>
                  <a:pt x="5751" y="4571"/>
                </a:cubicBezTo>
                <a:lnTo>
                  <a:pt x="5751" y="3496"/>
                </a:lnTo>
                <a:cubicBezTo>
                  <a:pt x="5751" y="3361"/>
                  <a:pt x="5736" y="3272"/>
                  <a:pt x="5721" y="3212"/>
                </a:cubicBezTo>
                <a:cubicBezTo>
                  <a:pt x="5691" y="3137"/>
                  <a:pt x="5646" y="3063"/>
                  <a:pt x="5557" y="2943"/>
                </a:cubicBezTo>
                <a:lnTo>
                  <a:pt x="4362" y="1405"/>
                </a:lnTo>
                <a:lnTo>
                  <a:pt x="4362" y="1046"/>
                </a:lnTo>
                <a:lnTo>
                  <a:pt x="3794" y="1046"/>
                </a:lnTo>
                <a:lnTo>
                  <a:pt x="3794" y="1375"/>
                </a:lnTo>
                <a:lnTo>
                  <a:pt x="2405" y="1375"/>
                </a:lnTo>
                <a:lnTo>
                  <a:pt x="2375" y="10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78"/>
          <p:cNvSpPr/>
          <p:nvPr/>
        </p:nvSpPr>
        <p:spPr>
          <a:xfrm>
            <a:off x="2255385" y="3362482"/>
            <a:ext cx="223280" cy="313708"/>
          </a:xfrm>
          <a:custGeom>
            <a:avLst/>
            <a:gdLst/>
            <a:ahLst/>
            <a:cxnLst/>
            <a:rect l="l" t="t" r="r" b="b"/>
            <a:pathLst>
              <a:path w="4721" h="6633" extrusionOk="0">
                <a:moveTo>
                  <a:pt x="2360" y="748"/>
                </a:moveTo>
                <a:cubicBezTo>
                  <a:pt x="2211" y="748"/>
                  <a:pt x="2077" y="867"/>
                  <a:pt x="2077" y="1016"/>
                </a:cubicBezTo>
                <a:lnTo>
                  <a:pt x="2077" y="1913"/>
                </a:lnTo>
                <a:cubicBezTo>
                  <a:pt x="2077" y="2062"/>
                  <a:pt x="2211" y="2196"/>
                  <a:pt x="2360" y="2196"/>
                </a:cubicBezTo>
                <a:cubicBezTo>
                  <a:pt x="2510" y="2196"/>
                  <a:pt x="2629" y="2062"/>
                  <a:pt x="2629" y="1913"/>
                </a:cubicBezTo>
                <a:lnTo>
                  <a:pt x="2629" y="1016"/>
                </a:lnTo>
                <a:cubicBezTo>
                  <a:pt x="2629" y="867"/>
                  <a:pt x="2510" y="748"/>
                  <a:pt x="2360" y="748"/>
                </a:cubicBezTo>
                <a:close/>
                <a:moveTo>
                  <a:pt x="2151" y="1"/>
                </a:moveTo>
                <a:cubicBezTo>
                  <a:pt x="956" y="105"/>
                  <a:pt x="0" y="1106"/>
                  <a:pt x="0" y="2346"/>
                </a:cubicBezTo>
                <a:lnTo>
                  <a:pt x="0" y="2868"/>
                </a:lnTo>
                <a:cubicBezTo>
                  <a:pt x="553" y="2540"/>
                  <a:pt x="1195" y="2331"/>
                  <a:pt x="1912" y="2256"/>
                </a:cubicBezTo>
                <a:cubicBezTo>
                  <a:pt x="1838" y="2152"/>
                  <a:pt x="1778" y="2017"/>
                  <a:pt x="1778" y="1883"/>
                </a:cubicBezTo>
                <a:lnTo>
                  <a:pt x="1778" y="1061"/>
                </a:lnTo>
                <a:cubicBezTo>
                  <a:pt x="1778" y="792"/>
                  <a:pt x="1942" y="568"/>
                  <a:pt x="2151" y="494"/>
                </a:cubicBezTo>
                <a:lnTo>
                  <a:pt x="2151" y="1"/>
                </a:lnTo>
                <a:close/>
                <a:moveTo>
                  <a:pt x="2554" y="1"/>
                </a:moveTo>
                <a:lnTo>
                  <a:pt x="2554" y="494"/>
                </a:lnTo>
                <a:cubicBezTo>
                  <a:pt x="2779" y="568"/>
                  <a:pt x="2928" y="792"/>
                  <a:pt x="2928" y="1061"/>
                </a:cubicBezTo>
                <a:lnTo>
                  <a:pt x="2928" y="1883"/>
                </a:lnTo>
                <a:cubicBezTo>
                  <a:pt x="2928" y="2017"/>
                  <a:pt x="2883" y="2152"/>
                  <a:pt x="2793" y="2256"/>
                </a:cubicBezTo>
                <a:cubicBezTo>
                  <a:pt x="3510" y="2331"/>
                  <a:pt x="4168" y="2540"/>
                  <a:pt x="4720" y="2868"/>
                </a:cubicBezTo>
                <a:lnTo>
                  <a:pt x="4720" y="2346"/>
                </a:lnTo>
                <a:cubicBezTo>
                  <a:pt x="4720" y="1106"/>
                  <a:pt x="3764" y="105"/>
                  <a:pt x="2554" y="1"/>
                </a:cubicBezTo>
                <a:close/>
                <a:moveTo>
                  <a:pt x="2360" y="2644"/>
                </a:moveTo>
                <a:cubicBezTo>
                  <a:pt x="1449" y="2644"/>
                  <a:pt x="628" y="2898"/>
                  <a:pt x="0" y="3331"/>
                </a:cubicBezTo>
                <a:lnTo>
                  <a:pt x="0" y="4272"/>
                </a:lnTo>
                <a:cubicBezTo>
                  <a:pt x="0" y="5572"/>
                  <a:pt x="1061" y="6632"/>
                  <a:pt x="2360" y="6632"/>
                </a:cubicBezTo>
                <a:cubicBezTo>
                  <a:pt x="3660" y="6632"/>
                  <a:pt x="4720" y="5572"/>
                  <a:pt x="4720" y="4272"/>
                </a:cubicBezTo>
                <a:lnTo>
                  <a:pt x="4720" y="3331"/>
                </a:lnTo>
                <a:cubicBezTo>
                  <a:pt x="4093" y="2898"/>
                  <a:pt x="3256" y="2644"/>
                  <a:pt x="2360" y="26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8" name="Google Shape;948;p78"/>
          <p:cNvGrpSpPr/>
          <p:nvPr/>
        </p:nvGrpSpPr>
        <p:grpSpPr>
          <a:xfrm>
            <a:off x="2192200" y="4353952"/>
            <a:ext cx="349650" cy="324913"/>
            <a:chOff x="210100" y="2442244"/>
            <a:chExt cx="349650" cy="324913"/>
          </a:xfrm>
        </p:grpSpPr>
        <p:sp>
          <p:nvSpPr>
            <p:cNvPr id="949" name="Google Shape;949;p78"/>
            <p:cNvSpPr/>
            <p:nvPr/>
          </p:nvSpPr>
          <p:spPr>
            <a:xfrm>
              <a:off x="210100" y="2442244"/>
              <a:ext cx="330758" cy="199559"/>
            </a:xfrm>
            <a:custGeom>
              <a:avLst/>
              <a:gdLst/>
              <a:ahLst/>
              <a:cxnLst/>
              <a:rect l="l" t="t" r="r" b="b"/>
              <a:pathLst>
                <a:path w="7369" h="4446" extrusionOk="0">
                  <a:moveTo>
                    <a:pt x="7236" y="1"/>
                  </a:moveTo>
                  <a:cubicBezTo>
                    <a:pt x="7224" y="1"/>
                    <a:pt x="7212" y="3"/>
                    <a:pt x="7199" y="10"/>
                  </a:cubicBezTo>
                  <a:lnTo>
                    <a:pt x="269" y="2922"/>
                  </a:lnTo>
                  <a:cubicBezTo>
                    <a:pt x="45" y="3027"/>
                    <a:pt x="0" y="3325"/>
                    <a:pt x="194" y="3475"/>
                  </a:cubicBezTo>
                  <a:lnTo>
                    <a:pt x="1479" y="4446"/>
                  </a:lnTo>
                  <a:lnTo>
                    <a:pt x="7304" y="174"/>
                  </a:lnTo>
                  <a:cubicBezTo>
                    <a:pt x="7368" y="109"/>
                    <a:pt x="7310" y="1"/>
                    <a:pt x="7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78"/>
            <p:cNvSpPr/>
            <p:nvPr/>
          </p:nvSpPr>
          <p:spPr>
            <a:xfrm>
              <a:off x="337479" y="2460466"/>
              <a:ext cx="222271" cy="289015"/>
            </a:xfrm>
            <a:custGeom>
              <a:avLst/>
              <a:gdLst/>
              <a:ahLst/>
              <a:cxnLst/>
              <a:rect l="l" t="t" r="r" b="b"/>
              <a:pathLst>
                <a:path w="4952" h="6439" extrusionOk="0">
                  <a:moveTo>
                    <a:pt x="4839" y="0"/>
                  </a:moveTo>
                  <a:cubicBezTo>
                    <a:pt x="4819" y="0"/>
                    <a:pt x="4798" y="7"/>
                    <a:pt x="4779" y="22"/>
                  </a:cubicBezTo>
                  <a:lnTo>
                    <a:pt x="4720" y="67"/>
                  </a:lnTo>
                  <a:lnTo>
                    <a:pt x="0" y="4771"/>
                  </a:lnTo>
                  <a:lnTo>
                    <a:pt x="2420" y="6384"/>
                  </a:lnTo>
                  <a:cubicBezTo>
                    <a:pt x="2475" y="6421"/>
                    <a:pt x="2536" y="6438"/>
                    <a:pt x="2596" y="6438"/>
                  </a:cubicBezTo>
                  <a:cubicBezTo>
                    <a:pt x="2730" y="6438"/>
                    <a:pt x="2856" y="6354"/>
                    <a:pt x="2898" y="6220"/>
                  </a:cubicBezTo>
                  <a:lnTo>
                    <a:pt x="4929" y="126"/>
                  </a:lnTo>
                  <a:cubicBezTo>
                    <a:pt x="4951" y="59"/>
                    <a:pt x="4898" y="0"/>
                    <a:pt x="48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78"/>
            <p:cNvSpPr/>
            <p:nvPr/>
          </p:nvSpPr>
          <p:spPr>
            <a:xfrm>
              <a:off x="297218" y="2689326"/>
              <a:ext cx="67103" cy="77831"/>
            </a:xfrm>
            <a:custGeom>
              <a:avLst/>
              <a:gdLst/>
              <a:ahLst/>
              <a:cxnLst/>
              <a:rect l="l" t="t" r="r" b="b"/>
              <a:pathLst>
                <a:path w="1495" h="1734" extrusionOk="0">
                  <a:moveTo>
                    <a:pt x="688" y="1"/>
                  </a:moveTo>
                  <a:lnTo>
                    <a:pt x="1" y="1734"/>
                  </a:lnTo>
                  <a:lnTo>
                    <a:pt x="1" y="1734"/>
                  </a:lnTo>
                  <a:lnTo>
                    <a:pt x="1494" y="524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78"/>
            <p:cNvSpPr/>
            <p:nvPr/>
          </p:nvSpPr>
          <p:spPr>
            <a:xfrm>
              <a:off x="285190" y="2546867"/>
              <a:ext cx="153821" cy="202880"/>
            </a:xfrm>
            <a:custGeom>
              <a:avLst/>
              <a:gdLst/>
              <a:ahLst/>
              <a:cxnLst/>
              <a:rect l="l" t="t" r="r" b="b"/>
              <a:pathLst>
                <a:path w="3427" h="4520" extrusionOk="0">
                  <a:moveTo>
                    <a:pt x="3357" y="1"/>
                  </a:moveTo>
                  <a:cubicBezTo>
                    <a:pt x="3348" y="1"/>
                    <a:pt x="3339" y="3"/>
                    <a:pt x="3331" y="9"/>
                  </a:cubicBezTo>
                  <a:lnTo>
                    <a:pt x="0" y="2443"/>
                  </a:lnTo>
                  <a:lnTo>
                    <a:pt x="0" y="4519"/>
                  </a:lnTo>
                  <a:lnTo>
                    <a:pt x="687" y="2802"/>
                  </a:lnTo>
                  <a:cubicBezTo>
                    <a:pt x="702" y="2787"/>
                    <a:pt x="717" y="2757"/>
                    <a:pt x="732" y="2742"/>
                  </a:cubicBezTo>
                  <a:lnTo>
                    <a:pt x="3390" y="83"/>
                  </a:lnTo>
                  <a:cubicBezTo>
                    <a:pt x="3427" y="47"/>
                    <a:pt x="3394" y="1"/>
                    <a:pt x="33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3" name="Google Shape;953;p78"/>
          <p:cNvGrpSpPr/>
          <p:nvPr/>
        </p:nvGrpSpPr>
        <p:grpSpPr>
          <a:xfrm>
            <a:off x="3882217" y="3365640"/>
            <a:ext cx="310061" cy="307395"/>
            <a:chOff x="6436612" y="1813402"/>
            <a:chExt cx="310061" cy="307395"/>
          </a:xfrm>
        </p:grpSpPr>
        <p:sp>
          <p:nvSpPr>
            <p:cNvPr id="954" name="Google Shape;954;p78"/>
            <p:cNvSpPr/>
            <p:nvPr/>
          </p:nvSpPr>
          <p:spPr>
            <a:xfrm>
              <a:off x="6488305" y="1813402"/>
              <a:ext cx="206724" cy="235623"/>
            </a:xfrm>
            <a:custGeom>
              <a:avLst/>
              <a:gdLst/>
              <a:ahLst/>
              <a:cxnLst/>
              <a:rect l="l" t="t" r="r" b="b"/>
              <a:pathLst>
                <a:path w="4183" h="4803" extrusionOk="0">
                  <a:moveTo>
                    <a:pt x="2086" y="0"/>
                  </a:moveTo>
                  <a:cubicBezTo>
                    <a:pt x="2028" y="0"/>
                    <a:pt x="1972" y="23"/>
                    <a:pt x="1942" y="67"/>
                  </a:cubicBezTo>
                  <a:lnTo>
                    <a:pt x="105" y="2263"/>
                  </a:lnTo>
                  <a:cubicBezTo>
                    <a:pt x="0" y="2382"/>
                    <a:pt x="90" y="2562"/>
                    <a:pt x="239" y="2562"/>
                  </a:cubicBezTo>
                  <a:lnTo>
                    <a:pt x="1165" y="2562"/>
                  </a:lnTo>
                  <a:lnTo>
                    <a:pt x="1165" y="4608"/>
                  </a:lnTo>
                  <a:cubicBezTo>
                    <a:pt x="1165" y="4712"/>
                    <a:pt x="1240" y="4802"/>
                    <a:pt x="1345" y="4802"/>
                  </a:cubicBezTo>
                  <a:lnTo>
                    <a:pt x="2838" y="4802"/>
                  </a:lnTo>
                  <a:cubicBezTo>
                    <a:pt x="2943" y="4802"/>
                    <a:pt x="3017" y="4712"/>
                    <a:pt x="3017" y="4608"/>
                  </a:cubicBezTo>
                  <a:lnTo>
                    <a:pt x="3017" y="2562"/>
                  </a:lnTo>
                  <a:lnTo>
                    <a:pt x="3943" y="2562"/>
                  </a:lnTo>
                  <a:cubicBezTo>
                    <a:pt x="4093" y="2562"/>
                    <a:pt x="4182" y="2382"/>
                    <a:pt x="4078" y="2263"/>
                  </a:cubicBezTo>
                  <a:lnTo>
                    <a:pt x="2241" y="67"/>
                  </a:lnTo>
                  <a:cubicBezTo>
                    <a:pt x="2203" y="23"/>
                    <a:pt x="2144" y="0"/>
                    <a:pt x="20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78"/>
            <p:cNvSpPr/>
            <p:nvPr/>
          </p:nvSpPr>
          <p:spPr>
            <a:xfrm>
              <a:off x="6436612" y="1994719"/>
              <a:ext cx="310061" cy="126078"/>
            </a:xfrm>
            <a:custGeom>
              <a:avLst/>
              <a:gdLst/>
              <a:ahLst/>
              <a:cxnLst/>
              <a:rect l="l" t="t" r="r" b="b"/>
              <a:pathLst>
                <a:path w="6274" h="2570" extrusionOk="0">
                  <a:moveTo>
                    <a:pt x="180" y="1"/>
                  </a:moveTo>
                  <a:cubicBezTo>
                    <a:pt x="90" y="1"/>
                    <a:pt x="1" y="90"/>
                    <a:pt x="1" y="180"/>
                  </a:cubicBezTo>
                  <a:lnTo>
                    <a:pt x="1" y="2017"/>
                  </a:lnTo>
                  <a:cubicBezTo>
                    <a:pt x="1" y="2331"/>
                    <a:pt x="255" y="2570"/>
                    <a:pt x="553" y="2570"/>
                  </a:cubicBezTo>
                  <a:lnTo>
                    <a:pt x="5721" y="2570"/>
                  </a:lnTo>
                  <a:cubicBezTo>
                    <a:pt x="6020" y="2570"/>
                    <a:pt x="6274" y="2331"/>
                    <a:pt x="6274" y="2017"/>
                  </a:cubicBezTo>
                  <a:lnTo>
                    <a:pt x="6274" y="180"/>
                  </a:lnTo>
                  <a:cubicBezTo>
                    <a:pt x="6274" y="90"/>
                    <a:pt x="6184" y="1"/>
                    <a:pt x="6080" y="1"/>
                  </a:cubicBezTo>
                  <a:lnTo>
                    <a:pt x="5348" y="1"/>
                  </a:lnTo>
                  <a:cubicBezTo>
                    <a:pt x="5243" y="1"/>
                    <a:pt x="5169" y="90"/>
                    <a:pt x="5169" y="180"/>
                  </a:cubicBezTo>
                  <a:lnTo>
                    <a:pt x="5169" y="1464"/>
                  </a:lnTo>
                  <a:lnTo>
                    <a:pt x="1106" y="1464"/>
                  </a:lnTo>
                  <a:lnTo>
                    <a:pt x="1106" y="180"/>
                  </a:lnTo>
                  <a:cubicBezTo>
                    <a:pt x="1106" y="90"/>
                    <a:pt x="1016" y="1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6" name="Google Shape;956;p78"/>
          <p:cNvGrpSpPr/>
          <p:nvPr/>
        </p:nvGrpSpPr>
        <p:grpSpPr>
          <a:xfrm>
            <a:off x="3356901" y="3365812"/>
            <a:ext cx="309320" cy="307051"/>
            <a:chOff x="862274" y="3843977"/>
            <a:chExt cx="309320" cy="307051"/>
          </a:xfrm>
        </p:grpSpPr>
        <p:sp>
          <p:nvSpPr>
            <p:cNvPr id="957" name="Google Shape;957;p78"/>
            <p:cNvSpPr/>
            <p:nvPr/>
          </p:nvSpPr>
          <p:spPr>
            <a:xfrm>
              <a:off x="913918" y="3843977"/>
              <a:ext cx="206724" cy="234887"/>
            </a:xfrm>
            <a:custGeom>
              <a:avLst/>
              <a:gdLst/>
              <a:ahLst/>
              <a:cxnLst/>
              <a:rect l="l" t="t" r="r" b="b"/>
              <a:pathLst>
                <a:path w="4183" h="4788" extrusionOk="0">
                  <a:moveTo>
                    <a:pt x="1345" y="0"/>
                  </a:moveTo>
                  <a:cubicBezTo>
                    <a:pt x="1240" y="0"/>
                    <a:pt x="1166" y="75"/>
                    <a:pt x="1166" y="180"/>
                  </a:cubicBezTo>
                  <a:lnTo>
                    <a:pt x="1166" y="2226"/>
                  </a:lnTo>
                  <a:lnTo>
                    <a:pt x="240" y="2226"/>
                  </a:lnTo>
                  <a:cubicBezTo>
                    <a:pt x="90" y="2226"/>
                    <a:pt x="1" y="2405"/>
                    <a:pt x="105" y="2525"/>
                  </a:cubicBezTo>
                  <a:lnTo>
                    <a:pt x="1957" y="4720"/>
                  </a:lnTo>
                  <a:cubicBezTo>
                    <a:pt x="1995" y="4765"/>
                    <a:pt x="2047" y="4787"/>
                    <a:pt x="2099" y="4787"/>
                  </a:cubicBezTo>
                  <a:cubicBezTo>
                    <a:pt x="2151" y="4787"/>
                    <a:pt x="2204" y="4765"/>
                    <a:pt x="2241" y="4720"/>
                  </a:cubicBezTo>
                  <a:lnTo>
                    <a:pt x="4078" y="2525"/>
                  </a:lnTo>
                  <a:cubicBezTo>
                    <a:pt x="4183" y="2405"/>
                    <a:pt x="4093" y="2226"/>
                    <a:pt x="3929" y="2226"/>
                  </a:cubicBezTo>
                  <a:lnTo>
                    <a:pt x="3018" y="2226"/>
                  </a:lnTo>
                  <a:lnTo>
                    <a:pt x="3018" y="180"/>
                  </a:lnTo>
                  <a:cubicBezTo>
                    <a:pt x="3018" y="75"/>
                    <a:pt x="2943" y="0"/>
                    <a:pt x="2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78"/>
            <p:cNvSpPr/>
            <p:nvPr/>
          </p:nvSpPr>
          <p:spPr>
            <a:xfrm>
              <a:off x="862274" y="4024950"/>
              <a:ext cx="309320" cy="126078"/>
            </a:xfrm>
            <a:custGeom>
              <a:avLst/>
              <a:gdLst/>
              <a:ahLst/>
              <a:cxnLst/>
              <a:rect l="l" t="t" r="r" b="b"/>
              <a:pathLst>
                <a:path w="6259" h="2570" extrusionOk="0">
                  <a:moveTo>
                    <a:pt x="179" y="1"/>
                  </a:moveTo>
                  <a:cubicBezTo>
                    <a:pt x="90" y="1"/>
                    <a:pt x="0" y="75"/>
                    <a:pt x="0" y="180"/>
                  </a:cubicBezTo>
                  <a:lnTo>
                    <a:pt x="0" y="2017"/>
                  </a:lnTo>
                  <a:cubicBezTo>
                    <a:pt x="0" y="2316"/>
                    <a:pt x="254" y="2569"/>
                    <a:pt x="553" y="2569"/>
                  </a:cubicBezTo>
                  <a:lnTo>
                    <a:pt x="5721" y="2569"/>
                  </a:lnTo>
                  <a:cubicBezTo>
                    <a:pt x="6019" y="2569"/>
                    <a:pt x="6258" y="2316"/>
                    <a:pt x="6258" y="2017"/>
                  </a:cubicBezTo>
                  <a:lnTo>
                    <a:pt x="6258" y="180"/>
                  </a:lnTo>
                  <a:cubicBezTo>
                    <a:pt x="6258" y="75"/>
                    <a:pt x="6184" y="1"/>
                    <a:pt x="6079" y="1"/>
                  </a:cubicBezTo>
                  <a:lnTo>
                    <a:pt x="5347" y="1"/>
                  </a:lnTo>
                  <a:cubicBezTo>
                    <a:pt x="5243" y="1"/>
                    <a:pt x="5168" y="75"/>
                    <a:pt x="5168" y="180"/>
                  </a:cubicBezTo>
                  <a:lnTo>
                    <a:pt x="5168" y="1464"/>
                  </a:lnTo>
                  <a:lnTo>
                    <a:pt x="1105" y="1464"/>
                  </a:lnTo>
                  <a:lnTo>
                    <a:pt x="1105" y="180"/>
                  </a:lnTo>
                  <a:cubicBezTo>
                    <a:pt x="1105" y="75"/>
                    <a:pt x="1016" y="1"/>
                    <a:pt x="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9" name="Google Shape;959;p78"/>
          <p:cNvGrpSpPr/>
          <p:nvPr/>
        </p:nvGrpSpPr>
        <p:grpSpPr>
          <a:xfrm>
            <a:off x="6088238" y="3869537"/>
            <a:ext cx="309320" cy="307051"/>
            <a:chOff x="2120767" y="2059071"/>
            <a:chExt cx="309320" cy="307051"/>
          </a:xfrm>
        </p:grpSpPr>
        <p:sp>
          <p:nvSpPr>
            <p:cNvPr id="960" name="Google Shape;960;p78"/>
            <p:cNvSpPr/>
            <p:nvPr/>
          </p:nvSpPr>
          <p:spPr>
            <a:xfrm>
              <a:off x="2210811" y="2059071"/>
              <a:ext cx="128492" cy="90168"/>
            </a:xfrm>
            <a:custGeom>
              <a:avLst/>
              <a:gdLst/>
              <a:ahLst/>
              <a:cxnLst/>
              <a:rect l="l" t="t" r="r" b="b"/>
              <a:pathLst>
                <a:path w="2600" h="1838" extrusionOk="0">
                  <a:moveTo>
                    <a:pt x="1" y="1"/>
                  </a:moveTo>
                  <a:lnTo>
                    <a:pt x="1" y="1658"/>
                  </a:lnTo>
                  <a:cubicBezTo>
                    <a:pt x="1" y="1748"/>
                    <a:pt x="90" y="1838"/>
                    <a:pt x="195" y="1838"/>
                  </a:cubicBezTo>
                  <a:lnTo>
                    <a:pt x="2420" y="1838"/>
                  </a:lnTo>
                  <a:cubicBezTo>
                    <a:pt x="2525" y="1838"/>
                    <a:pt x="2600" y="1748"/>
                    <a:pt x="2600" y="1658"/>
                  </a:cubicBezTo>
                  <a:lnTo>
                    <a:pt x="2600" y="1"/>
                  </a:lnTo>
                  <a:lnTo>
                    <a:pt x="2241" y="1"/>
                  </a:lnTo>
                  <a:lnTo>
                    <a:pt x="2241" y="1285"/>
                  </a:lnTo>
                  <a:cubicBezTo>
                    <a:pt x="2241" y="1390"/>
                    <a:pt x="2152" y="1464"/>
                    <a:pt x="2047" y="1464"/>
                  </a:cubicBezTo>
                  <a:cubicBezTo>
                    <a:pt x="1942" y="1464"/>
                    <a:pt x="1868" y="1390"/>
                    <a:pt x="1868" y="1285"/>
                  </a:cubicBezTo>
                  <a:lnTo>
                    <a:pt x="18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78"/>
            <p:cNvSpPr/>
            <p:nvPr/>
          </p:nvSpPr>
          <p:spPr>
            <a:xfrm>
              <a:off x="2193119" y="2221009"/>
              <a:ext cx="164667" cy="18348"/>
            </a:xfrm>
            <a:custGeom>
              <a:avLst/>
              <a:gdLst/>
              <a:ahLst/>
              <a:cxnLst/>
              <a:rect l="l" t="t" r="r" b="b"/>
              <a:pathLst>
                <a:path w="3332" h="374" extrusionOk="0">
                  <a:moveTo>
                    <a:pt x="180" y="0"/>
                  </a:moveTo>
                  <a:cubicBezTo>
                    <a:pt x="75" y="0"/>
                    <a:pt x="0" y="90"/>
                    <a:pt x="0" y="180"/>
                  </a:cubicBezTo>
                  <a:lnTo>
                    <a:pt x="0" y="374"/>
                  </a:lnTo>
                  <a:lnTo>
                    <a:pt x="3331" y="374"/>
                  </a:lnTo>
                  <a:lnTo>
                    <a:pt x="3331" y="180"/>
                  </a:lnTo>
                  <a:cubicBezTo>
                    <a:pt x="3331" y="90"/>
                    <a:pt x="3241" y="0"/>
                    <a:pt x="31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78"/>
            <p:cNvSpPr/>
            <p:nvPr/>
          </p:nvSpPr>
          <p:spPr>
            <a:xfrm>
              <a:off x="2193119" y="2256919"/>
              <a:ext cx="164667" cy="109202"/>
            </a:xfrm>
            <a:custGeom>
              <a:avLst/>
              <a:gdLst/>
              <a:ahLst/>
              <a:cxnLst/>
              <a:rect l="l" t="t" r="r" b="b"/>
              <a:pathLst>
                <a:path w="3332" h="2226" extrusionOk="0">
                  <a:moveTo>
                    <a:pt x="0" y="0"/>
                  </a:moveTo>
                  <a:lnTo>
                    <a:pt x="0" y="2226"/>
                  </a:lnTo>
                  <a:lnTo>
                    <a:pt x="3331" y="2226"/>
                  </a:lnTo>
                  <a:lnTo>
                    <a:pt x="3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78"/>
            <p:cNvSpPr/>
            <p:nvPr/>
          </p:nvSpPr>
          <p:spPr>
            <a:xfrm>
              <a:off x="2120767" y="2059071"/>
              <a:ext cx="309320" cy="307051"/>
            </a:xfrm>
            <a:custGeom>
              <a:avLst/>
              <a:gdLst/>
              <a:ahLst/>
              <a:cxnLst/>
              <a:rect l="l" t="t" r="r" b="b"/>
              <a:pathLst>
                <a:path w="6259" h="6259" extrusionOk="0">
                  <a:moveTo>
                    <a:pt x="538" y="1"/>
                  </a:moveTo>
                  <a:cubicBezTo>
                    <a:pt x="240" y="1"/>
                    <a:pt x="1" y="240"/>
                    <a:pt x="1" y="553"/>
                  </a:cubicBezTo>
                  <a:lnTo>
                    <a:pt x="1" y="5721"/>
                  </a:lnTo>
                  <a:cubicBezTo>
                    <a:pt x="1" y="6020"/>
                    <a:pt x="240" y="6259"/>
                    <a:pt x="538" y="6259"/>
                  </a:cubicBezTo>
                  <a:lnTo>
                    <a:pt x="1091" y="6259"/>
                  </a:lnTo>
                  <a:lnTo>
                    <a:pt x="1091" y="3481"/>
                  </a:lnTo>
                  <a:cubicBezTo>
                    <a:pt x="1091" y="3182"/>
                    <a:pt x="1345" y="2943"/>
                    <a:pt x="1644" y="2943"/>
                  </a:cubicBezTo>
                  <a:lnTo>
                    <a:pt x="4601" y="2943"/>
                  </a:lnTo>
                  <a:cubicBezTo>
                    <a:pt x="4915" y="2943"/>
                    <a:pt x="5153" y="3182"/>
                    <a:pt x="5153" y="3481"/>
                  </a:cubicBezTo>
                  <a:lnTo>
                    <a:pt x="5153" y="6259"/>
                  </a:lnTo>
                  <a:lnTo>
                    <a:pt x="5706" y="6259"/>
                  </a:lnTo>
                  <a:cubicBezTo>
                    <a:pt x="6005" y="6259"/>
                    <a:pt x="6259" y="6020"/>
                    <a:pt x="6259" y="5721"/>
                  </a:cubicBezTo>
                  <a:lnTo>
                    <a:pt x="6259" y="1434"/>
                  </a:lnTo>
                  <a:cubicBezTo>
                    <a:pt x="6259" y="1285"/>
                    <a:pt x="6199" y="1151"/>
                    <a:pt x="6094" y="1046"/>
                  </a:cubicBezTo>
                  <a:lnTo>
                    <a:pt x="5213" y="165"/>
                  </a:lnTo>
                  <a:cubicBezTo>
                    <a:pt x="5109" y="60"/>
                    <a:pt x="4959" y="1"/>
                    <a:pt x="4825" y="1"/>
                  </a:cubicBezTo>
                  <a:lnTo>
                    <a:pt x="4795" y="1"/>
                  </a:lnTo>
                  <a:lnTo>
                    <a:pt x="4795" y="1658"/>
                  </a:lnTo>
                  <a:cubicBezTo>
                    <a:pt x="4795" y="1957"/>
                    <a:pt x="4541" y="2196"/>
                    <a:pt x="4242" y="2196"/>
                  </a:cubicBezTo>
                  <a:lnTo>
                    <a:pt x="2017" y="2196"/>
                  </a:lnTo>
                  <a:cubicBezTo>
                    <a:pt x="1703" y="2196"/>
                    <a:pt x="1464" y="1957"/>
                    <a:pt x="1464" y="1658"/>
                  </a:cubicBezTo>
                  <a:lnTo>
                    <a:pt x="14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4" name="Google Shape;964;p78"/>
          <p:cNvSpPr/>
          <p:nvPr/>
        </p:nvSpPr>
        <p:spPr>
          <a:xfrm>
            <a:off x="3888409" y="2368056"/>
            <a:ext cx="341097" cy="307492"/>
          </a:xfrm>
          <a:custGeom>
            <a:avLst/>
            <a:gdLst/>
            <a:ahLst/>
            <a:cxnLst/>
            <a:rect l="l" t="t" r="r" b="b"/>
            <a:pathLst>
              <a:path w="6902" h="6268" extrusionOk="0">
                <a:moveTo>
                  <a:pt x="3134" y="1"/>
                </a:moveTo>
                <a:cubicBezTo>
                  <a:pt x="2131" y="1"/>
                  <a:pt x="1162" y="483"/>
                  <a:pt x="568" y="1341"/>
                </a:cubicBezTo>
                <a:lnTo>
                  <a:pt x="300" y="1147"/>
                </a:lnTo>
                <a:cubicBezTo>
                  <a:pt x="267" y="1122"/>
                  <a:pt x="229" y="1111"/>
                  <a:pt x="192" y="1111"/>
                </a:cubicBezTo>
                <a:cubicBezTo>
                  <a:pt x="95" y="1111"/>
                  <a:pt x="1" y="1188"/>
                  <a:pt x="1" y="1296"/>
                </a:cubicBezTo>
                <a:lnTo>
                  <a:pt x="1" y="3134"/>
                </a:lnTo>
                <a:cubicBezTo>
                  <a:pt x="1" y="3239"/>
                  <a:pt x="93" y="3317"/>
                  <a:pt x="190" y="3317"/>
                </a:cubicBezTo>
                <a:cubicBezTo>
                  <a:pt x="217" y="3317"/>
                  <a:pt x="244" y="3311"/>
                  <a:pt x="270" y="3298"/>
                </a:cubicBezTo>
                <a:lnTo>
                  <a:pt x="1733" y="2551"/>
                </a:lnTo>
                <a:cubicBezTo>
                  <a:pt x="1853" y="2491"/>
                  <a:pt x="1868" y="2327"/>
                  <a:pt x="1763" y="2252"/>
                </a:cubicBezTo>
                <a:lnTo>
                  <a:pt x="1450" y="2013"/>
                </a:lnTo>
                <a:cubicBezTo>
                  <a:pt x="1863" y="1384"/>
                  <a:pt x="2525" y="1111"/>
                  <a:pt x="3152" y="1111"/>
                </a:cubicBezTo>
                <a:cubicBezTo>
                  <a:pt x="3432" y="1111"/>
                  <a:pt x="3704" y="1165"/>
                  <a:pt x="3944" y="1267"/>
                </a:cubicBezTo>
                <a:cubicBezTo>
                  <a:pt x="5572" y="1969"/>
                  <a:pt x="5572" y="4313"/>
                  <a:pt x="3944" y="5000"/>
                </a:cubicBezTo>
                <a:cubicBezTo>
                  <a:pt x="3677" y="5113"/>
                  <a:pt x="3402" y="5166"/>
                  <a:pt x="3132" y="5166"/>
                </a:cubicBezTo>
                <a:cubicBezTo>
                  <a:pt x="2330" y="5166"/>
                  <a:pt x="1580" y="4696"/>
                  <a:pt x="1255" y="3925"/>
                </a:cubicBezTo>
                <a:cubicBezTo>
                  <a:pt x="1177" y="3723"/>
                  <a:pt x="973" y="3597"/>
                  <a:pt x="756" y="3597"/>
                </a:cubicBezTo>
                <a:cubicBezTo>
                  <a:pt x="683" y="3597"/>
                  <a:pt x="609" y="3611"/>
                  <a:pt x="539" y="3641"/>
                </a:cubicBezTo>
                <a:cubicBezTo>
                  <a:pt x="255" y="3761"/>
                  <a:pt x="135" y="4074"/>
                  <a:pt x="255" y="4358"/>
                </a:cubicBezTo>
                <a:cubicBezTo>
                  <a:pt x="748" y="5536"/>
                  <a:pt x="1916" y="6267"/>
                  <a:pt x="3144" y="6267"/>
                </a:cubicBezTo>
                <a:cubicBezTo>
                  <a:pt x="3551" y="6267"/>
                  <a:pt x="3964" y="6187"/>
                  <a:pt x="4362" y="6016"/>
                </a:cubicBezTo>
                <a:cubicBezTo>
                  <a:pt x="6901" y="4941"/>
                  <a:pt x="6901" y="1326"/>
                  <a:pt x="4362" y="251"/>
                </a:cubicBezTo>
                <a:cubicBezTo>
                  <a:pt x="3963" y="82"/>
                  <a:pt x="3546" y="1"/>
                  <a:pt x="313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5" name="Google Shape;965;p78"/>
          <p:cNvGrpSpPr/>
          <p:nvPr/>
        </p:nvGrpSpPr>
        <p:grpSpPr>
          <a:xfrm>
            <a:off x="4455789" y="2368204"/>
            <a:ext cx="310061" cy="307198"/>
            <a:chOff x="6436612" y="2610390"/>
            <a:chExt cx="310061" cy="307198"/>
          </a:xfrm>
        </p:grpSpPr>
        <p:sp>
          <p:nvSpPr>
            <p:cNvPr id="966" name="Google Shape;966;p78"/>
            <p:cNvSpPr/>
            <p:nvPr/>
          </p:nvSpPr>
          <p:spPr>
            <a:xfrm>
              <a:off x="6582056" y="2684221"/>
              <a:ext cx="72351" cy="90168"/>
            </a:xfrm>
            <a:custGeom>
              <a:avLst/>
              <a:gdLst/>
              <a:ahLst/>
              <a:cxnLst/>
              <a:rect l="l" t="t" r="r" b="b"/>
              <a:pathLst>
                <a:path w="1464" h="1838" extrusionOk="0">
                  <a:moveTo>
                    <a:pt x="179" y="0"/>
                  </a:moveTo>
                  <a:cubicBezTo>
                    <a:pt x="75" y="0"/>
                    <a:pt x="0" y="75"/>
                    <a:pt x="0" y="180"/>
                  </a:cubicBezTo>
                  <a:lnTo>
                    <a:pt x="0" y="1643"/>
                  </a:lnTo>
                  <a:cubicBezTo>
                    <a:pt x="0" y="1748"/>
                    <a:pt x="75" y="1838"/>
                    <a:pt x="179" y="1838"/>
                  </a:cubicBezTo>
                  <a:lnTo>
                    <a:pt x="1285" y="1838"/>
                  </a:lnTo>
                  <a:cubicBezTo>
                    <a:pt x="1389" y="1838"/>
                    <a:pt x="1464" y="1748"/>
                    <a:pt x="1464" y="1643"/>
                  </a:cubicBezTo>
                  <a:cubicBezTo>
                    <a:pt x="1464" y="1554"/>
                    <a:pt x="1389" y="1464"/>
                    <a:pt x="1285" y="1464"/>
                  </a:cubicBezTo>
                  <a:lnTo>
                    <a:pt x="359" y="1464"/>
                  </a:lnTo>
                  <a:lnTo>
                    <a:pt x="359" y="180"/>
                  </a:lnTo>
                  <a:cubicBezTo>
                    <a:pt x="359" y="75"/>
                    <a:pt x="284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78"/>
            <p:cNvSpPr/>
            <p:nvPr/>
          </p:nvSpPr>
          <p:spPr>
            <a:xfrm>
              <a:off x="6436612" y="2610390"/>
              <a:ext cx="310061" cy="307198"/>
            </a:xfrm>
            <a:custGeom>
              <a:avLst/>
              <a:gdLst/>
              <a:ahLst/>
              <a:cxnLst/>
              <a:rect l="l" t="t" r="r" b="b"/>
              <a:pathLst>
                <a:path w="6274" h="6262" extrusionOk="0">
                  <a:moveTo>
                    <a:pt x="3092" y="1"/>
                  </a:moveTo>
                  <a:cubicBezTo>
                    <a:pt x="2106" y="1"/>
                    <a:pt x="1176" y="476"/>
                    <a:pt x="568" y="1356"/>
                  </a:cubicBezTo>
                  <a:lnTo>
                    <a:pt x="300" y="1162"/>
                  </a:lnTo>
                  <a:cubicBezTo>
                    <a:pt x="264" y="1135"/>
                    <a:pt x="223" y="1123"/>
                    <a:pt x="184" y="1123"/>
                  </a:cubicBezTo>
                  <a:cubicBezTo>
                    <a:pt x="89" y="1123"/>
                    <a:pt x="1" y="1191"/>
                    <a:pt x="1" y="1296"/>
                  </a:cubicBezTo>
                  <a:lnTo>
                    <a:pt x="1" y="3133"/>
                  </a:lnTo>
                  <a:cubicBezTo>
                    <a:pt x="1" y="3239"/>
                    <a:pt x="93" y="3317"/>
                    <a:pt x="190" y="3317"/>
                  </a:cubicBezTo>
                  <a:cubicBezTo>
                    <a:pt x="217" y="3317"/>
                    <a:pt x="244" y="3311"/>
                    <a:pt x="270" y="3298"/>
                  </a:cubicBezTo>
                  <a:lnTo>
                    <a:pt x="1733" y="2566"/>
                  </a:lnTo>
                  <a:cubicBezTo>
                    <a:pt x="1853" y="2506"/>
                    <a:pt x="1868" y="2342"/>
                    <a:pt x="1763" y="2252"/>
                  </a:cubicBezTo>
                  <a:lnTo>
                    <a:pt x="1450" y="2028"/>
                  </a:lnTo>
                  <a:cubicBezTo>
                    <a:pt x="1875" y="1380"/>
                    <a:pt x="2499" y="1110"/>
                    <a:pt x="3104" y="1110"/>
                  </a:cubicBezTo>
                  <a:cubicBezTo>
                    <a:pt x="3391" y="1110"/>
                    <a:pt x="3674" y="1171"/>
                    <a:pt x="3929" y="1281"/>
                  </a:cubicBezTo>
                  <a:cubicBezTo>
                    <a:pt x="4676" y="1595"/>
                    <a:pt x="5169" y="2327"/>
                    <a:pt x="5169" y="3133"/>
                  </a:cubicBezTo>
                  <a:cubicBezTo>
                    <a:pt x="5169" y="3955"/>
                    <a:pt x="4676" y="4687"/>
                    <a:pt x="3929" y="5000"/>
                  </a:cubicBezTo>
                  <a:cubicBezTo>
                    <a:pt x="3672" y="5111"/>
                    <a:pt x="3405" y="5162"/>
                    <a:pt x="3143" y="5162"/>
                  </a:cubicBezTo>
                  <a:cubicBezTo>
                    <a:pt x="2341" y="5162"/>
                    <a:pt x="1582" y="4679"/>
                    <a:pt x="1255" y="3925"/>
                  </a:cubicBezTo>
                  <a:cubicBezTo>
                    <a:pt x="1166" y="3712"/>
                    <a:pt x="966" y="3583"/>
                    <a:pt x="752" y="3583"/>
                  </a:cubicBezTo>
                  <a:cubicBezTo>
                    <a:pt x="681" y="3583"/>
                    <a:pt x="609" y="3597"/>
                    <a:pt x="539" y="3626"/>
                  </a:cubicBezTo>
                  <a:cubicBezTo>
                    <a:pt x="255" y="3746"/>
                    <a:pt x="135" y="4074"/>
                    <a:pt x="255" y="4358"/>
                  </a:cubicBezTo>
                  <a:cubicBezTo>
                    <a:pt x="749" y="5538"/>
                    <a:pt x="1919" y="6261"/>
                    <a:pt x="3149" y="6261"/>
                  </a:cubicBezTo>
                  <a:cubicBezTo>
                    <a:pt x="3554" y="6261"/>
                    <a:pt x="3966" y="6183"/>
                    <a:pt x="4362" y="6016"/>
                  </a:cubicBezTo>
                  <a:cubicBezTo>
                    <a:pt x="5512" y="5523"/>
                    <a:pt x="6274" y="4388"/>
                    <a:pt x="6274" y="3133"/>
                  </a:cubicBezTo>
                  <a:cubicBezTo>
                    <a:pt x="6274" y="1879"/>
                    <a:pt x="5512" y="759"/>
                    <a:pt x="4362" y="266"/>
                  </a:cubicBezTo>
                  <a:cubicBezTo>
                    <a:pt x="3942" y="87"/>
                    <a:pt x="3512" y="1"/>
                    <a:pt x="30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8" name="Google Shape;968;p78"/>
          <p:cNvSpPr/>
          <p:nvPr/>
        </p:nvSpPr>
        <p:spPr>
          <a:xfrm>
            <a:off x="5605748" y="4362711"/>
            <a:ext cx="235486" cy="307394"/>
          </a:xfrm>
          <a:custGeom>
            <a:avLst/>
            <a:gdLst/>
            <a:ahLst/>
            <a:cxnLst/>
            <a:rect l="l" t="t" r="r" b="b"/>
            <a:pathLst>
              <a:path w="4765" h="6266" extrusionOk="0">
                <a:moveTo>
                  <a:pt x="2390" y="1091"/>
                </a:moveTo>
                <a:cubicBezTo>
                  <a:pt x="3092" y="1091"/>
                  <a:pt x="3675" y="1673"/>
                  <a:pt x="3675" y="2390"/>
                </a:cubicBezTo>
                <a:cubicBezTo>
                  <a:pt x="3675" y="3092"/>
                  <a:pt x="3092" y="3675"/>
                  <a:pt x="2390" y="3675"/>
                </a:cubicBezTo>
                <a:cubicBezTo>
                  <a:pt x="1673" y="3675"/>
                  <a:pt x="1091" y="3092"/>
                  <a:pt x="1091" y="2390"/>
                </a:cubicBezTo>
                <a:cubicBezTo>
                  <a:pt x="1091" y="1673"/>
                  <a:pt x="1673" y="1091"/>
                  <a:pt x="2390" y="1091"/>
                </a:cubicBezTo>
                <a:close/>
                <a:moveTo>
                  <a:pt x="2390" y="1"/>
                </a:moveTo>
                <a:cubicBezTo>
                  <a:pt x="1076" y="1"/>
                  <a:pt x="0" y="1076"/>
                  <a:pt x="0" y="2390"/>
                </a:cubicBezTo>
                <a:cubicBezTo>
                  <a:pt x="0" y="2913"/>
                  <a:pt x="165" y="3406"/>
                  <a:pt x="478" y="3809"/>
                </a:cubicBezTo>
                <a:lnTo>
                  <a:pt x="2241" y="6184"/>
                </a:lnTo>
                <a:cubicBezTo>
                  <a:pt x="2241" y="6199"/>
                  <a:pt x="2256" y="6199"/>
                  <a:pt x="2256" y="6199"/>
                </a:cubicBezTo>
                <a:cubicBezTo>
                  <a:pt x="2295" y="6245"/>
                  <a:pt x="2341" y="6265"/>
                  <a:pt x="2385" y="6265"/>
                </a:cubicBezTo>
                <a:cubicBezTo>
                  <a:pt x="2440" y="6265"/>
                  <a:pt x="2491" y="6234"/>
                  <a:pt x="2525" y="6184"/>
                </a:cubicBezTo>
                <a:cubicBezTo>
                  <a:pt x="3032" y="5512"/>
                  <a:pt x="3973" y="4242"/>
                  <a:pt x="4332" y="3764"/>
                </a:cubicBezTo>
                <a:cubicBezTo>
                  <a:pt x="4616" y="3361"/>
                  <a:pt x="4765" y="2883"/>
                  <a:pt x="4765" y="2390"/>
                </a:cubicBezTo>
                <a:cubicBezTo>
                  <a:pt x="4765" y="1076"/>
                  <a:pt x="3705" y="1"/>
                  <a:pt x="23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9" name="Google Shape;969;p78"/>
          <p:cNvGrpSpPr/>
          <p:nvPr/>
        </p:nvGrpSpPr>
        <p:grpSpPr>
          <a:xfrm>
            <a:off x="8228749" y="3415748"/>
            <a:ext cx="341296" cy="207186"/>
            <a:chOff x="1353724" y="1173662"/>
            <a:chExt cx="341296" cy="207186"/>
          </a:xfrm>
        </p:grpSpPr>
        <p:sp>
          <p:nvSpPr>
            <p:cNvPr id="970" name="Google Shape;970;p78"/>
            <p:cNvSpPr/>
            <p:nvPr/>
          </p:nvSpPr>
          <p:spPr>
            <a:xfrm>
              <a:off x="1399325" y="1173662"/>
              <a:ext cx="91206" cy="109968"/>
            </a:xfrm>
            <a:custGeom>
              <a:avLst/>
              <a:gdLst/>
              <a:ahLst/>
              <a:cxnLst/>
              <a:rect l="l" t="t" r="r" b="b"/>
              <a:pathLst>
                <a:path w="2032" h="2450" extrusionOk="0">
                  <a:moveTo>
                    <a:pt x="1598" y="0"/>
                  </a:moveTo>
                  <a:cubicBezTo>
                    <a:pt x="1464" y="0"/>
                    <a:pt x="1345" y="60"/>
                    <a:pt x="1255" y="149"/>
                  </a:cubicBezTo>
                  <a:lnTo>
                    <a:pt x="0" y="1658"/>
                  </a:lnTo>
                  <a:cubicBezTo>
                    <a:pt x="105" y="1643"/>
                    <a:pt x="195" y="1628"/>
                    <a:pt x="299" y="1628"/>
                  </a:cubicBezTo>
                  <a:cubicBezTo>
                    <a:pt x="911" y="1628"/>
                    <a:pt x="1449" y="1957"/>
                    <a:pt x="1748" y="2449"/>
                  </a:cubicBezTo>
                  <a:lnTo>
                    <a:pt x="2017" y="493"/>
                  </a:lnTo>
                  <a:cubicBezTo>
                    <a:pt x="2032" y="373"/>
                    <a:pt x="2002" y="239"/>
                    <a:pt x="1912" y="149"/>
                  </a:cubicBezTo>
                  <a:cubicBezTo>
                    <a:pt x="1837" y="60"/>
                    <a:pt x="1718" y="0"/>
                    <a:pt x="15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78"/>
            <p:cNvSpPr/>
            <p:nvPr/>
          </p:nvSpPr>
          <p:spPr>
            <a:xfrm>
              <a:off x="1558885" y="1173662"/>
              <a:ext cx="91206" cy="109295"/>
            </a:xfrm>
            <a:custGeom>
              <a:avLst/>
              <a:gdLst/>
              <a:ahLst/>
              <a:cxnLst/>
              <a:rect l="l" t="t" r="r" b="b"/>
              <a:pathLst>
                <a:path w="2032" h="2435" extrusionOk="0">
                  <a:moveTo>
                    <a:pt x="448" y="0"/>
                  </a:moveTo>
                  <a:cubicBezTo>
                    <a:pt x="314" y="0"/>
                    <a:pt x="194" y="60"/>
                    <a:pt x="120" y="149"/>
                  </a:cubicBezTo>
                  <a:cubicBezTo>
                    <a:pt x="30" y="239"/>
                    <a:pt x="0" y="373"/>
                    <a:pt x="15" y="493"/>
                  </a:cubicBezTo>
                  <a:lnTo>
                    <a:pt x="284" y="2435"/>
                  </a:lnTo>
                  <a:cubicBezTo>
                    <a:pt x="583" y="1957"/>
                    <a:pt x="1120" y="1628"/>
                    <a:pt x="1718" y="1628"/>
                  </a:cubicBezTo>
                  <a:cubicBezTo>
                    <a:pt x="1822" y="1628"/>
                    <a:pt x="1927" y="1643"/>
                    <a:pt x="2031" y="1658"/>
                  </a:cubicBezTo>
                  <a:lnTo>
                    <a:pt x="777" y="149"/>
                  </a:lnTo>
                  <a:cubicBezTo>
                    <a:pt x="687" y="60"/>
                    <a:pt x="568" y="0"/>
                    <a:pt x="4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78"/>
            <p:cNvSpPr/>
            <p:nvPr/>
          </p:nvSpPr>
          <p:spPr>
            <a:xfrm>
              <a:off x="1577646" y="1262800"/>
              <a:ext cx="117374" cy="118048"/>
            </a:xfrm>
            <a:custGeom>
              <a:avLst/>
              <a:gdLst/>
              <a:ahLst/>
              <a:cxnLst/>
              <a:rect l="l" t="t" r="r" b="b"/>
              <a:pathLst>
                <a:path w="2615" h="2630" extrusionOk="0">
                  <a:moveTo>
                    <a:pt x="1300" y="493"/>
                  </a:moveTo>
                  <a:cubicBezTo>
                    <a:pt x="1763" y="493"/>
                    <a:pt x="2136" y="867"/>
                    <a:pt x="2136" y="1315"/>
                  </a:cubicBezTo>
                  <a:cubicBezTo>
                    <a:pt x="2136" y="1419"/>
                    <a:pt x="2046" y="1494"/>
                    <a:pt x="1957" y="1494"/>
                  </a:cubicBezTo>
                  <a:cubicBezTo>
                    <a:pt x="1852" y="1494"/>
                    <a:pt x="1778" y="1419"/>
                    <a:pt x="1778" y="1315"/>
                  </a:cubicBezTo>
                  <a:cubicBezTo>
                    <a:pt x="1778" y="1061"/>
                    <a:pt x="1569" y="852"/>
                    <a:pt x="1300" y="852"/>
                  </a:cubicBezTo>
                  <a:cubicBezTo>
                    <a:pt x="1210" y="852"/>
                    <a:pt x="1120" y="777"/>
                    <a:pt x="1120" y="673"/>
                  </a:cubicBezTo>
                  <a:cubicBezTo>
                    <a:pt x="1120" y="568"/>
                    <a:pt x="1210" y="493"/>
                    <a:pt x="1300" y="493"/>
                  </a:cubicBezTo>
                  <a:close/>
                  <a:moveTo>
                    <a:pt x="1300" y="0"/>
                  </a:moveTo>
                  <a:cubicBezTo>
                    <a:pt x="583" y="0"/>
                    <a:pt x="0" y="598"/>
                    <a:pt x="0" y="1315"/>
                  </a:cubicBezTo>
                  <a:cubicBezTo>
                    <a:pt x="0" y="2047"/>
                    <a:pt x="583" y="2629"/>
                    <a:pt x="1300" y="2629"/>
                  </a:cubicBezTo>
                  <a:cubicBezTo>
                    <a:pt x="2032" y="2629"/>
                    <a:pt x="2614" y="2047"/>
                    <a:pt x="2614" y="1315"/>
                  </a:cubicBezTo>
                  <a:cubicBezTo>
                    <a:pt x="2614" y="598"/>
                    <a:pt x="2032" y="0"/>
                    <a:pt x="1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78"/>
            <p:cNvSpPr/>
            <p:nvPr/>
          </p:nvSpPr>
          <p:spPr>
            <a:xfrm>
              <a:off x="1492503" y="1195745"/>
              <a:ext cx="64410" cy="95919"/>
            </a:xfrm>
            <a:custGeom>
              <a:avLst/>
              <a:gdLst/>
              <a:ahLst/>
              <a:cxnLst/>
              <a:rect l="l" t="t" r="r" b="b"/>
              <a:pathLst>
                <a:path w="1435" h="2137" extrusionOk="0">
                  <a:moveTo>
                    <a:pt x="299" y="1"/>
                  </a:moveTo>
                  <a:lnTo>
                    <a:pt x="0" y="2137"/>
                  </a:lnTo>
                  <a:lnTo>
                    <a:pt x="1434" y="2137"/>
                  </a:lnTo>
                  <a:lnTo>
                    <a:pt x="11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78"/>
            <p:cNvSpPr/>
            <p:nvPr/>
          </p:nvSpPr>
          <p:spPr>
            <a:xfrm>
              <a:off x="1353724" y="1262800"/>
              <a:ext cx="118048" cy="118048"/>
            </a:xfrm>
            <a:custGeom>
              <a:avLst/>
              <a:gdLst/>
              <a:ahLst/>
              <a:cxnLst/>
              <a:rect l="l" t="t" r="r" b="b"/>
              <a:pathLst>
                <a:path w="2630" h="2630" extrusionOk="0">
                  <a:moveTo>
                    <a:pt x="1345" y="493"/>
                  </a:moveTo>
                  <a:cubicBezTo>
                    <a:pt x="1808" y="493"/>
                    <a:pt x="2181" y="867"/>
                    <a:pt x="2181" y="1315"/>
                  </a:cubicBezTo>
                  <a:cubicBezTo>
                    <a:pt x="2181" y="1419"/>
                    <a:pt x="2092" y="1494"/>
                    <a:pt x="1987" y="1494"/>
                  </a:cubicBezTo>
                  <a:cubicBezTo>
                    <a:pt x="1898" y="1494"/>
                    <a:pt x="1808" y="1419"/>
                    <a:pt x="1808" y="1315"/>
                  </a:cubicBezTo>
                  <a:cubicBezTo>
                    <a:pt x="1808" y="1061"/>
                    <a:pt x="1599" y="852"/>
                    <a:pt x="1345" y="852"/>
                  </a:cubicBezTo>
                  <a:cubicBezTo>
                    <a:pt x="1240" y="852"/>
                    <a:pt x="1166" y="777"/>
                    <a:pt x="1166" y="673"/>
                  </a:cubicBezTo>
                  <a:cubicBezTo>
                    <a:pt x="1166" y="568"/>
                    <a:pt x="1240" y="493"/>
                    <a:pt x="1345" y="493"/>
                  </a:cubicBezTo>
                  <a:close/>
                  <a:moveTo>
                    <a:pt x="1315" y="0"/>
                  </a:moveTo>
                  <a:cubicBezTo>
                    <a:pt x="598" y="0"/>
                    <a:pt x="1" y="598"/>
                    <a:pt x="1" y="1315"/>
                  </a:cubicBezTo>
                  <a:cubicBezTo>
                    <a:pt x="1" y="2047"/>
                    <a:pt x="598" y="2629"/>
                    <a:pt x="1315" y="2629"/>
                  </a:cubicBezTo>
                  <a:cubicBezTo>
                    <a:pt x="2047" y="2629"/>
                    <a:pt x="2629" y="2047"/>
                    <a:pt x="2629" y="1315"/>
                  </a:cubicBezTo>
                  <a:cubicBezTo>
                    <a:pt x="2629" y="598"/>
                    <a:pt x="2047" y="0"/>
                    <a:pt x="13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78"/>
            <p:cNvSpPr/>
            <p:nvPr/>
          </p:nvSpPr>
          <p:spPr>
            <a:xfrm>
              <a:off x="1478409" y="1307728"/>
              <a:ext cx="91880" cy="50989"/>
            </a:xfrm>
            <a:custGeom>
              <a:avLst/>
              <a:gdLst/>
              <a:ahLst/>
              <a:cxnLst/>
              <a:rect l="l" t="t" r="r" b="b"/>
              <a:pathLst>
                <a:path w="2047" h="1136" extrusionOk="0">
                  <a:moveTo>
                    <a:pt x="270" y="0"/>
                  </a:moveTo>
                  <a:lnTo>
                    <a:pt x="210" y="374"/>
                  </a:lnTo>
                  <a:cubicBezTo>
                    <a:pt x="210" y="642"/>
                    <a:pt x="135" y="911"/>
                    <a:pt x="1" y="1135"/>
                  </a:cubicBezTo>
                  <a:lnTo>
                    <a:pt x="2047" y="1135"/>
                  </a:lnTo>
                  <a:cubicBezTo>
                    <a:pt x="1927" y="896"/>
                    <a:pt x="1838" y="627"/>
                    <a:pt x="1838" y="329"/>
                  </a:cubicBezTo>
                  <a:lnTo>
                    <a:pt x="17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6" name="Google Shape;976;p78"/>
          <p:cNvGrpSpPr/>
          <p:nvPr/>
        </p:nvGrpSpPr>
        <p:grpSpPr>
          <a:xfrm>
            <a:off x="6060657" y="4357160"/>
            <a:ext cx="345974" cy="318497"/>
            <a:chOff x="1937609" y="1103913"/>
            <a:chExt cx="345974" cy="318497"/>
          </a:xfrm>
        </p:grpSpPr>
        <p:sp>
          <p:nvSpPr>
            <p:cNvPr id="977" name="Google Shape;977;p78"/>
            <p:cNvSpPr/>
            <p:nvPr/>
          </p:nvSpPr>
          <p:spPr>
            <a:xfrm>
              <a:off x="1937609" y="1173662"/>
              <a:ext cx="345974" cy="115983"/>
            </a:xfrm>
            <a:custGeom>
              <a:avLst/>
              <a:gdLst/>
              <a:ahLst/>
              <a:cxnLst/>
              <a:rect l="l" t="t" r="r" b="b"/>
              <a:pathLst>
                <a:path w="7708" h="2584" extrusionOk="0">
                  <a:moveTo>
                    <a:pt x="643" y="0"/>
                  </a:moveTo>
                  <a:cubicBezTo>
                    <a:pt x="285" y="0"/>
                    <a:pt x="1" y="284"/>
                    <a:pt x="1" y="642"/>
                  </a:cubicBezTo>
                  <a:lnTo>
                    <a:pt x="1" y="2046"/>
                  </a:lnTo>
                  <a:cubicBezTo>
                    <a:pt x="1" y="2345"/>
                    <a:pt x="299" y="2584"/>
                    <a:pt x="643" y="2584"/>
                  </a:cubicBezTo>
                  <a:lnTo>
                    <a:pt x="1151" y="2584"/>
                  </a:lnTo>
                  <a:lnTo>
                    <a:pt x="1151" y="2345"/>
                  </a:lnTo>
                  <a:cubicBezTo>
                    <a:pt x="1151" y="2016"/>
                    <a:pt x="1420" y="1748"/>
                    <a:pt x="1748" y="1748"/>
                  </a:cubicBezTo>
                  <a:cubicBezTo>
                    <a:pt x="2077" y="1748"/>
                    <a:pt x="2346" y="2016"/>
                    <a:pt x="2346" y="2345"/>
                  </a:cubicBezTo>
                  <a:lnTo>
                    <a:pt x="2346" y="2584"/>
                  </a:lnTo>
                  <a:lnTo>
                    <a:pt x="5363" y="2584"/>
                  </a:lnTo>
                  <a:lnTo>
                    <a:pt x="5363" y="2345"/>
                  </a:lnTo>
                  <a:cubicBezTo>
                    <a:pt x="5363" y="2016"/>
                    <a:pt x="5632" y="1748"/>
                    <a:pt x="5960" y="1748"/>
                  </a:cubicBezTo>
                  <a:cubicBezTo>
                    <a:pt x="6289" y="1748"/>
                    <a:pt x="6558" y="2016"/>
                    <a:pt x="6558" y="2345"/>
                  </a:cubicBezTo>
                  <a:lnTo>
                    <a:pt x="6558" y="2584"/>
                  </a:lnTo>
                  <a:lnTo>
                    <a:pt x="7065" y="2584"/>
                  </a:lnTo>
                  <a:cubicBezTo>
                    <a:pt x="7424" y="2584"/>
                    <a:pt x="7708" y="2345"/>
                    <a:pt x="7708" y="2046"/>
                  </a:cubicBezTo>
                  <a:lnTo>
                    <a:pt x="7708" y="642"/>
                  </a:lnTo>
                  <a:cubicBezTo>
                    <a:pt x="7708" y="284"/>
                    <a:pt x="7424" y="0"/>
                    <a:pt x="7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78"/>
            <p:cNvSpPr/>
            <p:nvPr/>
          </p:nvSpPr>
          <p:spPr>
            <a:xfrm>
              <a:off x="1937609" y="1296328"/>
              <a:ext cx="345974" cy="126082"/>
            </a:xfrm>
            <a:custGeom>
              <a:avLst/>
              <a:gdLst/>
              <a:ahLst/>
              <a:cxnLst/>
              <a:rect l="l" t="t" r="r" b="b"/>
              <a:pathLst>
                <a:path w="7708" h="2809" extrusionOk="0">
                  <a:moveTo>
                    <a:pt x="4706" y="702"/>
                  </a:moveTo>
                  <a:cubicBezTo>
                    <a:pt x="4795" y="702"/>
                    <a:pt x="4885" y="777"/>
                    <a:pt x="4885" y="881"/>
                  </a:cubicBezTo>
                  <a:cubicBezTo>
                    <a:pt x="4885" y="971"/>
                    <a:pt x="4795" y="1061"/>
                    <a:pt x="4706" y="1061"/>
                  </a:cubicBezTo>
                  <a:lnTo>
                    <a:pt x="3018" y="1061"/>
                  </a:lnTo>
                  <a:cubicBezTo>
                    <a:pt x="2913" y="1061"/>
                    <a:pt x="2839" y="971"/>
                    <a:pt x="2839" y="881"/>
                  </a:cubicBezTo>
                  <a:cubicBezTo>
                    <a:pt x="2839" y="777"/>
                    <a:pt x="2913" y="702"/>
                    <a:pt x="3018" y="702"/>
                  </a:cubicBezTo>
                  <a:close/>
                  <a:moveTo>
                    <a:pt x="1" y="0"/>
                  </a:moveTo>
                  <a:lnTo>
                    <a:pt x="1" y="2166"/>
                  </a:lnTo>
                  <a:cubicBezTo>
                    <a:pt x="1" y="2524"/>
                    <a:pt x="285" y="2808"/>
                    <a:pt x="643" y="2808"/>
                  </a:cubicBezTo>
                  <a:lnTo>
                    <a:pt x="7080" y="2808"/>
                  </a:lnTo>
                  <a:cubicBezTo>
                    <a:pt x="7424" y="2808"/>
                    <a:pt x="7708" y="2524"/>
                    <a:pt x="7708" y="2166"/>
                  </a:cubicBezTo>
                  <a:lnTo>
                    <a:pt x="7708" y="0"/>
                  </a:lnTo>
                  <a:cubicBezTo>
                    <a:pt x="7543" y="135"/>
                    <a:pt x="7319" y="209"/>
                    <a:pt x="7065" y="209"/>
                  </a:cubicBezTo>
                  <a:lnTo>
                    <a:pt x="6558" y="209"/>
                  </a:lnTo>
                  <a:lnTo>
                    <a:pt x="6558" y="463"/>
                  </a:lnTo>
                  <a:cubicBezTo>
                    <a:pt x="6558" y="792"/>
                    <a:pt x="6289" y="1061"/>
                    <a:pt x="5960" y="1061"/>
                  </a:cubicBezTo>
                  <a:cubicBezTo>
                    <a:pt x="5632" y="1061"/>
                    <a:pt x="5363" y="792"/>
                    <a:pt x="5363" y="463"/>
                  </a:cubicBezTo>
                  <a:lnTo>
                    <a:pt x="5363" y="209"/>
                  </a:lnTo>
                  <a:lnTo>
                    <a:pt x="2346" y="209"/>
                  </a:lnTo>
                  <a:lnTo>
                    <a:pt x="2346" y="463"/>
                  </a:lnTo>
                  <a:cubicBezTo>
                    <a:pt x="2346" y="792"/>
                    <a:pt x="2077" y="1061"/>
                    <a:pt x="1748" y="1061"/>
                  </a:cubicBezTo>
                  <a:cubicBezTo>
                    <a:pt x="1420" y="1061"/>
                    <a:pt x="1151" y="792"/>
                    <a:pt x="1151" y="463"/>
                  </a:cubicBezTo>
                  <a:lnTo>
                    <a:pt x="1151" y="209"/>
                  </a:lnTo>
                  <a:lnTo>
                    <a:pt x="643" y="209"/>
                  </a:lnTo>
                  <a:cubicBezTo>
                    <a:pt x="404" y="209"/>
                    <a:pt x="180" y="13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78"/>
            <p:cNvSpPr/>
            <p:nvPr/>
          </p:nvSpPr>
          <p:spPr>
            <a:xfrm>
              <a:off x="2194386" y="1268141"/>
              <a:ext cx="21500" cy="59742"/>
            </a:xfrm>
            <a:custGeom>
              <a:avLst/>
              <a:gdLst/>
              <a:ahLst/>
              <a:cxnLst/>
              <a:rect l="l" t="t" r="r" b="b"/>
              <a:pathLst>
                <a:path w="479" h="1331" extrusionOk="0">
                  <a:moveTo>
                    <a:pt x="239" y="1"/>
                  </a:moveTo>
                  <a:cubicBezTo>
                    <a:pt x="105" y="1"/>
                    <a:pt x="0" y="106"/>
                    <a:pt x="0" y="240"/>
                  </a:cubicBezTo>
                  <a:lnTo>
                    <a:pt x="0" y="1091"/>
                  </a:lnTo>
                  <a:cubicBezTo>
                    <a:pt x="0" y="1226"/>
                    <a:pt x="105" y="1330"/>
                    <a:pt x="239" y="1330"/>
                  </a:cubicBezTo>
                  <a:cubicBezTo>
                    <a:pt x="374" y="1330"/>
                    <a:pt x="478" y="1226"/>
                    <a:pt x="478" y="1091"/>
                  </a:cubicBezTo>
                  <a:lnTo>
                    <a:pt x="478" y="240"/>
                  </a:lnTo>
                  <a:cubicBezTo>
                    <a:pt x="478" y="106"/>
                    <a:pt x="374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78"/>
            <p:cNvSpPr/>
            <p:nvPr/>
          </p:nvSpPr>
          <p:spPr>
            <a:xfrm>
              <a:off x="2042861" y="1103913"/>
              <a:ext cx="136136" cy="53682"/>
            </a:xfrm>
            <a:custGeom>
              <a:avLst/>
              <a:gdLst/>
              <a:ahLst/>
              <a:cxnLst/>
              <a:rect l="l" t="t" r="r" b="b"/>
              <a:pathLst>
                <a:path w="3033" h="1196" extrusionOk="0">
                  <a:moveTo>
                    <a:pt x="792" y="1"/>
                  </a:moveTo>
                  <a:cubicBezTo>
                    <a:pt x="359" y="1"/>
                    <a:pt x="1" y="359"/>
                    <a:pt x="1" y="792"/>
                  </a:cubicBezTo>
                  <a:lnTo>
                    <a:pt x="1" y="1196"/>
                  </a:lnTo>
                  <a:lnTo>
                    <a:pt x="509" y="1196"/>
                  </a:lnTo>
                  <a:lnTo>
                    <a:pt x="509" y="792"/>
                  </a:lnTo>
                  <a:cubicBezTo>
                    <a:pt x="509" y="643"/>
                    <a:pt x="628" y="509"/>
                    <a:pt x="792" y="509"/>
                  </a:cubicBezTo>
                  <a:lnTo>
                    <a:pt x="2241" y="509"/>
                  </a:lnTo>
                  <a:cubicBezTo>
                    <a:pt x="2390" y="509"/>
                    <a:pt x="2525" y="643"/>
                    <a:pt x="2525" y="792"/>
                  </a:cubicBezTo>
                  <a:lnTo>
                    <a:pt x="2525" y="1196"/>
                  </a:lnTo>
                  <a:lnTo>
                    <a:pt x="3033" y="1196"/>
                  </a:lnTo>
                  <a:lnTo>
                    <a:pt x="3033" y="792"/>
                  </a:lnTo>
                  <a:cubicBezTo>
                    <a:pt x="3033" y="359"/>
                    <a:pt x="2674" y="1"/>
                    <a:pt x="2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78"/>
            <p:cNvSpPr/>
            <p:nvPr/>
          </p:nvSpPr>
          <p:spPr>
            <a:xfrm>
              <a:off x="2005338" y="1268141"/>
              <a:ext cx="22173" cy="59742"/>
            </a:xfrm>
            <a:custGeom>
              <a:avLst/>
              <a:gdLst/>
              <a:ahLst/>
              <a:cxnLst/>
              <a:rect l="l" t="t" r="r" b="b"/>
              <a:pathLst>
                <a:path w="494" h="1331" extrusionOk="0">
                  <a:moveTo>
                    <a:pt x="239" y="1"/>
                  </a:moveTo>
                  <a:cubicBezTo>
                    <a:pt x="105" y="1"/>
                    <a:pt x="0" y="106"/>
                    <a:pt x="0" y="240"/>
                  </a:cubicBezTo>
                  <a:lnTo>
                    <a:pt x="0" y="1091"/>
                  </a:lnTo>
                  <a:cubicBezTo>
                    <a:pt x="0" y="1226"/>
                    <a:pt x="105" y="1330"/>
                    <a:pt x="239" y="1330"/>
                  </a:cubicBezTo>
                  <a:cubicBezTo>
                    <a:pt x="374" y="1330"/>
                    <a:pt x="493" y="1226"/>
                    <a:pt x="493" y="1091"/>
                  </a:cubicBezTo>
                  <a:lnTo>
                    <a:pt x="493" y="240"/>
                  </a:lnTo>
                  <a:cubicBezTo>
                    <a:pt x="493" y="106"/>
                    <a:pt x="374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2" name="Google Shape;982;p78"/>
          <p:cNvGrpSpPr/>
          <p:nvPr/>
        </p:nvGrpSpPr>
        <p:grpSpPr>
          <a:xfrm>
            <a:off x="6626350" y="4362773"/>
            <a:ext cx="313026" cy="307296"/>
            <a:chOff x="2496000" y="5240875"/>
            <a:chExt cx="158350" cy="156600"/>
          </a:xfrm>
        </p:grpSpPr>
        <p:sp>
          <p:nvSpPr>
            <p:cNvPr id="983" name="Google Shape;983;p78"/>
            <p:cNvSpPr/>
            <p:nvPr/>
          </p:nvSpPr>
          <p:spPr>
            <a:xfrm>
              <a:off x="2559850" y="5240875"/>
              <a:ext cx="91900" cy="45475"/>
            </a:xfrm>
            <a:custGeom>
              <a:avLst/>
              <a:gdLst/>
              <a:ahLst/>
              <a:cxnLst/>
              <a:rect l="l" t="t" r="r" b="b"/>
              <a:pathLst>
                <a:path w="3676" h="1819" extrusionOk="0">
                  <a:moveTo>
                    <a:pt x="1106" y="1"/>
                  </a:moveTo>
                  <a:cubicBezTo>
                    <a:pt x="703" y="1"/>
                    <a:pt x="374" y="329"/>
                    <a:pt x="374" y="732"/>
                  </a:cubicBezTo>
                  <a:lnTo>
                    <a:pt x="374" y="1464"/>
                  </a:lnTo>
                  <a:lnTo>
                    <a:pt x="195" y="1464"/>
                  </a:lnTo>
                  <a:cubicBezTo>
                    <a:pt x="91" y="1464"/>
                    <a:pt x="1" y="1554"/>
                    <a:pt x="1" y="1658"/>
                  </a:cubicBezTo>
                  <a:lnTo>
                    <a:pt x="1" y="1808"/>
                  </a:lnTo>
                  <a:cubicBezTo>
                    <a:pt x="195" y="1815"/>
                    <a:pt x="374" y="1819"/>
                    <a:pt x="554" y="1819"/>
                  </a:cubicBezTo>
                  <a:cubicBezTo>
                    <a:pt x="733" y="1819"/>
                    <a:pt x="912" y="1815"/>
                    <a:pt x="1106" y="1808"/>
                  </a:cubicBezTo>
                  <a:lnTo>
                    <a:pt x="1106" y="1658"/>
                  </a:lnTo>
                  <a:cubicBezTo>
                    <a:pt x="1106" y="1554"/>
                    <a:pt x="1032" y="1464"/>
                    <a:pt x="927" y="1464"/>
                  </a:cubicBezTo>
                  <a:lnTo>
                    <a:pt x="748" y="1464"/>
                  </a:lnTo>
                  <a:lnTo>
                    <a:pt x="748" y="732"/>
                  </a:lnTo>
                  <a:cubicBezTo>
                    <a:pt x="748" y="538"/>
                    <a:pt x="912" y="374"/>
                    <a:pt x="1106" y="374"/>
                  </a:cubicBezTo>
                  <a:cubicBezTo>
                    <a:pt x="1315" y="374"/>
                    <a:pt x="1480" y="538"/>
                    <a:pt x="1480" y="732"/>
                  </a:cubicBezTo>
                  <a:cubicBezTo>
                    <a:pt x="1480" y="1136"/>
                    <a:pt x="1808" y="1464"/>
                    <a:pt x="2211" y="1464"/>
                  </a:cubicBezTo>
                  <a:cubicBezTo>
                    <a:pt x="2615" y="1464"/>
                    <a:pt x="2943" y="1136"/>
                    <a:pt x="2943" y="732"/>
                  </a:cubicBezTo>
                  <a:cubicBezTo>
                    <a:pt x="2943" y="538"/>
                    <a:pt x="3108" y="374"/>
                    <a:pt x="3317" y="374"/>
                  </a:cubicBezTo>
                  <a:lnTo>
                    <a:pt x="3496" y="374"/>
                  </a:lnTo>
                  <a:cubicBezTo>
                    <a:pt x="3600" y="374"/>
                    <a:pt x="3675" y="284"/>
                    <a:pt x="3675" y="180"/>
                  </a:cubicBezTo>
                  <a:cubicBezTo>
                    <a:pt x="3675" y="75"/>
                    <a:pt x="3600" y="1"/>
                    <a:pt x="3496" y="1"/>
                  </a:cubicBezTo>
                  <a:lnTo>
                    <a:pt x="3317" y="1"/>
                  </a:lnTo>
                  <a:cubicBezTo>
                    <a:pt x="2913" y="1"/>
                    <a:pt x="2570" y="329"/>
                    <a:pt x="2570" y="732"/>
                  </a:cubicBezTo>
                  <a:cubicBezTo>
                    <a:pt x="2570" y="942"/>
                    <a:pt x="2406" y="1106"/>
                    <a:pt x="2211" y="1106"/>
                  </a:cubicBezTo>
                  <a:cubicBezTo>
                    <a:pt x="2002" y="1106"/>
                    <a:pt x="1838" y="942"/>
                    <a:pt x="1838" y="732"/>
                  </a:cubicBezTo>
                  <a:cubicBezTo>
                    <a:pt x="1838" y="329"/>
                    <a:pt x="1509" y="1"/>
                    <a:pt x="1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78"/>
            <p:cNvSpPr/>
            <p:nvPr/>
          </p:nvSpPr>
          <p:spPr>
            <a:xfrm>
              <a:off x="2588975" y="5351400"/>
              <a:ext cx="18325" cy="18325"/>
            </a:xfrm>
            <a:custGeom>
              <a:avLst/>
              <a:gdLst/>
              <a:ahLst/>
              <a:cxnLst/>
              <a:rect l="l" t="t" r="r" b="b"/>
              <a:pathLst>
                <a:path w="733" h="733" extrusionOk="0">
                  <a:moveTo>
                    <a:pt x="359" y="1"/>
                  </a:moveTo>
                  <a:cubicBezTo>
                    <a:pt x="165" y="1"/>
                    <a:pt x="1" y="165"/>
                    <a:pt x="1" y="359"/>
                  </a:cubicBezTo>
                  <a:cubicBezTo>
                    <a:pt x="1" y="568"/>
                    <a:pt x="165" y="732"/>
                    <a:pt x="359" y="732"/>
                  </a:cubicBezTo>
                  <a:cubicBezTo>
                    <a:pt x="569" y="732"/>
                    <a:pt x="733" y="568"/>
                    <a:pt x="733" y="359"/>
                  </a:cubicBezTo>
                  <a:cubicBezTo>
                    <a:pt x="733" y="165"/>
                    <a:pt x="569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78"/>
            <p:cNvSpPr/>
            <p:nvPr/>
          </p:nvSpPr>
          <p:spPr>
            <a:xfrm>
              <a:off x="2496000" y="5288900"/>
              <a:ext cx="158350" cy="108575"/>
            </a:xfrm>
            <a:custGeom>
              <a:avLst/>
              <a:gdLst/>
              <a:ahLst/>
              <a:cxnLst/>
              <a:rect l="l" t="t" r="r" b="b"/>
              <a:pathLst>
                <a:path w="6334" h="4343" extrusionOk="0">
                  <a:moveTo>
                    <a:pt x="5004" y="1022"/>
                  </a:moveTo>
                  <a:cubicBezTo>
                    <a:pt x="5094" y="1022"/>
                    <a:pt x="5184" y="1112"/>
                    <a:pt x="5184" y="1216"/>
                  </a:cubicBezTo>
                  <a:cubicBezTo>
                    <a:pt x="5184" y="1306"/>
                    <a:pt x="5094" y="1395"/>
                    <a:pt x="5004" y="1395"/>
                  </a:cubicBezTo>
                  <a:cubicBezTo>
                    <a:pt x="4900" y="1395"/>
                    <a:pt x="4810" y="1306"/>
                    <a:pt x="4810" y="1216"/>
                  </a:cubicBezTo>
                  <a:cubicBezTo>
                    <a:pt x="4810" y="1112"/>
                    <a:pt x="4900" y="1022"/>
                    <a:pt x="5004" y="1022"/>
                  </a:cubicBezTo>
                  <a:close/>
                  <a:moveTo>
                    <a:pt x="2794" y="1395"/>
                  </a:moveTo>
                  <a:cubicBezTo>
                    <a:pt x="2898" y="1395"/>
                    <a:pt x="2973" y="1470"/>
                    <a:pt x="2973" y="1575"/>
                  </a:cubicBezTo>
                  <a:cubicBezTo>
                    <a:pt x="2973" y="1679"/>
                    <a:pt x="2898" y="1769"/>
                    <a:pt x="2794" y="1769"/>
                  </a:cubicBezTo>
                  <a:lnTo>
                    <a:pt x="2435" y="1769"/>
                  </a:lnTo>
                  <a:cubicBezTo>
                    <a:pt x="2331" y="1769"/>
                    <a:pt x="2241" y="1679"/>
                    <a:pt x="2241" y="1575"/>
                  </a:cubicBezTo>
                  <a:cubicBezTo>
                    <a:pt x="2241" y="1470"/>
                    <a:pt x="2331" y="1395"/>
                    <a:pt x="2435" y="1395"/>
                  </a:cubicBezTo>
                  <a:close/>
                  <a:moveTo>
                    <a:pt x="3899" y="1395"/>
                  </a:moveTo>
                  <a:cubicBezTo>
                    <a:pt x="4004" y="1395"/>
                    <a:pt x="4078" y="1470"/>
                    <a:pt x="4078" y="1575"/>
                  </a:cubicBezTo>
                  <a:cubicBezTo>
                    <a:pt x="4078" y="1679"/>
                    <a:pt x="4004" y="1769"/>
                    <a:pt x="3899" y="1769"/>
                  </a:cubicBezTo>
                  <a:lnTo>
                    <a:pt x="3526" y="1769"/>
                  </a:lnTo>
                  <a:cubicBezTo>
                    <a:pt x="3421" y="1769"/>
                    <a:pt x="3347" y="1679"/>
                    <a:pt x="3347" y="1575"/>
                  </a:cubicBezTo>
                  <a:cubicBezTo>
                    <a:pt x="3347" y="1470"/>
                    <a:pt x="3421" y="1395"/>
                    <a:pt x="3526" y="1395"/>
                  </a:cubicBezTo>
                  <a:close/>
                  <a:moveTo>
                    <a:pt x="4631" y="1395"/>
                  </a:moveTo>
                  <a:cubicBezTo>
                    <a:pt x="4736" y="1395"/>
                    <a:pt x="4810" y="1470"/>
                    <a:pt x="4810" y="1575"/>
                  </a:cubicBezTo>
                  <a:cubicBezTo>
                    <a:pt x="4810" y="1679"/>
                    <a:pt x="4736" y="1769"/>
                    <a:pt x="4631" y="1769"/>
                  </a:cubicBezTo>
                  <a:cubicBezTo>
                    <a:pt x="4526" y="1769"/>
                    <a:pt x="4452" y="1679"/>
                    <a:pt x="4452" y="1575"/>
                  </a:cubicBezTo>
                  <a:cubicBezTo>
                    <a:pt x="4452" y="1470"/>
                    <a:pt x="4526" y="1395"/>
                    <a:pt x="4631" y="1395"/>
                  </a:cubicBezTo>
                  <a:close/>
                  <a:moveTo>
                    <a:pt x="5363" y="1395"/>
                  </a:moveTo>
                  <a:cubicBezTo>
                    <a:pt x="5467" y="1395"/>
                    <a:pt x="5542" y="1470"/>
                    <a:pt x="5542" y="1575"/>
                  </a:cubicBezTo>
                  <a:cubicBezTo>
                    <a:pt x="5542" y="1679"/>
                    <a:pt x="5467" y="1769"/>
                    <a:pt x="5363" y="1769"/>
                  </a:cubicBezTo>
                  <a:cubicBezTo>
                    <a:pt x="5258" y="1769"/>
                    <a:pt x="5184" y="1679"/>
                    <a:pt x="5184" y="1575"/>
                  </a:cubicBezTo>
                  <a:cubicBezTo>
                    <a:pt x="5184" y="1470"/>
                    <a:pt x="5258" y="1395"/>
                    <a:pt x="5363" y="1395"/>
                  </a:cubicBezTo>
                  <a:close/>
                  <a:moveTo>
                    <a:pt x="1330" y="1022"/>
                  </a:moveTo>
                  <a:cubicBezTo>
                    <a:pt x="1420" y="1022"/>
                    <a:pt x="1509" y="1112"/>
                    <a:pt x="1509" y="1216"/>
                  </a:cubicBezTo>
                  <a:lnTo>
                    <a:pt x="1509" y="1395"/>
                  </a:lnTo>
                  <a:lnTo>
                    <a:pt x="1689" y="1395"/>
                  </a:lnTo>
                  <a:cubicBezTo>
                    <a:pt x="1793" y="1395"/>
                    <a:pt x="1883" y="1470"/>
                    <a:pt x="1883" y="1575"/>
                  </a:cubicBezTo>
                  <a:cubicBezTo>
                    <a:pt x="1883" y="1679"/>
                    <a:pt x="1793" y="1769"/>
                    <a:pt x="1689" y="1769"/>
                  </a:cubicBezTo>
                  <a:lnTo>
                    <a:pt x="1509" y="1769"/>
                  </a:lnTo>
                  <a:lnTo>
                    <a:pt x="1509" y="1948"/>
                  </a:lnTo>
                  <a:cubicBezTo>
                    <a:pt x="1509" y="2052"/>
                    <a:pt x="1420" y="2127"/>
                    <a:pt x="1330" y="2127"/>
                  </a:cubicBezTo>
                  <a:cubicBezTo>
                    <a:pt x="1226" y="2127"/>
                    <a:pt x="1136" y="2052"/>
                    <a:pt x="1136" y="1948"/>
                  </a:cubicBezTo>
                  <a:lnTo>
                    <a:pt x="1136" y="1769"/>
                  </a:lnTo>
                  <a:lnTo>
                    <a:pt x="957" y="1769"/>
                  </a:lnTo>
                  <a:cubicBezTo>
                    <a:pt x="852" y="1769"/>
                    <a:pt x="778" y="1679"/>
                    <a:pt x="778" y="1575"/>
                  </a:cubicBezTo>
                  <a:cubicBezTo>
                    <a:pt x="778" y="1470"/>
                    <a:pt x="852" y="1395"/>
                    <a:pt x="957" y="1395"/>
                  </a:cubicBezTo>
                  <a:lnTo>
                    <a:pt x="1136" y="1395"/>
                  </a:lnTo>
                  <a:lnTo>
                    <a:pt x="1136" y="1216"/>
                  </a:lnTo>
                  <a:cubicBezTo>
                    <a:pt x="1136" y="1112"/>
                    <a:pt x="1226" y="1022"/>
                    <a:pt x="1330" y="1022"/>
                  </a:cubicBezTo>
                  <a:close/>
                  <a:moveTo>
                    <a:pt x="5004" y="1769"/>
                  </a:moveTo>
                  <a:cubicBezTo>
                    <a:pt x="5094" y="1769"/>
                    <a:pt x="5184" y="1843"/>
                    <a:pt x="5184" y="1948"/>
                  </a:cubicBezTo>
                  <a:cubicBezTo>
                    <a:pt x="5184" y="2052"/>
                    <a:pt x="5094" y="2127"/>
                    <a:pt x="5004" y="2127"/>
                  </a:cubicBezTo>
                  <a:cubicBezTo>
                    <a:pt x="4900" y="2127"/>
                    <a:pt x="4810" y="2052"/>
                    <a:pt x="4810" y="1948"/>
                  </a:cubicBezTo>
                  <a:cubicBezTo>
                    <a:pt x="4810" y="1843"/>
                    <a:pt x="4900" y="1769"/>
                    <a:pt x="5004" y="1769"/>
                  </a:cubicBezTo>
                  <a:close/>
                  <a:moveTo>
                    <a:pt x="5246" y="1"/>
                  </a:moveTo>
                  <a:cubicBezTo>
                    <a:pt x="5171" y="1"/>
                    <a:pt x="5094" y="12"/>
                    <a:pt x="5019" y="36"/>
                  </a:cubicBezTo>
                  <a:cubicBezTo>
                    <a:pt x="5019" y="36"/>
                    <a:pt x="5019" y="36"/>
                    <a:pt x="5004" y="51"/>
                  </a:cubicBezTo>
                  <a:cubicBezTo>
                    <a:pt x="4510" y="199"/>
                    <a:pt x="3831" y="270"/>
                    <a:pt x="3154" y="270"/>
                  </a:cubicBezTo>
                  <a:cubicBezTo>
                    <a:pt x="2460" y="270"/>
                    <a:pt x="1769" y="195"/>
                    <a:pt x="1285" y="51"/>
                  </a:cubicBezTo>
                  <a:lnTo>
                    <a:pt x="1270" y="51"/>
                  </a:lnTo>
                  <a:cubicBezTo>
                    <a:pt x="1195" y="26"/>
                    <a:pt x="1119" y="14"/>
                    <a:pt x="1043" y="14"/>
                  </a:cubicBezTo>
                  <a:cubicBezTo>
                    <a:pt x="760" y="14"/>
                    <a:pt x="495" y="183"/>
                    <a:pt x="389" y="454"/>
                  </a:cubicBezTo>
                  <a:cubicBezTo>
                    <a:pt x="389" y="454"/>
                    <a:pt x="374" y="484"/>
                    <a:pt x="374" y="484"/>
                  </a:cubicBezTo>
                  <a:cubicBezTo>
                    <a:pt x="225" y="873"/>
                    <a:pt x="61" y="1724"/>
                    <a:pt x="31" y="2515"/>
                  </a:cubicBezTo>
                  <a:cubicBezTo>
                    <a:pt x="1" y="3561"/>
                    <a:pt x="195" y="4158"/>
                    <a:pt x="613" y="4308"/>
                  </a:cubicBezTo>
                  <a:cubicBezTo>
                    <a:pt x="675" y="4331"/>
                    <a:pt x="740" y="4343"/>
                    <a:pt x="808" y="4343"/>
                  </a:cubicBezTo>
                  <a:cubicBezTo>
                    <a:pt x="1130" y="4343"/>
                    <a:pt x="1518" y="4077"/>
                    <a:pt x="1987" y="3546"/>
                  </a:cubicBezTo>
                  <a:cubicBezTo>
                    <a:pt x="1704" y="3442"/>
                    <a:pt x="1509" y="3173"/>
                    <a:pt x="1509" y="2859"/>
                  </a:cubicBezTo>
                  <a:cubicBezTo>
                    <a:pt x="1509" y="2456"/>
                    <a:pt x="1838" y="2127"/>
                    <a:pt x="2241" y="2127"/>
                  </a:cubicBezTo>
                  <a:cubicBezTo>
                    <a:pt x="2645" y="2127"/>
                    <a:pt x="2973" y="2456"/>
                    <a:pt x="2973" y="2859"/>
                  </a:cubicBezTo>
                  <a:cubicBezTo>
                    <a:pt x="2973" y="2859"/>
                    <a:pt x="2973" y="2874"/>
                    <a:pt x="2973" y="2874"/>
                  </a:cubicBezTo>
                  <a:cubicBezTo>
                    <a:pt x="3078" y="2859"/>
                    <a:pt x="3119" y="2852"/>
                    <a:pt x="3160" y="2852"/>
                  </a:cubicBezTo>
                  <a:cubicBezTo>
                    <a:pt x="3201" y="2852"/>
                    <a:pt x="3242" y="2859"/>
                    <a:pt x="3347" y="2874"/>
                  </a:cubicBezTo>
                  <a:cubicBezTo>
                    <a:pt x="3347" y="2456"/>
                    <a:pt x="3675" y="2127"/>
                    <a:pt x="4078" y="2127"/>
                  </a:cubicBezTo>
                  <a:cubicBezTo>
                    <a:pt x="4482" y="2127"/>
                    <a:pt x="4810" y="2456"/>
                    <a:pt x="4810" y="2859"/>
                  </a:cubicBezTo>
                  <a:cubicBezTo>
                    <a:pt x="4810" y="3173"/>
                    <a:pt x="4616" y="3442"/>
                    <a:pt x="4332" y="3546"/>
                  </a:cubicBezTo>
                  <a:cubicBezTo>
                    <a:pt x="4571" y="3815"/>
                    <a:pt x="4780" y="4009"/>
                    <a:pt x="4989" y="4144"/>
                  </a:cubicBezTo>
                  <a:cubicBezTo>
                    <a:pt x="5184" y="4278"/>
                    <a:pt x="5363" y="4338"/>
                    <a:pt x="5527" y="4338"/>
                  </a:cubicBezTo>
                  <a:cubicBezTo>
                    <a:pt x="5587" y="4338"/>
                    <a:pt x="5662" y="4338"/>
                    <a:pt x="5721" y="4308"/>
                  </a:cubicBezTo>
                  <a:cubicBezTo>
                    <a:pt x="6140" y="4158"/>
                    <a:pt x="6334" y="3561"/>
                    <a:pt x="6289" y="2515"/>
                  </a:cubicBezTo>
                  <a:cubicBezTo>
                    <a:pt x="6259" y="1724"/>
                    <a:pt x="6095" y="873"/>
                    <a:pt x="5945" y="484"/>
                  </a:cubicBezTo>
                  <a:cubicBezTo>
                    <a:pt x="5945" y="484"/>
                    <a:pt x="5930" y="454"/>
                    <a:pt x="5930" y="454"/>
                  </a:cubicBezTo>
                  <a:cubicBezTo>
                    <a:pt x="5823" y="180"/>
                    <a:pt x="5544" y="1"/>
                    <a:pt x="5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78"/>
            <p:cNvSpPr/>
            <p:nvPr/>
          </p:nvSpPr>
          <p:spPr>
            <a:xfrm>
              <a:off x="2543050" y="5351400"/>
              <a:ext cx="18325" cy="18325"/>
            </a:xfrm>
            <a:custGeom>
              <a:avLst/>
              <a:gdLst/>
              <a:ahLst/>
              <a:cxnLst/>
              <a:rect l="l" t="t" r="r" b="b"/>
              <a:pathLst>
                <a:path w="733" h="733" extrusionOk="0">
                  <a:moveTo>
                    <a:pt x="359" y="1"/>
                  </a:moveTo>
                  <a:cubicBezTo>
                    <a:pt x="165" y="1"/>
                    <a:pt x="1" y="165"/>
                    <a:pt x="1" y="359"/>
                  </a:cubicBezTo>
                  <a:cubicBezTo>
                    <a:pt x="1" y="568"/>
                    <a:pt x="165" y="732"/>
                    <a:pt x="359" y="732"/>
                  </a:cubicBezTo>
                  <a:cubicBezTo>
                    <a:pt x="568" y="732"/>
                    <a:pt x="733" y="568"/>
                    <a:pt x="733" y="359"/>
                  </a:cubicBezTo>
                  <a:cubicBezTo>
                    <a:pt x="733" y="165"/>
                    <a:pt x="568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7" name="Google Shape;987;p78"/>
          <p:cNvSpPr/>
          <p:nvPr/>
        </p:nvSpPr>
        <p:spPr>
          <a:xfrm>
            <a:off x="8235150" y="2859384"/>
            <a:ext cx="328495" cy="271582"/>
          </a:xfrm>
          <a:custGeom>
            <a:avLst/>
            <a:gdLst/>
            <a:ahLst/>
            <a:cxnLst/>
            <a:rect l="l" t="t" r="r" b="b"/>
            <a:pathLst>
              <a:path w="6647" h="5536" extrusionOk="0">
                <a:moveTo>
                  <a:pt x="3256" y="1130"/>
                </a:moveTo>
                <a:cubicBezTo>
                  <a:pt x="3466" y="1130"/>
                  <a:pt x="3630" y="1294"/>
                  <a:pt x="3630" y="1503"/>
                </a:cubicBezTo>
                <a:lnTo>
                  <a:pt x="3630" y="2967"/>
                </a:lnTo>
                <a:cubicBezTo>
                  <a:pt x="3630" y="3176"/>
                  <a:pt x="3466" y="3340"/>
                  <a:pt x="3256" y="3340"/>
                </a:cubicBezTo>
                <a:cubicBezTo>
                  <a:pt x="3062" y="3340"/>
                  <a:pt x="2898" y="3176"/>
                  <a:pt x="2898" y="2967"/>
                </a:cubicBezTo>
                <a:lnTo>
                  <a:pt x="2898" y="1503"/>
                </a:lnTo>
                <a:cubicBezTo>
                  <a:pt x="2898" y="1294"/>
                  <a:pt x="3062" y="1130"/>
                  <a:pt x="3256" y="1130"/>
                </a:cubicBezTo>
                <a:close/>
                <a:moveTo>
                  <a:pt x="3256" y="4072"/>
                </a:moveTo>
                <a:cubicBezTo>
                  <a:pt x="3466" y="4072"/>
                  <a:pt x="3630" y="4236"/>
                  <a:pt x="3630" y="4431"/>
                </a:cubicBezTo>
                <a:cubicBezTo>
                  <a:pt x="3630" y="4640"/>
                  <a:pt x="3466" y="4804"/>
                  <a:pt x="3256" y="4804"/>
                </a:cubicBezTo>
                <a:cubicBezTo>
                  <a:pt x="3062" y="4804"/>
                  <a:pt x="2898" y="4640"/>
                  <a:pt x="2898" y="4431"/>
                </a:cubicBezTo>
                <a:cubicBezTo>
                  <a:pt x="2898" y="4236"/>
                  <a:pt x="3062" y="4072"/>
                  <a:pt x="3256" y="4072"/>
                </a:cubicBezTo>
                <a:close/>
                <a:moveTo>
                  <a:pt x="3251" y="0"/>
                </a:moveTo>
                <a:cubicBezTo>
                  <a:pt x="3010" y="0"/>
                  <a:pt x="2770" y="116"/>
                  <a:pt x="2629" y="353"/>
                </a:cubicBezTo>
                <a:lnTo>
                  <a:pt x="299" y="4431"/>
                </a:lnTo>
                <a:cubicBezTo>
                  <a:pt x="0" y="4923"/>
                  <a:pt x="359" y="5536"/>
                  <a:pt x="926" y="5536"/>
                </a:cubicBezTo>
                <a:lnTo>
                  <a:pt x="5721" y="5536"/>
                </a:lnTo>
                <a:cubicBezTo>
                  <a:pt x="6303" y="5536"/>
                  <a:pt x="6647" y="4908"/>
                  <a:pt x="6348" y="4431"/>
                </a:cubicBezTo>
                <a:lnTo>
                  <a:pt x="3884" y="353"/>
                </a:lnTo>
                <a:cubicBezTo>
                  <a:pt x="3741" y="120"/>
                  <a:pt x="3495" y="0"/>
                  <a:pt x="32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8" name="Google Shape;988;p78"/>
          <p:cNvGrpSpPr/>
          <p:nvPr/>
        </p:nvGrpSpPr>
        <p:grpSpPr>
          <a:xfrm>
            <a:off x="7723437" y="3365447"/>
            <a:ext cx="309320" cy="307787"/>
            <a:chOff x="2120767" y="2429111"/>
            <a:chExt cx="309320" cy="307787"/>
          </a:xfrm>
        </p:grpSpPr>
        <p:sp>
          <p:nvSpPr>
            <p:cNvPr id="989" name="Google Shape;989;p78"/>
            <p:cNvSpPr/>
            <p:nvPr/>
          </p:nvSpPr>
          <p:spPr>
            <a:xfrm>
              <a:off x="2284646" y="2519229"/>
              <a:ext cx="36966" cy="35959"/>
            </a:xfrm>
            <a:custGeom>
              <a:avLst/>
              <a:gdLst/>
              <a:ahLst/>
              <a:cxnLst/>
              <a:rect l="l" t="t" r="r" b="b"/>
              <a:pathLst>
                <a:path w="748" h="733" extrusionOk="0">
                  <a:moveTo>
                    <a:pt x="374" y="0"/>
                  </a:moveTo>
                  <a:cubicBezTo>
                    <a:pt x="165" y="0"/>
                    <a:pt x="0" y="165"/>
                    <a:pt x="0" y="374"/>
                  </a:cubicBezTo>
                  <a:cubicBezTo>
                    <a:pt x="0" y="568"/>
                    <a:pt x="165" y="732"/>
                    <a:pt x="374" y="732"/>
                  </a:cubicBezTo>
                  <a:cubicBezTo>
                    <a:pt x="583" y="732"/>
                    <a:pt x="747" y="568"/>
                    <a:pt x="747" y="374"/>
                  </a:cubicBezTo>
                  <a:cubicBezTo>
                    <a:pt x="747" y="165"/>
                    <a:pt x="583" y="0"/>
                    <a:pt x="3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78"/>
            <p:cNvSpPr/>
            <p:nvPr/>
          </p:nvSpPr>
          <p:spPr>
            <a:xfrm>
              <a:off x="2306786" y="2613027"/>
              <a:ext cx="68694" cy="69662"/>
            </a:xfrm>
            <a:custGeom>
              <a:avLst/>
              <a:gdLst/>
              <a:ahLst/>
              <a:cxnLst/>
              <a:rect l="l" t="t" r="r" b="b"/>
              <a:pathLst>
                <a:path w="1390" h="1420" extrusionOk="0">
                  <a:moveTo>
                    <a:pt x="478" y="0"/>
                  </a:moveTo>
                  <a:lnTo>
                    <a:pt x="0" y="478"/>
                  </a:lnTo>
                  <a:lnTo>
                    <a:pt x="912" y="1419"/>
                  </a:lnTo>
                  <a:lnTo>
                    <a:pt x="1389" y="1419"/>
                  </a:lnTo>
                  <a:lnTo>
                    <a:pt x="1389" y="911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78"/>
            <p:cNvSpPr/>
            <p:nvPr/>
          </p:nvSpPr>
          <p:spPr>
            <a:xfrm>
              <a:off x="2120767" y="2429111"/>
              <a:ext cx="309320" cy="307787"/>
            </a:xfrm>
            <a:custGeom>
              <a:avLst/>
              <a:gdLst/>
              <a:ahLst/>
              <a:cxnLst/>
              <a:rect l="l" t="t" r="r" b="b"/>
              <a:pathLst>
                <a:path w="6259" h="6274" extrusionOk="0">
                  <a:moveTo>
                    <a:pt x="5348" y="732"/>
                  </a:moveTo>
                  <a:cubicBezTo>
                    <a:pt x="5437" y="732"/>
                    <a:pt x="5527" y="822"/>
                    <a:pt x="5527" y="926"/>
                  </a:cubicBezTo>
                  <a:lnTo>
                    <a:pt x="5527" y="5347"/>
                  </a:lnTo>
                  <a:cubicBezTo>
                    <a:pt x="5527" y="5452"/>
                    <a:pt x="5437" y="5526"/>
                    <a:pt x="5348" y="5526"/>
                  </a:cubicBezTo>
                  <a:lnTo>
                    <a:pt x="912" y="5526"/>
                  </a:lnTo>
                  <a:cubicBezTo>
                    <a:pt x="807" y="5526"/>
                    <a:pt x="732" y="5452"/>
                    <a:pt x="732" y="5347"/>
                  </a:cubicBezTo>
                  <a:lnTo>
                    <a:pt x="732" y="926"/>
                  </a:lnTo>
                  <a:cubicBezTo>
                    <a:pt x="732" y="822"/>
                    <a:pt x="807" y="732"/>
                    <a:pt x="912" y="732"/>
                  </a:cubicBezTo>
                  <a:close/>
                  <a:moveTo>
                    <a:pt x="538" y="0"/>
                  </a:moveTo>
                  <a:cubicBezTo>
                    <a:pt x="240" y="0"/>
                    <a:pt x="1" y="254"/>
                    <a:pt x="1" y="553"/>
                  </a:cubicBezTo>
                  <a:lnTo>
                    <a:pt x="1" y="5721"/>
                  </a:lnTo>
                  <a:cubicBezTo>
                    <a:pt x="1" y="6019"/>
                    <a:pt x="240" y="6273"/>
                    <a:pt x="538" y="6273"/>
                  </a:cubicBezTo>
                  <a:lnTo>
                    <a:pt x="5706" y="6273"/>
                  </a:lnTo>
                  <a:cubicBezTo>
                    <a:pt x="6005" y="6273"/>
                    <a:pt x="6259" y="6019"/>
                    <a:pt x="6259" y="5721"/>
                  </a:cubicBezTo>
                  <a:lnTo>
                    <a:pt x="6259" y="553"/>
                  </a:lnTo>
                  <a:cubicBezTo>
                    <a:pt x="6259" y="254"/>
                    <a:pt x="6005" y="0"/>
                    <a:pt x="57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78"/>
            <p:cNvSpPr/>
            <p:nvPr/>
          </p:nvSpPr>
          <p:spPr>
            <a:xfrm>
              <a:off x="2174636" y="2577117"/>
              <a:ext cx="152115" cy="105572"/>
            </a:xfrm>
            <a:custGeom>
              <a:avLst/>
              <a:gdLst/>
              <a:ahLst/>
              <a:cxnLst/>
              <a:rect l="l" t="t" r="r" b="b"/>
              <a:pathLst>
                <a:path w="3078" h="2152" extrusionOk="0">
                  <a:moveTo>
                    <a:pt x="927" y="0"/>
                  </a:moveTo>
                  <a:lnTo>
                    <a:pt x="1" y="911"/>
                  </a:lnTo>
                  <a:lnTo>
                    <a:pt x="1" y="2151"/>
                  </a:lnTo>
                  <a:lnTo>
                    <a:pt x="3078" y="2151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78"/>
            <p:cNvSpPr/>
            <p:nvPr/>
          </p:nvSpPr>
          <p:spPr>
            <a:xfrm>
              <a:off x="2174636" y="2483319"/>
              <a:ext cx="200843" cy="149527"/>
            </a:xfrm>
            <a:custGeom>
              <a:avLst/>
              <a:gdLst/>
              <a:ahLst/>
              <a:cxnLst/>
              <a:rect l="l" t="t" r="r" b="b"/>
              <a:pathLst>
                <a:path w="4064" h="3048" extrusionOk="0">
                  <a:moveTo>
                    <a:pt x="2600" y="359"/>
                  </a:moveTo>
                  <a:cubicBezTo>
                    <a:pt x="3003" y="359"/>
                    <a:pt x="3332" y="688"/>
                    <a:pt x="3332" y="1106"/>
                  </a:cubicBezTo>
                  <a:cubicBezTo>
                    <a:pt x="3332" y="1509"/>
                    <a:pt x="3003" y="1838"/>
                    <a:pt x="2600" y="1838"/>
                  </a:cubicBezTo>
                  <a:cubicBezTo>
                    <a:pt x="2197" y="1838"/>
                    <a:pt x="1868" y="1509"/>
                    <a:pt x="1868" y="1106"/>
                  </a:cubicBezTo>
                  <a:cubicBezTo>
                    <a:pt x="1868" y="688"/>
                    <a:pt x="2197" y="359"/>
                    <a:pt x="2600" y="359"/>
                  </a:cubicBezTo>
                  <a:close/>
                  <a:moveTo>
                    <a:pt x="1" y="0"/>
                  </a:moveTo>
                  <a:lnTo>
                    <a:pt x="1" y="2316"/>
                  </a:lnTo>
                  <a:lnTo>
                    <a:pt x="793" y="1524"/>
                  </a:lnTo>
                  <a:cubicBezTo>
                    <a:pt x="830" y="1487"/>
                    <a:pt x="878" y="1468"/>
                    <a:pt x="925" y="1468"/>
                  </a:cubicBezTo>
                  <a:cubicBezTo>
                    <a:pt x="972" y="1468"/>
                    <a:pt x="1017" y="1487"/>
                    <a:pt x="1046" y="1524"/>
                  </a:cubicBezTo>
                  <a:lnTo>
                    <a:pt x="2421" y="2853"/>
                  </a:lnTo>
                  <a:lnTo>
                    <a:pt x="3018" y="2256"/>
                  </a:lnTo>
                  <a:cubicBezTo>
                    <a:pt x="3055" y="2218"/>
                    <a:pt x="3104" y="2200"/>
                    <a:pt x="3152" y="2200"/>
                  </a:cubicBezTo>
                  <a:cubicBezTo>
                    <a:pt x="3201" y="2200"/>
                    <a:pt x="3249" y="2218"/>
                    <a:pt x="3287" y="2256"/>
                  </a:cubicBezTo>
                  <a:lnTo>
                    <a:pt x="4063" y="3047"/>
                  </a:lnTo>
                  <a:lnTo>
                    <a:pt x="40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4" name="Google Shape;994;p78"/>
          <p:cNvGrpSpPr/>
          <p:nvPr/>
        </p:nvGrpSpPr>
        <p:grpSpPr>
          <a:xfrm>
            <a:off x="2871734" y="3338062"/>
            <a:ext cx="219882" cy="340577"/>
            <a:chOff x="885817" y="2547899"/>
            <a:chExt cx="164952" cy="340577"/>
          </a:xfrm>
        </p:grpSpPr>
        <p:sp>
          <p:nvSpPr>
            <p:cNvPr id="995" name="Google Shape;995;p78"/>
            <p:cNvSpPr/>
            <p:nvPr/>
          </p:nvSpPr>
          <p:spPr>
            <a:xfrm>
              <a:off x="900583" y="2612262"/>
              <a:ext cx="135463" cy="186407"/>
            </a:xfrm>
            <a:custGeom>
              <a:avLst/>
              <a:gdLst/>
              <a:ahLst/>
              <a:cxnLst/>
              <a:rect l="l" t="t" r="r" b="b"/>
              <a:pathLst>
                <a:path w="3018" h="4153" extrusionOk="0">
                  <a:moveTo>
                    <a:pt x="0" y="0"/>
                  </a:moveTo>
                  <a:lnTo>
                    <a:pt x="0" y="4153"/>
                  </a:lnTo>
                  <a:lnTo>
                    <a:pt x="3017" y="4153"/>
                  </a:lnTo>
                  <a:lnTo>
                    <a:pt x="30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78"/>
            <p:cNvSpPr/>
            <p:nvPr/>
          </p:nvSpPr>
          <p:spPr>
            <a:xfrm>
              <a:off x="885817" y="2547899"/>
              <a:ext cx="164952" cy="34921"/>
            </a:xfrm>
            <a:custGeom>
              <a:avLst/>
              <a:gdLst/>
              <a:ahLst/>
              <a:cxnLst/>
              <a:rect l="l" t="t" r="r" b="b"/>
              <a:pathLst>
                <a:path w="3675" h="778" extrusionOk="0">
                  <a:moveTo>
                    <a:pt x="583" y="1"/>
                  </a:moveTo>
                  <a:cubicBezTo>
                    <a:pt x="269" y="1"/>
                    <a:pt x="1" y="269"/>
                    <a:pt x="1" y="598"/>
                  </a:cubicBezTo>
                  <a:lnTo>
                    <a:pt x="1" y="777"/>
                  </a:lnTo>
                  <a:lnTo>
                    <a:pt x="3675" y="777"/>
                  </a:lnTo>
                  <a:lnTo>
                    <a:pt x="3675" y="598"/>
                  </a:lnTo>
                  <a:cubicBezTo>
                    <a:pt x="3675" y="269"/>
                    <a:pt x="3406" y="1"/>
                    <a:pt x="3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78"/>
            <p:cNvSpPr/>
            <p:nvPr/>
          </p:nvSpPr>
          <p:spPr>
            <a:xfrm>
              <a:off x="885817" y="2596149"/>
              <a:ext cx="164952" cy="221956"/>
            </a:xfrm>
            <a:custGeom>
              <a:avLst/>
              <a:gdLst/>
              <a:ahLst/>
              <a:cxnLst/>
              <a:rect l="l" t="t" r="r" b="b"/>
              <a:pathLst>
                <a:path w="3675" h="4945" extrusionOk="0">
                  <a:moveTo>
                    <a:pt x="3047" y="568"/>
                  </a:moveTo>
                  <a:cubicBezTo>
                    <a:pt x="3137" y="568"/>
                    <a:pt x="3227" y="643"/>
                    <a:pt x="3227" y="748"/>
                  </a:cubicBezTo>
                  <a:lnTo>
                    <a:pt x="3227" y="1719"/>
                  </a:lnTo>
                  <a:cubicBezTo>
                    <a:pt x="3227" y="1808"/>
                    <a:pt x="3137" y="1898"/>
                    <a:pt x="3047" y="1898"/>
                  </a:cubicBezTo>
                  <a:lnTo>
                    <a:pt x="628" y="1898"/>
                  </a:lnTo>
                  <a:cubicBezTo>
                    <a:pt x="523" y="1898"/>
                    <a:pt x="449" y="1808"/>
                    <a:pt x="449" y="1719"/>
                  </a:cubicBezTo>
                  <a:lnTo>
                    <a:pt x="449" y="748"/>
                  </a:lnTo>
                  <a:cubicBezTo>
                    <a:pt x="449" y="643"/>
                    <a:pt x="523" y="568"/>
                    <a:pt x="628" y="568"/>
                  </a:cubicBezTo>
                  <a:close/>
                  <a:moveTo>
                    <a:pt x="3047" y="2391"/>
                  </a:moveTo>
                  <a:cubicBezTo>
                    <a:pt x="3137" y="2391"/>
                    <a:pt x="3227" y="2480"/>
                    <a:pt x="3227" y="2570"/>
                  </a:cubicBezTo>
                  <a:cubicBezTo>
                    <a:pt x="3227" y="2674"/>
                    <a:pt x="3137" y="2749"/>
                    <a:pt x="3047" y="2749"/>
                  </a:cubicBezTo>
                  <a:lnTo>
                    <a:pt x="628" y="2749"/>
                  </a:lnTo>
                  <a:cubicBezTo>
                    <a:pt x="523" y="2749"/>
                    <a:pt x="449" y="2674"/>
                    <a:pt x="449" y="2570"/>
                  </a:cubicBezTo>
                  <a:cubicBezTo>
                    <a:pt x="449" y="2480"/>
                    <a:pt x="523" y="2391"/>
                    <a:pt x="628" y="2391"/>
                  </a:cubicBezTo>
                  <a:close/>
                  <a:moveTo>
                    <a:pt x="3047" y="3182"/>
                  </a:moveTo>
                  <a:cubicBezTo>
                    <a:pt x="3137" y="3182"/>
                    <a:pt x="3227" y="3257"/>
                    <a:pt x="3227" y="3361"/>
                  </a:cubicBezTo>
                  <a:cubicBezTo>
                    <a:pt x="3227" y="3466"/>
                    <a:pt x="3137" y="3541"/>
                    <a:pt x="3047" y="3541"/>
                  </a:cubicBezTo>
                  <a:lnTo>
                    <a:pt x="628" y="3541"/>
                  </a:lnTo>
                  <a:cubicBezTo>
                    <a:pt x="523" y="3541"/>
                    <a:pt x="449" y="3466"/>
                    <a:pt x="449" y="3361"/>
                  </a:cubicBezTo>
                  <a:cubicBezTo>
                    <a:pt x="449" y="3257"/>
                    <a:pt x="523" y="3182"/>
                    <a:pt x="628" y="3182"/>
                  </a:cubicBezTo>
                  <a:close/>
                  <a:moveTo>
                    <a:pt x="2375" y="3974"/>
                  </a:moveTo>
                  <a:cubicBezTo>
                    <a:pt x="2480" y="3974"/>
                    <a:pt x="2555" y="4049"/>
                    <a:pt x="2555" y="4153"/>
                  </a:cubicBezTo>
                  <a:cubicBezTo>
                    <a:pt x="2555" y="4258"/>
                    <a:pt x="2480" y="4332"/>
                    <a:pt x="2375" y="4332"/>
                  </a:cubicBezTo>
                  <a:lnTo>
                    <a:pt x="1300" y="4332"/>
                  </a:lnTo>
                  <a:cubicBezTo>
                    <a:pt x="1195" y="4332"/>
                    <a:pt x="1106" y="4258"/>
                    <a:pt x="1106" y="4153"/>
                  </a:cubicBezTo>
                  <a:cubicBezTo>
                    <a:pt x="1106" y="4049"/>
                    <a:pt x="1195" y="3974"/>
                    <a:pt x="1300" y="3974"/>
                  </a:cubicBezTo>
                  <a:close/>
                  <a:moveTo>
                    <a:pt x="1" y="1"/>
                  </a:moveTo>
                  <a:lnTo>
                    <a:pt x="1" y="4945"/>
                  </a:lnTo>
                  <a:lnTo>
                    <a:pt x="3675" y="4945"/>
                  </a:lnTo>
                  <a:lnTo>
                    <a:pt x="36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78"/>
            <p:cNvSpPr/>
            <p:nvPr/>
          </p:nvSpPr>
          <p:spPr>
            <a:xfrm>
              <a:off x="885817" y="2831472"/>
              <a:ext cx="164952" cy="57004"/>
            </a:xfrm>
            <a:custGeom>
              <a:avLst/>
              <a:gdLst/>
              <a:ahLst/>
              <a:cxnLst/>
              <a:rect l="l" t="t" r="r" b="b"/>
              <a:pathLst>
                <a:path w="3675" h="1270" extrusionOk="0">
                  <a:moveTo>
                    <a:pt x="1838" y="448"/>
                  </a:moveTo>
                  <a:cubicBezTo>
                    <a:pt x="1882" y="448"/>
                    <a:pt x="1927" y="463"/>
                    <a:pt x="1957" y="493"/>
                  </a:cubicBezTo>
                  <a:cubicBezTo>
                    <a:pt x="2002" y="538"/>
                    <a:pt x="2017" y="583"/>
                    <a:pt x="2017" y="628"/>
                  </a:cubicBezTo>
                  <a:cubicBezTo>
                    <a:pt x="2017" y="672"/>
                    <a:pt x="2002" y="717"/>
                    <a:pt x="1957" y="762"/>
                  </a:cubicBezTo>
                  <a:cubicBezTo>
                    <a:pt x="1927" y="792"/>
                    <a:pt x="1882" y="807"/>
                    <a:pt x="1838" y="807"/>
                  </a:cubicBezTo>
                  <a:cubicBezTo>
                    <a:pt x="1793" y="807"/>
                    <a:pt x="1733" y="792"/>
                    <a:pt x="1703" y="762"/>
                  </a:cubicBezTo>
                  <a:cubicBezTo>
                    <a:pt x="1673" y="717"/>
                    <a:pt x="1658" y="672"/>
                    <a:pt x="1658" y="628"/>
                  </a:cubicBezTo>
                  <a:cubicBezTo>
                    <a:pt x="1658" y="583"/>
                    <a:pt x="1673" y="538"/>
                    <a:pt x="1703" y="493"/>
                  </a:cubicBezTo>
                  <a:cubicBezTo>
                    <a:pt x="1733" y="463"/>
                    <a:pt x="1793" y="448"/>
                    <a:pt x="1838" y="448"/>
                  </a:cubicBezTo>
                  <a:close/>
                  <a:moveTo>
                    <a:pt x="1" y="0"/>
                  </a:moveTo>
                  <a:lnTo>
                    <a:pt x="1" y="672"/>
                  </a:lnTo>
                  <a:cubicBezTo>
                    <a:pt x="1" y="1001"/>
                    <a:pt x="269" y="1270"/>
                    <a:pt x="583" y="1270"/>
                  </a:cubicBezTo>
                  <a:lnTo>
                    <a:pt x="3077" y="1270"/>
                  </a:lnTo>
                  <a:cubicBezTo>
                    <a:pt x="3406" y="1270"/>
                    <a:pt x="3675" y="1001"/>
                    <a:pt x="3675" y="672"/>
                  </a:cubicBezTo>
                  <a:lnTo>
                    <a:pt x="36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9" name="Google Shape;999;p78"/>
          <p:cNvGrpSpPr/>
          <p:nvPr/>
        </p:nvGrpSpPr>
        <p:grpSpPr>
          <a:xfrm>
            <a:off x="7156629" y="2849210"/>
            <a:ext cx="368157" cy="367434"/>
            <a:chOff x="-60254550" y="3367325"/>
            <a:chExt cx="318200" cy="317575"/>
          </a:xfrm>
        </p:grpSpPr>
        <p:sp>
          <p:nvSpPr>
            <p:cNvPr id="1000" name="Google Shape;1000;p78"/>
            <p:cNvSpPr/>
            <p:nvPr/>
          </p:nvSpPr>
          <p:spPr>
            <a:xfrm>
              <a:off x="-60219125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51" y="0"/>
                  </a:moveTo>
                  <a:cubicBezTo>
                    <a:pt x="935" y="0"/>
                    <a:pt x="815" y="57"/>
                    <a:pt x="725" y="164"/>
                  </a:cubicBezTo>
                  <a:cubicBezTo>
                    <a:pt x="568" y="290"/>
                    <a:pt x="568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24" y="4143"/>
                    <a:pt x="1023" y="4143"/>
                  </a:cubicBezTo>
                  <a:cubicBezTo>
                    <a:pt x="1144" y="4143"/>
                    <a:pt x="1269" y="4094"/>
                    <a:pt x="1356" y="4007"/>
                  </a:cubicBezTo>
                  <a:cubicBezTo>
                    <a:pt x="1513" y="3850"/>
                    <a:pt x="1513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9" y="0"/>
                    <a:pt x="10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78"/>
            <p:cNvSpPr/>
            <p:nvPr/>
          </p:nvSpPr>
          <p:spPr>
            <a:xfrm>
              <a:off x="-60156900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18" y="4143"/>
                    <a:pt x="1010" y="4143"/>
                  </a:cubicBezTo>
                  <a:cubicBezTo>
                    <a:pt x="1122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78"/>
            <p:cNvSpPr/>
            <p:nvPr/>
          </p:nvSpPr>
          <p:spPr>
            <a:xfrm>
              <a:off x="-60094675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25" y="731"/>
                  </a:cubicBezTo>
                  <a:cubicBezTo>
                    <a:pt x="1103" y="1046"/>
                    <a:pt x="1103" y="1456"/>
                    <a:pt x="725" y="1771"/>
                  </a:cubicBezTo>
                  <a:cubicBezTo>
                    <a:pt x="32" y="2401"/>
                    <a:pt x="1" y="3377"/>
                    <a:pt x="725" y="4039"/>
                  </a:cubicBezTo>
                  <a:cubicBezTo>
                    <a:pt x="796" y="4110"/>
                    <a:pt x="893" y="4143"/>
                    <a:pt x="992" y="4143"/>
                  </a:cubicBezTo>
                  <a:cubicBezTo>
                    <a:pt x="1113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1985" y="1771"/>
                    <a:pt x="2048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78"/>
            <p:cNvSpPr/>
            <p:nvPr/>
          </p:nvSpPr>
          <p:spPr>
            <a:xfrm>
              <a:off x="-60254550" y="3478525"/>
              <a:ext cx="318200" cy="206375"/>
            </a:xfrm>
            <a:custGeom>
              <a:avLst/>
              <a:gdLst/>
              <a:ahLst/>
              <a:cxnLst/>
              <a:rect l="l" t="t" r="r" b="b"/>
              <a:pathLst>
                <a:path w="12728" h="8255" extrusionOk="0">
                  <a:moveTo>
                    <a:pt x="10428" y="1607"/>
                  </a:moveTo>
                  <a:cubicBezTo>
                    <a:pt x="11184" y="1607"/>
                    <a:pt x="11814" y="2237"/>
                    <a:pt x="11814" y="2994"/>
                  </a:cubicBezTo>
                  <a:cubicBezTo>
                    <a:pt x="11814" y="3718"/>
                    <a:pt x="11184" y="4380"/>
                    <a:pt x="10428" y="4380"/>
                  </a:cubicBezTo>
                  <a:lnTo>
                    <a:pt x="9767" y="4380"/>
                  </a:lnTo>
                  <a:cubicBezTo>
                    <a:pt x="9861" y="4002"/>
                    <a:pt x="9893" y="3655"/>
                    <a:pt x="9893" y="3246"/>
                  </a:cubicBezTo>
                  <a:lnTo>
                    <a:pt x="9893" y="1607"/>
                  </a:lnTo>
                  <a:close/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3309"/>
                  </a:lnTo>
                  <a:cubicBezTo>
                    <a:pt x="0" y="5041"/>
                    <a:pt x="882" y="6522"/>
                    <a:pt x="2237" y="7436"/>
                  </a:cubicBezTo>
                  <a:lnTo>
                    <a:pt x="441" y="7436"/>
                  </a:lnTo>
                  <a:cubicBezTo>
                    <a:pt x="189" y="7436"/>
                    <a:pt x="32" y="7625"/>
                    <a:pt x="32" y="7845"/>
                  </a:cubicBezTo>
                  <a:cubicBezTo>
                    <a:pt x="32" y="8066"/>
                    <a:pt x="252" y="8255"/>
                    <a:pt x="441" y="8255"/>
                  </a:cubicBezTo>
                  <a:lnTo>
                    <a:pt x="9546" y="8255"/>
                  </a:lnTo>
                  <a:cubicBezTo>
                    <a:pt x="9767" y="8255"/>
                    <a:pt x="9924" y="8066"/>
                    <a:pt x="9924" y="7845"/>
                  </a:cubicBezTo>
                  <a:cubicBezTo>
                    <a:pt x="9924" y="7593"/>
                    <a:pt x="9735" y="7436"/>
                    <a:pt x="9546" y="7436"/>
                  </a:cubicBezTo>
                  <a:lnTo>
                    <a:pt x="7719" y="7436"/>
                  </a:lnTo>
                  <a:cubicBezTo>
                    <a:pt x="8538" y="6900"/>
                    <a:pt x="9168" y="6144"/>
                    <a:pt x="9578" y="5230"/>
                  </a:cubicBezTo>
                  <a:lnTo>
                    <a:pt x="10523" y="5230"/>
                  </a:lnTo>
                  <a:cubicBezTo>
                    <a:pt x="11751" y="5230"/>
                    <a:pt x="12728" y="4254"/>
                    <a:pt x="12728" y="3025"/>
                  </a:cubicBezTo>
                  <a:cubicBezTo>
                    <a:pt x="12728" y="1796"/>
                    <a:pt x="11657" y="788"/>
                    <a:pt x="10428" y="788"/>
                  </a:cubicBezTo>
                  <a:lnTo>
                    <a:pt x="9893" y="788"/>
                  </a:lnTo>
                  <a:lnTo>
                    <a:pt x="9893" y="379"/>
                  </a:lnTo>
                  <a:cubicBezTo>
                    <a:pt x="9893" y="158"/>
                    <a:pt x="9704" y="1"/>
                    <a:pt x="94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dk1"/>
        </a:solidFill>
        <a:effectLst/>
      </p:bgPr>
    </p:bg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9"/>
          <p:cNvSpPr txBox="1"/>
          <p:nvPr/>
        </p:nvSpPr>
        <p:spPr>
          <a:xfrm>
            <a:off x="2830950" y="725625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Negócios</a:t>
            </a:r>
            <a:endParaRPr sz="2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9" name="Google Shape;1009;p79"/>
          <p:cNvSpPr/>
          <p:nvPr/>
        </p:nvSpPr>
        <p:spPr>
          <a:xfrm>
            <a:off x="3221500" y="3250183"/>
            <a:ext cx="369083" cy="369112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0" name="Google Shape;1010;p79"/>
          <p:cNvGrpSpPr/>
          <p:nvPr/>
        </p:nvGrpSpPr>
        <p:grpSpPr>
          <a:xfrm>
            <a:off x="2674944" y="2168659"/>
            <a:ext cx="370645" cy="368042"/>
            <a:chOff x="-63250675" y="3744075"/>
            <a:chExt cx="320350" cy="318100"/>
          </a:xfrm>
        </p:grpSpPr>
        <p:sp>
          <p:nvSpPr>
            <p:cNvPr id="1011" name="Google Shape;1011;p79"/>
            <p:cNvSpPr/>
            <p:nvPr/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79"/>
            <p:cNvSpPr/>
            <p:nvPr/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79"/>
            <p:cNvSpPr/>
            <p:nvPr/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4" name="Google Shape;1014;p79"/>
          <p:cNvGrpSpPr/>
          <p:nvPr/>
        </p:nvGrpSpPr>
        <p:grpSpPr>
          <a:xfrm>
            <a:off x="3266259" y="2168916"/>
            <a:ext cx="370934" cy="367521"/>
            <a:chOff x="-63679950" y="4093450"/>
            <a:chExt cx="320600" cy="317650"/>
          </a:xfrm>
        </p:grpSpPr>
        <p:sp>
          <p:nvSpPr>
            <p:cNvPr id="1015" name="Google Shape;1015;p79"/>
            <p:cNvSpPr/>
            <p:nvPr/>
          </p:nvSpPr>
          <p:spPr>
            <a:xfrm>
              <a:off x="-63595650" y="4093450"/>
              <a:ext cx="236300" cy="230425"/>
            </a:xfrm>
            <a:custGeom>
              <a:avLst/>
              <a:gdLst/>
              <a:ahLst/>
              <a:cxnLst/>
              <a:rect l="l" t="t" r="r" b="b"/>
              <a:pathLst>
                <a:path w="9452" h="9217" extrusionOk="0">
                  <a:moveTo>
                    <a:pt x="3387" y="836"/>
                  </a:moveTo>
                  <a:cubicBezTo>
                    <a:pt x="3497" y="836"/>
                    <a:pt x="3607" y="875"/>
                    <a:pt x="3686" y="954"/>
                  </a:cubicBezTo>
                  <a:cubicBezTo>
                    <a:pt x="3844" y="1111"/>
                    <a:pt x="3844" y="1395"/>
                    <a:pt x="3686" y="1553"/>
                  </a:cubicBezTo>
                  <a:lnTo>
                    <a:pt x="1638" y="3600"/>
                  </a:lnTo>
                  <a:cubicBezTo>
                    <a:pt x="1560" y="3679"/>
                    <a:pt x="1449" y="3718"/>
                    <a:pt x="1339" y="3718"/>
                  </a:cubicBezTo>
                  <a:cubicBezTo>
                    <a:pt x="1229" y="3718"/>
                    <a:pt x="1118" y="3679"/>
                    <a:pt x="1040" y="3600"/>
                  </a:cubicBezTo>
                  <a:cubicBezTo>
                    <a:pt x="882" y="3443"/>
                    <a:pt x="882" y="3159"/>
                    <a:pt x="1040" y="3002"/>
                  </a:cubicBezTo>
                  <a:lnTo>
                    <a:pt x="3088" y="954"/>
                  </a:lnTo>
                  <a:cubicBezTo>
                    <a:pt x="3166" y="875"/>
                    <a:pt x="3277" y="836"/>
                    <a:pt x="3387" y="836"/>
                  </a:cubicBezTo>
                  <a:close/>
                  <a:moveTo>
                    <a:pt x="8081" y="5530"/>
                  </a:moveTo>
                  <a:cubicBezTo>
                    <a:pt x="8191" y="5530"/>
                    <a:pt x="8302" y="5569"/>
                    <a:pt x="8380" y="5648"/>
                  </a:cubicBezTo>
                  <a:cubicBezTo>
                    <a:pt x="8538" y="5806"/>
                    <a:pt x="8538" y="6089"/>
                    <a:pt x="8380" y="6247"/>
                  </a:cubicBezTo>
                  <a:lnTo>
                    <a:pt x="6333" y="8295"/>
                  </a:lnTo>
                  <a:cubicBezTo>
                    <a:pt x="6254" y="8358"/>
                    <a:pt x="6143" y="8389"/>
                    <a:pt x="6033" y="8389"/>
                  </a:cubicBezTo>
                  <a:cubicBezTo>
                    <a:pt x="5923" y="8389"/>
                    <a:pt x="5813" y="8358"/>
                    <a:pt x="5734" y="8295"/>
                  </a:cubicBezTo>
                  <a:cubicBezTo>
                    <a:pt x="5576" y="8137"/>
                    <a:pt x="5576" y="7853"/>
                    <a:pt x="5734" y="7696"/>
                  </a:cubicBezTo>
                  <a:lnTo>
                    <a:pt x="7782" y="5648"/>
                  </a:lnTo>
                  <a:cubicBezTo>
                    <a:pt x="7861" y="5569"/>
                    <a:pt x="7971" y="5530"/>
                    <a:pt x="8081" y="5530"/>
                  </a:cubicBezTo>
                  <a:close/>
                  <a:moveTo>
                    <a:pt x="3414" y="1"/>
                  </a:moveTo>
                  <a:cubicBezTo>
                    <a:pt x="3095" y="1"/>
                    <a:pt x="2772" y="119"/>
                    <a:pt x="2520" y="355"/>
                  </a:cubicBezTo>
                  <a:lnTo>
                    <a:pt x="473" y="2403"/>
                  </a:lnTo>
                  <a:cubicBezTo>
                    <a:pt x="0" y="2876"/>
                    <a:pt x="0" y="3663"/>
                    <a:pt x="473" y="4199"/>
                  </a:cubicBezTo>
                  <a:cubicBezTo>
                    <a:pt x="700" y="4406"/>
                    <a:pt x="1008" y="4544"/>
                    <a:pt x="1345" y="4544"/>
                  </a:cubicBezTo>
                  <a:cubicBezTo>
                    <a:pt x="1522" y="4544"/>
                    <a:pt x="1706" y="4506"/>
                    <a:pt x="1890" y="4419"/>
                  </a:cubicBezTo>
                  <a:lnTo>
                    <a:pt x="4915" y="7444"/>
                  </a:lnTo>
                  <a:cubicBezTo>
                    <a:pt x="4663" y="7980"/>
                    <a:pt x="4789" y="8515"/>
                    <a:pt x="5135" y="8862"/>
                  </a:cubicBezTo>
                  <a:cubicBezTo>
                    <a:pt x="5372" y="9098"/>
                    <a:pt x="5687" y="9216"/>
                    <a:pt x="6010" y="9216"/>
                  </a:cubicBezTo>
                  <a:cubicBezTo>
                    <a:pt x="6333" y="9216"/>
                    <a:pt x="6663" y="9098"/>
                    <a:pt x="6931" y="8862"/>
                  </a:cubicBezTo>
                  <a:lnTo>
                    <a:pt x="8979" y="6814"/>
                  </a:lnTo>
                  <a:cubicBezTo>
                    <a:pt x="9452" y="6341"/>
                    <a:pt x="9452" y="5554"/>
                    <a:pt x="8979" y="5050"/>
                  </a:cubicBezTo>
                  <a:cubicBezTo>
                    <a:pt x="8757" y="4828"/>
                    <a:pt x="8445" y="4696"/>
                    <a:pt x="8117" y="4696"/>
                  </a:cubicBezTo>
                  <a:cubicBezTo>
                    <a:pt x="7933" y="4696"/>
                    <a:pt x="7743" y="4738"/>
                    <a:pt x="7561" y="4829"/>
                  </a:cubicBezTo>
                  <a:lnTo>
                    <a:pt x="4505" y="1773"/>
                  </a:lnTo>
                  <a:cubicBezTo>
                    <a:pt x="4757" y="1269"/>
                    <a:pt x="4631" y="733"/>
                    <a:pt x="4285" y="355"/>
                  </a:cubicBezTo>
                  <a:cubicBezTo>
                    <a:pt x="4048" y="119"/>
                    <a:pt x="3733" y="1"/>
                    <a:pt x="3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79"/>
            <p:cNvSpPr/>
            <p:nvPr/>
          </p:nvSpPr>
          <p:spPr>
            <a:xfrm>
              <a:off x="-63679950" y="4233850"/>
              <a:ext cx="177250" cy="177250"/>
            </a:xfrm>
            <a:custGeom>
              <a:avLst/>
              <a:gdLst/>
              <a:ahLst/>
              <a:cxnLst/>
              <a:rect l="l" t="t" r="r" b="b"/>
              <a:pathLst>
                <a:path w="7090" h="7090" extrusionOk="0">
                  <a:moveTo>
                    <a:pt x="5325" y="1"/>
                  </a:moveTo>
                  <a:lnTo>
                    <a:pt x="4160" y="1166"/>
                  </a:lnTo>
                  <a:cubicBezTo>
                    <a:pt x="4081" y="1088"/>
                    <a:pt x="3971" y="1048"/>
                    <a:pt x="3860" y="1048"/>
                  </a:cubicBezTo>
                  <a:cubicBezTo>
                    <a:pt x="3750" y="1048"/>
                    <a:pt x="3640" y="1088"/>
                    <a:pt x="3561" y="1166"/>
                  </a:cubicBezTo>
                  <a:lnTo>
                    <a:pt x="474" y="4254"/>
                  </a:lnTo>
                  <a:cubicBezTo>
                    <a:pt x="159" y="4569"/>
                    <a:pt x="1" y="4947"/>
                    <a:pt x="1" y="5419"/>
                  </a:cubicBezTo>
                  <a:cubicBezTo>
                    <a:pt x="1" y="5861"/>
                    <a:pt x="159" y="6302"/>
                    <a:pt x="474" y="6617"/>
                  </a:cubicBezTo>
                  <a:cubicBezTo>
                    <a:pt x="789" y="6932"/>
                    <a:pt x="1214" y="7089"/>
                    <a:pt x="1639" y="7089"/>
                  </a:cubicBezTo>
                  <a:cubicBezTo>
                    <a:pt x="2065" y="7089"/>
                    <a:pt x="2490" y="6932"/>
                    <a:pt x="2805" y="6617"/>
                  </a:cubicBezTo>
                  <a:lnTo>
                    <a:pt x="5892" y="3529"/>
                  </a:lnTo>
                  <a:cubicBezTo>
                    <a:pt x="6081" y="3372"/>
                    <a:pt x="6081" y="3088"/>
                    <a:pt x="5924" y="2931"/>
                  </a:cubicBezTo>
                  <a:lnTo>
                    <a:pt x="7090" y="1765"/>
                  </a:lnTo>
                  <a:lnTo>
                    <a:pt x="53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79"/>
            <p:cNvSpPr/>
            <p:nvPr/>
          </p:nvSpPr>
          <p:spPr>
            <a:xfrm>
              <a:off x="-63548400" y="4348850"/>
              <a:ext cx="185900" cy="62250"/>
            </a:xfrm>
            <a:custGeom>
              <a:avLst/>
              <a:gdLst/>
              <a:ahLst/>
              <a:cxnLst/>
              <a:rect l="l" t="t" r="r" b="b"/>
              <a:pathLst>
                <a:path w="7436" h="2490" extrusionOk="0"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7026" y="2489"/>
                  </a:lnTo>
                  <a:cubicBezTo>
                    <a:pt x="7278" y="2489"/>
                    <a:pt x="7435" y="2269"/>
                    <a:pt x="7435" y="2048"/>
                  </a:cubicBezTo>
                  <a:cubicBezTo>
                    <a:pt x="7435" y="1859"/>
                    <a:pt x="7246" y="1639"/>
                    <a:pt x="6994" y="1639"/>
                  </a:cubicBezTo>
                  <a:lnTo>
                    <a:pt x="6616" y="1639"/>
                  </a:lnTo>
                  <a:lnTo>
                    <a:pt x="6616" y="1229"/>
                  </a:lnTo>
                  <a:cubicBezTo>
                    <a:pt x="6616" y="536"/>
                    <a:pt x="6049" y="0"/>
                    <a:pt x="5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8" name="Google Shape;1018;p79"/>
          <p:cNvGrpSpPr/>
          <p:nvPr/>
        </p:nvGrpSpPr>
        <p:grpSpPr>
          <a:xfrm>
            <a:off x="1521993" y="3861675"/>
            <a:ext cx="195788" cy="345961"/>
            <a:chOff x="2575130" y="2012262"/>
            <a:chExt cx="195788" cy="345961"/>
          </a:xfrm>
        </p:grpSpPr>
        <p:sp>
          <p:nvSpPr>
            <p:cNvPr id="1019" name="Google Shape;1019;p79"/>
            <p:cNvSpPr/>
            <p:nvPr/>
          </p:nvSpPr>
          <p:spPr>
            <a:xfrm>
              <a:off x="2637473" y="2334030"/>
              <a:ext cx="71098" cy="24193"/>
            </a:xfrm>
            <a:custGeom>
              <a:avLst/>
              <a:gdLst/>
              <a:ahLst/>
              <a:cxnLst/>
              <a:rect l="l" t="t" r="r" b="b"/>
              <a:pathLst>
                <a:path w="1584" h="539" extrusionOk="0">
                  <a:moveTo>
                    <a:pt x="1" y="1"/>
                  </a:moveTo>
                  <a:lnTo>
                    <a:pt x="1" y="91"/>
                  </a:lnTo>
                  <a:cubicBezTo>
                    <a:pt x="1" y="345"/>
                    <a:pt x="210" y="539"/>
                    <a:pt x="449" y="539"/>
                  </a:cubicBezTo>
                  <a:lnTo>
                    <a:pt x="1136" y="539"/>
                  </a:lnTo>
                  <a:cubicBezTo>
                    <a:pt x="1375" y="539"/>
                    <a:pt x="1584" y="345"/>
                    <a:pt x="1584" y="91"/>
                  </a:cubicBezTo>
                  <a:lnTo>
                    <a:pt x="15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79"/>
            <p:cNvSpPr/>
            <p:nvPr/>
          </p:nvSpPr>
          <p:spPr>
            <a:xfrm>
              <a:off x="2575130" y="2012262"/>
              <a:ext cx="195788" cy="271554"/>
            </a:xfrm>
            <a:custGeom>
              <a:avLst/>
              <a:gdLst/>
              <a:ahLst/>
              <a:cxnLst/>
              <a:rect l="l" t="t" r="r" b="b"/>
              <a:pathLst>
                <a:path w="4362" h="6050" extrusionOk="0">
                  <a:moveTo>
                    <a:pt x="2704" y="1199"/>
                  </a:moveTo>
                  <a:cubicBezTo>
                    <a:pt x="2753" y="1199"/>
                    <a:pt x="2801" y="1218"/>
                    <a:pt x="2839" y="1255"/>
                  </a:cubicBezTo>
                  <a:cubicBezTo>
                    <a:pt x="2913" y="1330"/>
                    <a:pt x="2913" y="1450"/>
                    <a:pt x="2839" y="1524"/>
                  </a:cubicBezTo>
                  <a:lnTo>
                    <a:pt x="2107" y="2256"/>
                  </a:lnTo>
                  <a:lnTo>
                    <a:pt x="2719" y="2271"/>
                  </a:lnTo>
                  <a:cubicBezTo>
                    <a:pt x="2794" y="2271"/>
                    <a:pt x="2853" y="2316"/>
                    <a:pt x="2883" y="2391"/>
                  </a:cubicBezTo>
                  <a:cubicBezTo>
                    <a:pt x="2913" y="2465"/>
                    <a:pt x="2898" y="2540"/>
                    <a:pt x="2839" y="2600"/>
                  </a:cubicBezTo>
                  <a:lnTo>
                    <a:pt x="1793" y="3630"/>
                  </a:lnTo>
                  <a:cubicBezTo>
                    <a:pt x="1748" y="3660"/>
                    <a:pt x="1703" y="3675"/>
                    <a:pt x="1659" y="3675"/>
                  </a:cubicBezTo>
                  <a:cubicBezTo>
                    <a:pt x="1614" y="3675"/>
                    <a:pt x="1554" y="3660"/>
                    <a:pt x="1524" y="3615"/>
                  </a:cubicBezTo>
                  <a:cubicBezTo>
                    <a:pt x="1449" y="3555"/>
                    <a:pt x="1449" y="3436"/>
                    <a:pt x="1524" y="3361"/>
                  </a:cubicBezTo>
                  <a:lnTo>
                    <a:pt x="2256" y="2644"/>
                  </a:lnTo>
                  <a:lnTo>
                    <a:pt x="1659" y="2629"/>
                  </a:lnTo>
                  <a:cubicBezTo>
                    <a:pt x="1584" y="2629"/>
                    <a:pt x="1509" y="2585"/>
                    <a:pt x="1479" y="2510"/>
                  </a:cubicBezTo>
                  <a:cubicBezTo>
                    <a:pt x="1449" y="2435"/>
                    <a:pt x="1464" y="2361"/>
                    <a:pt x="1524" y="2301"/>
                  </a:cubicBezTo>
                  <a:lnTo>
                    <a:pt x="2570" y="1255"/>
                  </a:lnTo>
                  <a:cubicBezTo>
                    <a:pt x="2607" y="1218"/>
                    <a:pt x="2656" y="1199"/>
                    <a:pt x="2704" y="1199"/>
                  </a:cubicBezTo>
                  <a:close/>
                  <a:moveTo>
                    <a:pt x="2181" y="1"/>
                  </a:moveTo>
                  <a:cubicBezTo>
                    <a:pt x="986" y="1"/>
                    <a:pt x="1" y="987"/>
                    <a:pt x="1" y="2181"/>
                  </a:cubicBezTo>
                  <a:cubicBezTo>
                    <a:pt x="1" y="2883"/>
                    <a:pt x="538" y="3720"/>
                    <a:pt x="927" y="4317"/>
                  </a:cubicBezTo>
                  <a:cubicBezTo>
                    <a:pt x="957" y="4362"/>
                    <a:pt x="986" y="4407"/>
                    <a:pt x="1016" y="4452"/>
                  </a:cubicBezTo>
                  <a:cubicBezTo>
                    <a:pt x="1196" y="4735"/>
                    <a:pt x="1300" y="5094"/>
                    <a:pt x="1360" y="5587"/>
                  </a:cubicBezTo>
                  <a:cubicBezTo>
                    <a:pt x="1405" y="5856"/>
                    <a:pt x="1629" y="6050"/>
                    <a:pt x="1898" y="6050"/>
                  </a:cubicBezTo>
                  <a:lnTo>
                    <a:pt x="2480" y="6050"/>
                  </a:lnTo>
                  <a:cubicBezTo>
                    <a:pt x="2749" y="6050"/>
                    <a:pt x="2973" y="5856"/>
                    <a:pt x="3003" y="5587"/>
                  </a:cubicBezTo>
                  <a:cubicBezTo>
                    <a:pt x="3063" y="5094"/>
                    <a:pt x="3167" y="4735"/>
                    <a:pt x="3361" y="4452"/>
                  </a:cubicBezTo>
                  <a:cubicBezTo>
                    <a:pt x="3391" y="4407"/>
                    <a:pt x="3421" y="4362"/>
                    <a:pt x="3451" y="4317"/>
                  </a:cubicBezTo>
                  <a:cubicBezTo>
                    <a:pt x="3839" y="3720"/>
                    <a:pt x="4362" y="2883"/>
                    <a:pt x="4362" y="2181"/>
                  </a:cubicBezTo>
                  <a:cubicBezTo>
                    <a:pt x="4362" y="987"/>
                    <a:pt x="3391" y="1"/>
                    <a:pt x="2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79"/>
            <p:cNvSpPr/>
            <p:nvPr/>
          </p:nvSpPr>
          <p:spPr>
            <a:xfrm>
              <a:off x="2637473" y="2293815"/>
              <a:ext cx="71098" cy="23520"/>
            </a:xfrm>
            <a:custGeom>
              <a:avLst/>
              <a:gdLst/>
              <a:ahLst/>
              <a:cxnLst/>
              <a:rect l="l" t="t" r="r" b="b"/>
              <a:pathLst>
                <a:path w="1584" h="524" extrusionOk="0">
                  <a:moveTo>
                    <a:pt x="1" y="1"/>
                  </a:moveTo>
                  <a:lnTo>
                    <a:pt x="1" y="524"/>
                  </a:lnTo>
                  <a:lnTo>
                    <a:pt x="1584" y="524"/>
                  </a:lnTo>
                  <a:lnTo>
                    <a:pt x="1584" y="1"/>
                  </a:lnTo>
                  <a:cubicBezTo>
                    <a:pt x="1435" y="105"/>
                    <a:pt x="1270" y="150"/>
                    <a:pt x="1091" y="150"/>
                  </a:cubicBezTo>
                  <a:lnTo>
                    <a:pt x="509" y="150"/>
                  </a:lnTo>
                  <a:cubicBezTo>
                    <a:pt x="314" y="150"/>
                    <a:pt x="150" y="10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2" name="Google Shape;1022;p79"/>
          <p:cNvGrpSpPr/>
          <p:nvPr/>
        </p:nvGrpSpPr>
        <p:grpSpPr>
          <a:xfrm>
            <a:off x="3804382" y="2142501"/>
            <a:ext cx="422517" cy="420361"/>
            <a:chOff x="212748" y="697001"/>
            <a:chExt cx="346638" cy="336585"/>
          </a:xfrm>
        </p:grpSpPr>
        <p:sp>
          <p:nvSpPr>
            <p:cNvPr id="1023" name="Google Shape;1023;p79"/>
            <p:cNvSpPr/>
            <p:nvPr/>
          </p:nvSpPr>
          <p:spPr>
            <a:xfrm>
              <a:off x="347532" y="793545"/>
              <a:ext cx="72444" cy="72444"/>
            </a:xfrm>
            <a:custGeom>
              <a:avLst/>
              <a:gdLst/>
              <a:ahLst/>
              <a:cxnLst/>
              <a:rect l="l" t="t" r="r" b="b"/>
              <a:pathLst>
                <a:path w="1614" h="1614" extrusionOk="0">
                  <a:moveTo>
                    <a:pt x="807" y="0"/>
                  </a:moveTo>
                  <a:cubicBezTo>
                    <a:pt x="359" y="0"/>
                    <a:pt x="0" y="359"/>
                    <a:pt x="0" y="807"/>
                  </a:cubicBezTo>
                  <a:cubicBezTo>
                    <a:pt x="0" y="1255"/>
                    <a:pt x="359" y="1613"/>
                    <a:pt x="807" y="1613"/>
                  </a:cubicBezTo>
                  <a:cubicBezTo>
                    <a:pt x="1240" y="1613"/>
                    <a:pt x="1613" y="1255"/>
                    <a:pt x="1613" y="807"/>
                  </a:cubicBezTo>
                  <a:cubicBezTo>
                    <a:pt x="1613" y="359"/>
                    <a:pt x="1240" y="0"/>
                    <a:pt x="8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79"/>
            <p:cNvSpPr/>
            <p:nvPr/>
          </p:nvSpPr>
          <p:spPr>
            <a:xfrm>
              <a:off x="316698" y="762710"/>
              <a:ext cx="134116" cy="134116"/>
            </a:xfrm>
            <a:custGeom>
              <a:avLst/>
              <a:gdLst/>
              <a:ahLst/>
              <a:cxnLst/>
              <a:rect l="l" t="t" r="r" b="b"/>
              <a:pathLst>
                <a:path w="2988" h="2988" extrusionOk="0">
                  <a:moveTo>
                    <a:pt x="1494" y="329"/>
                  </a:moveTo>
                  <a:cubicBezTo>
                    <a:pt x="2136" y="329"/>
                    <a:pt x="2659" y="852"/>
                    <a:pt x="2659" y="1494"/>
                  </a:cubicBezTo>
                  <a:cubicBezTo>
                    <a:pt x="2659" y="2136"/>
                    <a:pt x="2136" y="2659"/>
                    <a:pt x="1494" y="2659"/>
                  </a:cubicBezTo>
                  <a:cubicBezTo>
                    <a:pt x="851" y="2659"/>
                    <a:pt x="329" y="2136"/>
                    <a:pt x="329" y="1494"/>
                  </a:cubicBezTo>
                  <a:cubicBezTo>
                    <a:pt x="329" y="852"/>
                    <a:pt x="851" y="329"/>
                    <a:pt x="1494" y="329"/>
                  </a:cubicBezTo>
                  <a:close/>
                  <a:moveTo>
                    <a:pt x="1494" y="0"/>
                  </a:moveTo>
                  <a:cubicBezTo>
                    <a:pt x="657" y="0"/>
                    <a:pt x="0" y="672"/>
                    <a:pt x="0" y="1494"/>
                  </a:cubicBezTo>
                  <a:cubicBezTo>
                    <a:pt x="0" y="2315"/>
                    <a:pt x="657" y="2988"/>
                    <a:pt x="1494" y="2988"/>
                  </a:cubicBezTo>
                  <a:cubicBezTo>
                    <a:pt x="2315" y="2988"/>
                    <a:pt x="2987" y="2315"/>
                    <a:pt x="2987" y="1494"/>
                  </a:cubicBezTo>
                  <a:cubicBezTo>
                    <a:pt x="2987" y="672"/>
                    <a:pt x="2315" y="0"/>
                    <a:pt x="1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79"/>
            <p:cNvSpPr/>
            <p:nvPr/>
          </p:nvSpPr>
          <p:spPr>
            <a:xfrm>
              <a:off x="212748" y="914865"/>
              <a:ext cx="140849" cy="118721"/>
            </a:xfrm>
            <a:custGeom>
              <a:avLst/>
              <a:gdLst/>
              <a:ahLst/>
              <a:cxnLst/>
              <a:rect l="l" t="t" r="r" b="b"/>
              <a:pathLst>
                <a:path w="3138" h="2645" extrusionOk="0">
                  <a:moveTo>
                    <a:pt x="1181" y="1"/>
                  </a:moveTo>
                  <a:lnTo>
                    <a:pt x="61" y="1121"/>
                  </a:lnTo>
                  <a:cubicBezTo>
                    <a:pt x="16" y="1166"/>
                    <a:pt x="1" y="1226"/>
                    <a:pt x="16" y="1285"/>
                  </a:cubicBezTo>
                  <a:cubicBezTo>
                    <a:pt x="31" y="1345"/>
                    <a:pt x="76" y="1405"/>
                    <a:pt x="135" y="1420"/>
                  </a:cubicBezTo>
                  <a:lnTo>
                    <a:pt x="942" y="1689"/>
                  </a:lnTo>
                  <a:lnTo>
                    <a:pt x="1241" y="2540"/>
                  </a:lnTo>
                  <a:cubicBezTo>
                    <a:pt x="1271" y="2585"/>
                    <a:pt x="1315" y="2629"/>
                    <a:pt x="1375" y="2644"/>
                  </a:cubicBezTo>
                  <a:lnTo>
                    <a:pt x="1420" y="2644"/>
                  </a:lnTo>
                  <a:cubicBezTo>
                    <a:pt x="1465" y="2644"/>
                    <a:pt x="1509" y="2629"/>
                    <a:pt x="1539" y="2600"/>
                  </a:cubicBezTo>
                  <a:lnTo>
                    <a:pt x="3137" y="1001"/>
                  </a:lnTo>
                  <a:cubicBezTo>
                    <a:pt x="3108" y="972"/>
                    <a:pt x="3078" y="942"/>
                    <a:pt x="3048" y="912"/>
                  </a:cubicBezTo>
                  <a:cubicBezTo>
                    <a:pt x="3003" y="927"/>
                    <a:pt x="2928" y="957"/>
                    <a:pt x="2869" y="972"/>
                  </a:cubicBezTo>
                  <a:cubicBezTo>
                    <a:pt x="2749" y="1016"/>
                    <a:pt x="2600" y="1061"/>
                    <a:pt x="2450" y="1061"/>
                  </a:cubicBezTo>
                  <a:cubicBezTo>
                    <a:pt x="2331" y="1061"/>
                    <a:pt x="2241" y="1031"/>
                    <a:pt x="2152" y="972"/>
                  </a:cubicBezTo>
                  <a:cubicBezTo>
                    <a:pt x="1898" y="837"/>
                    <a:pt x="1838" y="553"/>
                    <a:pt x="1793" y="344"/>
                  </a:cubicBezTo>
                  <a:cubicBezTo>
                    <a:pt x="1778" y="285"/>
                    <a:pt x="1763" y="210"/>
                    <a:pt x="1748" y="165"/>
                  </a:cubicBezTo>
                  <a:cubicBezTo>
                    <a:pt x="1704" y="150"/>
                    <a:pt x="1629" y="135"/>
                    <a:pt x="1569" y="120"/>
                  </a:cubicBezTo>
                  <a:cubicBezTo>
                    <a:pt x="1450" y="90"/>
                    <a:pt x="1315" y="61"/>
                    <a:pt x="1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79"/>
            <p:cNvSpPr/>
            <p:nvPr/>
          </p:nvSpPr>
          <p:spPr>
            <a:xfrm>
              <a:off x="250989" y="697001"/>
              <a:ext cx="265495" cy="265540"/>
            </a:xfrm>
            <a:custGeom>
              <a:avLst/>
              <a:gdLst/>
              <a:ahLst/>
              <a:cxnLst/>
              <a:rect l="l" t="t" r="r" b="b"/>
              <a:pathLst>
                <a:path w="5915" h="5916" extrusionOk="0">
                  <a:moveTo>
                    <a:pt x="2958" y="1106"/>
                  </a:moveTo>
                  <a:cubicBezTo>
                    <a:pt x="3973" y="1106"/>
                    <a:pt x="4810" y="1927"/>
                    <a:pt x="4810" y="2958"/>
                  </a:cubicBezTo>
                  <a:cubicBezTo>
                    <a:pt x="4810" y="3974"/>
                    <a:pt x="3973" y="4810"/>
                    <a:pt x="2958" y="4810"/>
                  </a:cubicBezTo>
                  <a:cubicBezTo>
                    <a:pt x="1927" y="4810"/>
                    <a:pt x="1091" y="3974"/>
                    <a:pt x="1091" y="2958"/>
                  </a:cubicBezTo>
                  <a:cubicBezTo>
                    <a:pt x="1091" y="1927"/>
                    <a:pt x="1927" y="1106"/>
                    <a:pt x="2958" y="1106"/>
                  </a:cubicBezTo>
                  <a:close/>
                  <a:moveTo>
                    <a:pt x="2958" y="1"/>
                  </a:moveTo>
                  <a:cubicBezTo>
                    <a:pt x="2704" y="1"/>
                    <a:pt x="2524" y="434"/>
                    <a:pt x="2300" y="494"/>
                  </a:cubicBezTo>
                  <a:cubicBezTo>
                    <a:pt x="2271" y="494"/>
                    <a:pt x="2241" y="508"/>
                    <a:pt x="2211" y="508"/>
                  </a:cubicBezTo>
                  <a:cubicBezTo>
                    <a:pt x="2032" y="508"/>
                    <a:pt x="1778" y="359"/>
                    <a:pt x="1598" y="359"/>
                  </a:cubicBezTo>
                  <a:cubicBezTo>
                    <a:pt x="1554" y="359"/>
                    <a:pt x="1509" y="374"/>
                    <a:pt x="1479" y="389"/>
                  </a:cubicBezTo>
                  <a:cubicBezTo>
                    <a:pt x="1270" y="508"/>
                    <a:pt x="1315" y="986"/>
                    <a:pt x="1150" y="1151"/>
                  </a:cubicBezTo>
                  <a:cubicBezTo>
                    <a:pt x="986" y="1330"/>
                    <a:pt x="508" y="1270"/>
                    <a:pt x="389" y="1479"/>
                  </a:cubicBezTo>
                  <a:cubicBezTo>
                    <a:pt x="269" y="1688"/>
                    <a:pt x="553" y="2062"/>
                    <a:pt x="493" y="2301"/>
                  </a:cubicBezTo>
                  <a:cubicBezTo>
                    <a:pt x="433" y="2525"/>
                    <a:pt x="0" y="2704"/>
                    <a:pt x="0" y="2958"/>
                  </a:cubicBezTo>
                  <a:cubicBezTo>
                    <a:pt x="0" y="3197"/>
                    <a:pt x="433" y="3391"/>
                    <a:pt x="493" y="3615"/>
                  </a:cubicBezTo>
                  <a:cubicBezTo>
                    <a:pt x="553" y="3854"/>
                    <a:pt x="269" y="4227"/>
                    <a:pt x="389" y="4437"/>
                  </a:cubicBezTo>
                  <a:cubicBezTo>
                    <a:pt x="508" y="4646"/>
                    <a:pt x="986" y="4586"/>
                    <a:pt x="1150" y="4765"/>
                  </a:cubicBezTo>
                  <a:cubicBezTo>
                    <a:pt x="1315" y="4929"/>
                    <a:pt x="1270" y="5392"/>
                    <a:pt x="1479" y="5527"/>
                  </a:cubicBezTo>
                  <a:cubicBezTo>
                    <a:pt x="1509" y="5542"/>
                    <a:pt x="1554" y="5557"/>
                    <a:pt x="1598" y="5557"/>
                  </a:cubicBezTo>
                  <a:cubicBezTo>
                    <a:pt x="1778" y="5557"/>
                    <a:pt x="2032" y="5407"/>
                    <a:pt x="2211" y="5407"/>
                  </a:cubicBezTo>
                  <a:cubicBezTo>
                    <a:pt x="2241" y="5407"/>
                    <a:pt x="2271" y="5407"/>
                    <a:pt x="2300" y="5422"/>
                  </a:cubicBezTo>
                  <a:cubicBezTo>
                    <a:pt x="2524" y="5482"/>
                    <a:pt x="2704" y="5915"/>
                    <a:pt x="2958" y="5915"/>
                  </a:cubicBezTo>
                  <a:cubicBezTo>
                    <a:pt x="3197" y="5915"/>
                    <a:pt x="3391" y="5482"/>
                    <a:pt x="3615" y="5422"/>
                  </a:cubicBezTo>
                  <a:cubicBezTo>
                    <a:pt x="3645" y="5407"/>
                    <a:pt x="3660" y="5407"/>
                    <a:pt x="3689" y="5407"/>
                  </a:cubicBezTo>
                  <a:cubicBezTo>
                    <a:pt x="3884" y="5407"/>
                    <a:pt x="4123" y="5557"/>
                    <a:pt x="4317" y="5557"/>
                  </a:cubicBezTo>
                  <a:cubicBezTo>
                    <a:pt x="4362" y="5557"/>
                    <a:pt x="4391" y="5542"/>
                    <a:pt x="4436" y="5527"/>
                  </a:cubicBezTo>
                  <a:cubicBezTo>
                    <a:pt x="4645" y="5392"/>
                    <a:pt x="4586" y="4929"/>
                    <a:pt x="4750" y="4765"/>
                  </a:cubicBezTo>
                  <a:cubicBezTo>
                    <a:pt x="4929" y="4586"/>
                    <a:pt x="5392" y="4646"/>
                    <a:pt x="5512" y="4437"/>
                  </a:cubicBezTo>
                  <a:cubicBezTo>
                    <a:pt x="5631" y="4227"/>
                    <a:pt x="5347" y="3854"/>
                    <a:pt x="5422" y="3615"/>
                  </a:cubicBezTo>
                  <a:cubicBezTo>
                    <a:pt x="5482" y="3391"/>
                    <a:pt x="5915" y="3197"/>
                    <a:pt x="5915" y="2958"/>
                  </a:cubicBezTo>
                  <a:cubicBezTo>
                    <a:pt x="5915" y="2704"/>
                    <a:pt x="5482" y="2525"/>
                    <a:pt x="5422" y="2301"/>
                  </a:cubicBezTo>
                  <a:cubicBezTo>
                    <a:pt x="5347" y="2062"/>
                    <a:pt x="5631" y="1688"/>
                    <a:pt x="5512" y="1479"/>
                  </a:cubicBezTo>
                  <a:cubicBezTo>
                    <a:pt x="5392" y="1270"/>
                    <a:pt x="4929" y="1330"/>
                    <a:pt x="4750" y="1151"/>
                  </a:cubicBezTo>
                  <a:cubicBezTo>
                    <a:pt x="4586" y="986"/>
                    <a:pt x="4645" y="508"/>
                    <a:pt x="4436" y="389"/>
                  </a:cubicBezTo>
                  <a:cubicBezTo>
                    <a:pt x="4391" y="374"/>
                    <a:pt x="4362" y="359"/>
                    <a:pt x="4317" y="359"/>
                  </a:cubicBezTo>
                  <a:cubicBezTo>
                    <a:pt x="4123" y="359"/>
                    <a:pt x="3884" y="508"/>
                    <a:pt x="3689" y="508"/>
                  </a:cubicBezTo>
                  <a:cubicBezTo>
                    <a:pt x="3660" y="508"/>
                    <a:pt x="3645" y="494"/>
                    <a:pt x="3615" y="494"/>
                  </a:cubicBezTo>
                  <a:cubicBezTo>
                    <a:pt x="3391" y="434"/>
                    <a:pt x="3197" y="1"/>
                    <a:pt x="2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79"/>
            <p:cNvSpPr/>
            <p:nvPr/>
          </p:nvSpPr>
          <p:spPr>
            <a:xfrm>
              <a:off x="415889" y="912845"/>
              <a:ext cx="143497" cy="120741"/>
            </a:xfrm>
            <a:custGeom>
              <a:avLst/>
              <a:gdLst/>
              <a:ahLst/>
              <a:cxnLst/>
              <a:rect l="l" t="t" r="r" b="b"/>
              <a:pathLst>
                <a:path w="3197" h="2690" extrusionOk="0">
                  <a:moveTo>
                    <a:pt x="1972" y="1"/>
                  </a:moveTo>
                  <a:cubicBezTo>
                    <a:pt x="1838" y="91"/>
                    <a:pt x="1658" y="135"/>
                    <a:pt x="1524" y="165"/>
                  </a:cubicBezTo>
                  <a:cubicBezTo>
                    <a:pt x="1464" y="180"/>
                    <a:pt x="1390" y="195"/>
                    <a:pt x="1345" y="210"/>
                  </a:cubicBezTo>
                  <a:cubicBezTo>
                    <a:pt x="1330" y="255"/>
                    <a:pt x="1315" y="330"/>
                    <a:pt x="1300" y="389"/>
                  </a:cubicBezTo>
                  <a:cubicBezTo>
                    <a:pt x="1255" y="598"/>
                    <a:pt x="1195" y="882"/>
                    <a:pt x="941" y="1017"/>
                  </a:cubicBezTo>
                  <a:cubicBezTo>
                    <a:pt x="852" y="1076"/>
                    <a:pt x="747" y="1106"/>
                    <a:pt x="643" y="1106"/>
                  </a:cubicBezTo>
                  <a:cubicBezTo>
                    <a:pt x="493" y="1106"/>
                    <a:pt x="344" y="1061"/>
                    <a:pt x="225" y="1017"/>
                  </a:cubicBezTo>
                  <a:cubicBezTo>
                    <a:pt x="165" y="1002"/>
                    <a:pt x="75" y="972"/>
                    <a:pt x="30" y="957"/>
                  </a:cubicBezTo>
                  <a:cubicBezTo>
                    <a:pt x="30" y="972"/>
                    <a:pt x="15" y="987"/>
                    <a:pt x="1" y="987"/>
                  </a:cubicBezTo>
                  <a:lnTo>
                    <a:pt x="1658" y="2645"/>
                  </a:lnTo>
                  <a:cubicBezTo>
                    <a:pt x="1703" y="2674"/>
                    <a:pt x="1748" y="2689"/>
                    <a:pt x="1793" y="2689"/>
                  </a:cubicBezTo>
                  <a:lnTo>
                    <a:pt x="1823" y="2689"/>
                  </a:lnTo>
                  <a:cubicBezTo>
                    <a:pt x="1882" y="2674"/>
                    <a:pt x="1942" y="2630"/>
                    <a:pt x="1957" y="2585"/>
                  </a:cubicBezTo>
                  <a:lnTo>
                    <a:pt x="2271" y="1734"/>
                  </a:lnTo>
                  <a:lnTo>
                    <a:pt x="3062" y="1465"/>
                  </a:lnTo>
                  <a:cubicBezTo>
                    <a:pt x="3122" y="1450"/>
                    <a:pt x="3167" y="1390"/>
                    <a:pt x="3182" y="1330"/>
                  </a:cubicBezTo>
                  <a:cubicBezTo>
                    <a:pt x="3197" y="1271"/>
                    <a:pt x="3182" y="1211"/>
                    <a:pt x="3137" y="1166"/>
                  </a:cubicBezTo>
                  <a:lnTo>
                    <a:pt x="19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8" name="Google Shape;1028;p79"/>
          <p:cNvGrpSpPr/>
          <p:nvPr/>
        </p:nvGrpSpPr>
        <p:grpSpPr>
          <a:xfrm>
            <a:off x="3233057" y="1675659"/>
            <a:ext cx="345961" cy="326755"/>
            <a:chOff x="4877190" y="2182325"/>
            <a:chExt cx="345961" cy="326755"/>
          </a:xfrm>
        </p:grpSpPr>
        <p:sp>
          <p:nvSpPr>
            <p:cNvPr id="1029" name="Google Shape;1029;p79"/>
            <p:cNvSpPr/>
            <p:nvPr/>
          </p:nvSpPr>
          <p:spPr>
            <a:xfrm>
              <a:off x="5192270" y="2182325"/>
              <a:ext cx="30881" cy="277883"/>
            </a:xfrm>
            <a:custGeom>
              <a:avLst/>
              <a:gdLst/>
              <a:ahLst/>
              <a:cxnLst/>
              <a:rect l="l" t="t" r="r" b="b"/>
              <a:pathLst>
                <a:path w="688" h="6191" extrusionOk="0">
                  <a:moveTo>
                    <a:pt x="392" y="0"/>
                  </a:moveTo>
                  <a:cubicBezTo>
                    <a:pt x="371" y="0"/>
                    <a:pt x="350" y="2"/>
                    <a:pt x="329" y="5"/>
                  </a:cubicBezTo>
                  <a:lnTo>
                    <a:pt x="0" y="110"/>
                  </a:lnTo>
                  <a:lnTo>
                    <a:pt x="0" y="6054"/>
                  </a:lnTo>
                  <a:lnTo>
                    <a:pt x="239" y="6159"/>
                  </a:lnTo>
                  <a:cubicBezTo>
                    <a:pt x="288" y="6180"/>
                    <a:pt x="336" y="6191"/>
                    <a:pt x="383" y="6191"/>
                  </a:cubicBezTo>
                  <a:cubicBezTo>
                    <a:pt x="437" y="6191"/>
                    <a:pt x="490" y="6176"/>
                    <a:pt x="538" y="6144"/>
                  </a:cubicBezTo>
                  <a:cubicBezTo>
                    <a:pt x="627" y="6084"/>
                    <a:pt x="687" y="5995"/>
                    <a:pt x="687" y="5890"/>
                  </a:cubicBezTo>
                  <a:lnTo>
                    <a:pt x="687" y="304"/>
                  </a:lnTo>
                  <a:cubicBezTo>
                    <a:pt x="687" y="215"/>
                    <a:pt x="642" y="125"/>
                    <a:pt x="568" y="65"/>
                  </a:cubicBezTo>
                  <a:cubicBezTo>
                    <a:pt x="522" y="20"/>
                    <a:pt x="459" y="0"/>
                    <a:pt x="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79"/>
            <p:cNvSpPr/>
            <p:nvPr/>
          </p:nvSpPr>
          <p:spPr>
            <a:xfrm>
              <a:off x="4877190" y="2265673"/>
              <a:ext cx="59024" cy="77157"/>
            </a:xfrm>
            <a:custGeom>
              <a:avLst/>
              <a:gdLst/>
              <a:ahLst/>
              <a:cxnLst/>
              <a:rect l="l" t="t" r="r" b="b"/>
              <a:pathLst>
                <a:path w="1315" h="1719" extrusionOk="0">
                  <a:moveTo>
                    <a:pt x="179" y="1"/>
                  </a:moveTo>
                  <a:cubicBezTo>
                    <a:pt x="75" y="1"/>
                    <a:pt x="0" y="90"/>
                    <a:pt x="0" y="195"/>
                  </a:cubicBezTo>
                  <a:lnTo>
                    <a:pt x="0" y="1524"/>
                  </a:lnTo>
                  <a:cubicBezTo>
                    <a:pt x="0" y="1629"/>
                    <a:pt x="75" y="1718"/>
                    <a:pt x="179" y="1718"/>
                  </a:cubicBezTo>
                  <a:lnTo>
                    <a:pt x="1315" y="1718"/>
                  </a:lnTo>
                  <a:lnTo>
                    <a:pt x="13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79"/>
            <p:cNvSpPr/>
            <p:nvPr/>
          </p:nvSpPr>
          <p:spPr>
            <a:xfrm>
              <a:off x="4960313" y="2370251"/>
              <a:ext cx="179720" cy="138829"/>
            </a:xfrm>
            <a:custGeom>
              <a:avLst/>
              <a:gdLst/>
              <a:ahLst/>
              <a:cxnLst/>
              <a:rect l="l" t="t" r="r" b="b"/>
              <a:pathLst>
                <a:path w="4004" h="3093" extrusionOk="0">
                  <a:moveTo>
                    <a:pt x="0" y="1"/>
                  </a:moveTo>
                  <a:lnTo>
                    <a:pt x="0" y="1210"/>
                  </a:lnTo>
                  <a:cubicBezTo>
                    <a:pt x="0" y="1494"/>
                    <a:pt x="165" y="1748"/>
                    <a:pt x="418" y="1853"/>
                  </a:cubicBezTo>
                  <a:lnTo>
                    <a:pt x="2987" y="3032"/>
                  </a:lnTo>
                  <a:cubicBezTo>
                    <a:pt x="3077" y="3077"/>
                    <a:pt x="3182" y="3092"/>
                    <a:pt x="3286" y="3092"/>
                  </a:cubicBezTo>
                  <a:cubicBezTo>
                    <a:pt x="3421" y="3092"/>
                    <a:pt x="3555" y="3062"/>
                    <a:pt x="3674" y="2988"/>
                  </a:cubicBezTo>
                  <a:cubicBezTo>
                    <a:pt x="3884" y="2853"/>
                    <a:pt x="4003" y="2629"/>
                    <a:pt x="4003" y="2375"/>
                  </a:cubicBezTo>
                  <a:lnTo>
                    <a:pt x="4003" y="1793"/>
                  </a:lnTo>
                  <a:lnTo>
                    <a:pt x="3480" y="1554"/>
                  </a:lnTo>
                  <a:lnTo>
                    <a:pt x="3480" y="2375"/>
                  </a:lnTo>
                  <a:cubicBezTo>
                    <a:pt x="3480" y="2465"/>
                    <a:pt x="3421" y="2525"/>
                    <a:pt x="3391" y="2540"/>
                  </a:cubicBezTo>
                  <a:cubicBezTo>
                    <a:pt x="3370" y="2550"/>
                    <a:pt x="3328" y="2567"/>
                    <a:pt x="3280" y="2567"/>
                  </a:cubicBezTo>
                  <a:cubicBezTo>
                    <a:pt x="3258" y="2567"/>
                    <a:pt x="3235" y="2564"/>
                    <a:pt x="3211" y="2555"/>
                  </a:cubicBezTo>
                  <a:lnTo>
                    <a:pt x="628" y="1375"/>
                  </a:lnTo>
                  <a:cubicBezTo>
                    <a:pt x="568" y="1345"/>
                    <a:pt x="523" y="1285"/>
                    <a:pt x="523" y="1210"/>
                  </a:cubicBezTo>
                  <a:lnTo>
                    <a:pt x="523" y="2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79"/>
            <p:cNvSpPr/>
            <p:nvPr/>
          </p:nvSpPr>
          <p:spPr>
            <a:xfrm>
              <a:off x="4954927" y="2193276"/>
              <a:ext cx="218590" cy="252119"/>
            </a:xfrm>
            <a:custGeom>
              <a:avLst/>
              <a:gdLst/>
              <a:ahLst/>
              <a:cxnLst/>
              <a:rect l="l" t="t" r="r" b="b"/>
              <a:pathLst>
                <a:path w="4870" h="5617" extrusionOk="0">
                  <a:moveTo>
                    <a:pt x="4870" y="0"/>
                  </a:moveTo>
                  <a:lnTo>
                    <a:pt x="1" y="1554"/>
                  </a:lnTo>
                  <a:lnTo>
                    <a:pt x="1" y="3406"/>
                  </a:lnTo>
                  <a:lnTo>
                    <a:pt x="4870" y="5616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3" name="Google Shape;1033;p79"/>
          <p:cNvGrpSpPr/>
          <p:nvPr/>
        </p:nvGrpSpPr>
        <p:grpSpPr>
          <a:xfrm>
            <a:off x="5606791" y="2181999"/>
            <a:ext cx="347312" cy="341350"/>
            <a:chOff x="1936936" y="1979362"/>
            <a:chExt cx="347312" cy="341350"/>
          </a:xfrm>
        </p:grpSpPr>
        <p:sp>
          <p:nvSpPr>
            <p:cNvPr id="1034" name="Google Shape;1034;p79"/>
            <p:cNvSpPr/>
            <p:nvPr/>
          </p:nvSpPr>
          <p:spPr>
            <a:xfrm>
              <a:off x="2136711" y="2004228"/>
              <a:ext cx="147537" cy="81825"/>
            </a:xfrm>
            <a:custGeom>
              <a:avLst/>
              <a:gdLst/>
              <a:ahLst/>
              <a:cxnLst/>
              <a:rect l="l" t="t" r="r" b="b"/>
              <a:pathLst>
                <a:path w="3287" h="1823" extrusionOk="0">
                  <a:moveTo>
                    <a:pt x="1" y="1"/>
                  </a:moveTo>
                  <a:lnTo>
                    <a:pt x="1" y="1823"/>
                  </a:lnTo>
                  <a:lnTo>
                    <a:pt x="2361" y="1823"/>
                  </a:lnTo>
                  <a:cubicBezTo>
                    <a:pt x="2405" y="1823"/>
                    <a:pt x="2450" y="1793"/>
                    <a:pt x="2480" y="1763"/>
                  </a:cubicBezTo>
                  <a:lnTo>
                    <a:pt x="3227" y="1031"/>
                  </a:lnTo>
                  <a:cubicBezTo>
                    <a:pt x="3287" y="956"/>
                    <a:pt x="3287" y="852"/>
                    <a:pt x="3227" y="777"/>
                  </a:cubicBezTo>
                  <a:lnTo>
                    <a:pt x="2480" y="45"/>
                  </a:lnTo>
                  <a:cubicBezTo>
                    <a:pt x="2450" y="15"/>
                    <a:pt x="2405" y="1"/>
                    <a:pt x="23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79"/>
            <p:cNvSpPr/>
            <p:nvPr/>
          </p:nvSpPr>
          <p:spPr>
            <a:xfrm>
              <a:off x="2100535" y="1979362"/>
              <a:ext cx="20827" cy="341350"/>
            </a:xfrm>
            <a:custGeom>
              <a:avLst/>
              <a:gdLst/>
              <a:ahLst/>
              <a:cxnLst/>
              <a:rect l="l" t="t" r="r" b="b"/>
              <a:pathLst>
                <a:path w="464" h="7605" extrusionOk="0">
                  <a:moveTo>
                    <a:pt x="245" y="1"/>
                  </a:moveTo>
                  <a:cubicBezTo>
                    <a:pt x="238" y="1"/>
                    <a:pt x="231" y="1"/>
                    <a:pt x="224" y="2"/>
                  </a:cubicBezTo>
                  <a:cubicBezTo>
                    <a:pt x="105" y="17"/>
                    <a:pt x="0" y="121"/>
                    <a:pt x="0" y="241"/>
                  </a:cubicBezTo>
                  <a:lnTo>
                    <a:pt x="0" y="7380"/>
                  </a:lnTo>
                  <a:cubicBezTo>
                    <a:pt x="0" y="7500"/>
                    <a:pt x="105" y="7604"/>
                    <a:pt x="239" y="7604"/>
                  </a:cubicBezTo>
                  <a:cubicBezTo>
                    <a:pt x="359" y="7604"/>
                    <a:pt x="463" y="7500"/>
                    <a:pt x="463" y="7380"/>
                  </a:cubicBezTo>
                  <a:lnTo>
                    <a:pt x="463" y="226"/>
                  </a:lnTo>
                  <a:cubicBezTo>
                    <a:pt x="463" y="113"/>
                    <a:pt x="357" y="1"/>
                    <a:pt x="2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79"/>
            <p:cNvSpPr/>
            <p:nvPr/>
          </p:nvSpPr>
          <p:spPr>
            <a:xfrm>
              <a:off x="2136711" y="2118860"/>
              <a:ext cx="147537" cy="81825"/>
            </a:xfrm>
            <a:custGeom>
              <a:avLst/>
              <a:gdLst/>
              <a:ahLst/>
              <a:cxnLst/>
              <a:rect l="l" t="t" r="r" b="b"/>
              <a:pathLst>
                <a:path w="3287" h="1823" extrusionOk="0">
                  <a:moveTo>
                    <a:pt x="1" y="1"/>
                  </a:moveTo>
                  <a:lnTo>
                    <a:pt x="1" y="1823"/>
                  </a:lnTo>
                  <a:lnTo>
                    <a:pt x="2361" y="1823"/>
                  </a:lnTo>
                  <a:cubicBezTo>
                    <a:pt x="2405" y="1823"/>
                    <a:pt x="2450" y="1808"/>
                    <a:pt x="2480" y="1778"/>
                  </a:cubicBezTo>
                  <a:lnTo>
                    <a:pt x="3227" y="1046"/>
                  </a:lnTo>
                  <a:cubicBezTo>
                    <a:pt x="3287" y="971"/>
                    <a:pt x="3287" y="852"/>
                    <a:pt x="3227" y="792"/>
                  </a:cubicBezTo>
                  <a:lnTo>
                    <a:pt x="2480" y="60"/>
                  </a:lnTo>
                  <a:cubicBezTo>
                    <a:pt x="2450" y="30"/>
                    <a:pt x="2405" y="1"/>
                    <a:pt x="23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79"/>
            <p:cNvSpPr/>
            <p:nvPr/>
          </p:nvSpPr>
          <p:spPr>
            <a:xfrm>
              <a:off x="1936936" y="2063204"/>
              <a:ext cx="148210" cy="81870"/>
            </a:xfrm>
            <a:custGeom>
              <a:avLst/>
              <a:gdLst/>
              <a:ahLst/>
              <a:cxnLst/>
              <a:rect l="l" t="t" r="r" b="b"/>
              <a:pathLst>
                <a:path w="3302" h="1824" extrusionOk="0">
                  <a:moveTo>
                    <a:pt x="927" y="1"/>
                  </a:moveTo>
                  <a:cubicBezTo>
                    <a:pt x="882" y="1"/>
                    <a:pt x="837" y="16"/>
                    <a:pt x="807" y="46"/>
                  </a:cubicBezTo>
                  <a:lnTo>
                    <a:pt x="76" y="792"/>
                  </a:lnTo>
                  <a:cubicBezTo>
                    <a:pt x="1" y="852"/>
                    <a:pt x="1" y="972"/>
                    <a:pt x="76" y="1031"/>
                  </a:cubicBezTo>
                  <a:lnTo>
                    <a:pt x="807" y="1763"/>
                  </a:lnTo>
                  <a:cubicBezTo>
                    <a:pt x="837" y="1808"/>
                    <a:pt x="882" y="1823"/>
                    <a:pt x="927" y="1823"/>
                  </a:cubicBezTo>
                  <a:lnTo>
                    <a:pt x="3302" y="1823"/>
                  </a:lnTo>
                  <a:lnTo>
                    <a:pt x="33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8" name="Google Shape;1038;p79"/>
          <p:cNvGrpSpPr/>
          <p:nvPr/>
        </p:nvGrpSpPr>
        <p:grpSpPr>
          <a:xfrm>
            <a:off x="2104454" y="2179772"/>
            <a:ext cx="250099" cy="345827"/>
            <a:chOff x="3128181" y="2529273"/>
            <a:chExt cx="250099" cy="345827"/>
          </a:xfrm>
        </p:grpSpPr>
        <p:sp>
          <p:nvSpPr>
            <p:cNvPr id="1039" name="Google Shape;1039;p79"/>
            <p:cNvSpPr/>
            <p:nvPr/>
          </p:nvSpPr>
          <p:spPr>
            <a:xfrm>
              <a:off x="3129528" y="2824784"/>
              <a:ext cx="228644" cy="50316"/>
            </a:xfrm>
            <a:custGeom>
              <a:avLst/>
              <a:gdLst/>
              <a:ahLst/>
              <a:cxnLst/>
              <a:rect l="l" t="t" r="r" b="b"/>
              <a:pathLst>
                <a:path w="5094" h="1121" extrusionOk="0">
                  <a:moveTo>
                    <a:pt x="404" y="0"/>
                  </a:moveTo>
                  <a:cubicBezTo>
                    <a:pt x="269" y="0"/>
                    <a:pt x="165" y="105"/>
                    <a:pt x="135" y="224"/>
                  </a:cubicBezTo>
                  <a:lnTo>
                    <a:pt x="16" y="911"/>
                  </a:lnTo>
                  <a:cubicBezTo>
                    <a:pt x="1" y="941"/>
                    <a:pt x="16" y="971"/>
                    <a:pt x="16" y="1001"/>
                  </a:cubicBezTo>
                  <a:cubicBezTo>
                    <a:pt x="45" y="1075"/>
                    <a:pt x="105" y="1120"/>
                    <a:pt x="180" y="1120"/>
                  </a:cubicBezTo>
                  <a:lnTo>
                    <a:pt x="4900" y="1120"/>
                  </a:lnTo>
                  <a:cubicBezTo>
                    <a:pt x="4929" y="1120"/>
                    <a:pt x="4959" y="1105"/>
                    <a:pt x="4989" y="1090"/>
                  </a:cubicBezTo>
                  <a:cubicBezTo>
                    <a:pt x="5064" y="1046"/>
                    <a:pt x="5094" y="956"/>
                    <a:pt x="5064" y="896"/>
                  </a:cubicBezTo>
                  <a:lnTo>
                    <a:pt x="4810" y="179"/>
                  </a:lnTo>
                  <a:cubicBezTo>
                    <a:pt x="4765" y="75"/>
                    <a:pt x="4676" y="0"/>
                    <a:pt x="45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79"/>
            <p:cNvSpPr/>
            <p:nvPr/>
          </p:nvSpPr>
          <p:spPr>
            <a:xfrm>
              <a:off x="3128181" y="2529273"/>
              <a:ext cx="250099" cy="280127"/>
            </a:xfrm>
            <a:custGeom>
              <a:avLst/>
              <a:gdLst/>
              <a:ahLst/>
              <a:cxnLst/>
              <a:rect l="l" t="t" r="r" b="b"/>
              <a:pathLst>
                <a:path w="5572" h="6241" extrusionOk="0">
                  <a:moveTo>
                    <a:pt x="3660" y="1476"/>
                  </a:moveTo>
                  <a:cubicBezTo>
                    <a:pt x="3765" y="1476"/>
                    <a:pt x="3839" y="1551"/>
                    <a:pt x="3839" y="1640"/>
                  </a:cubicBezTo>
                  <a:cubicBezTo>
                    <a:pt x="3839" y="1745"/>
                    <a:pt x="3765" y="1819"/>
                    <a:pt x="3660" y="1819"/>
                  </a:cubicBezTo>
                  <a:lnTo>
                    <a:pt x="3421" y="1819"/>
                  </a:lnTo>
                  <a:cubicBezTo>
                    <a:pt x="3331" y="1819"/>
                    <a:pt x="3257" y="1745"/>
                    <a:pt x="3257" y="1640"/>
                  </a:cubicBezTo>
                  <a:cubicBezTo>
                    <a:pt x="3257" y="1551"/>
                    <a:pt x="3331" y="1476"/>
                    <a:pt x="3421" y="1476"/>
                  </a:cubicBezTo>
                  <a:close/>
                  <a:moveTo>
                    <a:pt x="4307" y="0"/>
                  </a:moveTo>
                  <a:cubicBezTo>
                    <a:pt x="4291" y="0"/>
                    <a:pt x="4274" y="4"/>
                    <a:pt x="4257" y="12"/>
                  </a:cubicBezTo>
                  <a:lnTo>
                    <a:pt x="2988" y="356"/>
                  </a:lnTo>
                  <a:cubicBezTo>
                    <a:pt x="2868" y="356"/>
                    <a:pt x="2405" y="371"/>
                    <a:pt x="1898" y="610"/>
                  </a:cubicBezTo>
                  <a:cubicBezTo>
                    <a:pt x="1345" y="849"/>
                    <a:pt x="643" y="1416"/>
                    <a:pt x="374" y="2641"/>
                  </a:cubicBezTo>
                  <a:cubicBezTo>
                    <a:pt x="1" y="4359"/>
                    <a:pt x="374" y="5658"/>
                    <a:pt x="598" y="6240"/>
                  </a:cubicBezTo>
                  <a:lnTo>
                    <a:pt x="4153" y="6240"/>
                  </a:lnTo>
                  <a:lnTo>
                    <a:pt x="4481" y="5927"/>
                  </a:lnTo>
                  <a:cubicBezTo>
                    <a:pt x="4541" y="5867"/>
                    <a:pt x="4541" y="5777"/>
                    <a:pt x="4496" y="5703"/>
                  </a:cubicBezTo>
                  <a:cubicBezTo>
                    <a:pt x="4213" y="5255"/>
                    <a:pt x="3511" y="4105"/>
                    <a:pt x="3242" y="3388"/>
                  </a:cubicBezTo>
                  <a:lnTo>
                    <a:pt x="3242" y="3388"/>
                  </a:lnTo>
                  <a:cubicBezTo>
                    <a:pt x="3327" y="3412"/>
                    <a:pt x="3413" y="3437"/>
                    <a:pt x="3506" y="3437"/>
                  </a:cubicBezTo>
                  <a:cubicBezTo>
                    <a:pt x="3527" y="3437"/>
                    <a:pt x="3548" y="3435"/>
                    <a:pt x="3570" y="3433"/>
                  </a:cubicBezTo>
                  <a:cubicBezTo>
                    <a:pt x="3735" y="3433"/>
                    <a:pt x="3899" y="3358"/>
                    <a:pt x="4033" y="3253"/>
                  </a:cubicBezTo>
                  <a:lnTo>
                    <a:pt x="4511" y="3582"/>
                  </a:lnTo>
                  <a:cubicBezTo>
                    <a:pt x="4624" y="3643"/>
                    <a:pt x="4744" y="3684"/>
                    <a:pt x="4866" y="3684"/>
                  </a:cubicBezTo>
                  <a:cubicBezTo>
                    <a:pt x="4922" y="3684"/>
                    <a:pt x="4978" y="3675"/>
                    <a:pt x="5034" y="3657"/>
                  </a:cubicBezTo>
                  <a:cubicBezTo>
                    <a:pt x="5213" y="3612"/>
                    <a:pt x="5363" y="3492"/>
                    <a:pt x="5437" y="3328"/>
                  </a:cubicBezTo>
                  <a:lnTo>
                    <a:pt x="5557" y="3104"/>
                  </a:lnTo>
                  <a:cubicBezTo>
                    <a:pt x="5572" y="3059"/>
                    <a:pt x="5572" y="2984"/>
                    <a:pt x="5542" y="2940"/>
                  </a:cubicBezTo>
                  <a:lnTo>
                    <a:pt x="4198" y="923"/>
                  </a:lnTo>
                  <a:lnTo>
                    <a:pt x="4467" y="236"/>
                  </a:lnTo>
                  <a:cubicBezTo>
                    <a:pt x="4481" y="177"/>
                    <a:pt x="4467" y="102"/>
                    <a:pt x="4422" y="57"/>
                  </a:cubicBezTo>
                  <a:cubicBezTo>
                    <a:pt x="4389" y="25"/>
                    <a:pt x="4349" y="0"/>
                    <a:pt x="43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1" name="Google Shape;1041;p79"/>
          <p:cNvSpPr/>
          <p:nvPr/>
        </p:nvSpPr>
        <p:spPr>
          <a:xfrm>
            <a:off x="4978029" y="2186961"/>
            <a:ext cx="364550" cy="331443"/>
          </a:xfrm>
          <a:custGeom>
            <a:avLst/>
            <a:gdLst/>
            <a:ahLst/>
            <a:cxnLst/>
            <a:rect l="l" t="t" r="r" b="b"/>
            <a:pathLst>
              <a:path w="7708" h="7008" extrusionOk="0">
                <a:moveTo>
                  <a:pt x="1494" y="729"/>
                </a:moveTo>
                <a:lnTo>
                  <a:pt x="1494" y="1207"/>
                </a:lnTo>
                <a:cubicBezTo>
                  <a:pt x="1494" y="1312"/>
                  <a:pt x="1583" y="1401"/>
                  <a:pt x="1688" y="1401"/>
                </a:cubicBezTo>
                <a:lnTo>
                  <a:pt x="5258" y="1401"/>
                </a:lnTo>
                <a:lnTo>
                  <a:pt x="5258" y="2940"/>
                </a:lnTo>
                <a:lnTo>
                  <a:pt x="1688" y="2940"/>
                </a:lnTo>
                <a:cubicBezTo>
                  <a:pt x="1583" y="2940"/>
                  <a:pt x="1494" y="3029"/>
                  <a:pt x="1494" y="3134"/>
                </a:cubicBezTo>
                <a:lnTo>
                  <a:pt x="1494" y="3597"/>
                </a:lnTo>
                <a:lnTo>
                  <a:pt x="418" y="2163"/>
                </a:lnTo>
                <a:lnTo>
                  <a:pt x="1494" y="729"/>
                </a:lnTo>
                <a:close/>
                <a:moveTo>
                  <a:pt x="1686" y="1"/>
                </a:moveTo>
                <a:cubicBezTo>
                  <a:pt x="1628" y="1"/>
                  <a:pt x="1571" y="28"/>
                  <a:pt x="1539" y="72"/>
                </a:cubicBezTo>
                <a:lnTo>
                  <a:pt x="30" y="2058"/>
                </a:lnTo>
                <a:cubicBezTo>
                  <a:pt x="15" y="2088"/>
                  <a:pt x="0" y="2133"/>
                  <a:pt x="0" y="2163"/>
                </a:cubicBezTo>
                <a:cubicBezTo>
                  <a:pt x="0" y="2208"/>
                  <a:pt x="15" y="2253"/>
                  <a:pt x="30" y="2283"/>
                </a:cubicBezTo>
                <a:lnTo>
                  <a:pt x="1539" y="4269"/>
                </a:lnTo>
                <a:cubicBezTo>
                  <a:pt x="1571" y="4313"/>
                  <a:pt x="1628" y="4340"/>
                  <a:pt x="1686" y="4340"/>
                </a:cubicBezTo>
                <a:cubicBezTo>
                  <a:pt x="1707" y="4340"/>
                  <a:pt x="1728" y="4337"/>
                  <a:pt x="1748" y="4329"/>
                </a:cubicBezTo>
                <a:cubicBezTo>
                  <a:pt x="1822" y="4299"/>
                  <a:pt x="1867" y="4239"/>
                  <a:pt x="1867" y="4149"/>
                </a:cubicBezTo>
                <a:lnTo>
                  <a:pt x="1867" y="3313"/>
                </a:lnTo>
                <a:lnTo>
                  <a:pt x="5437" y="3313"/>
                </a:lnTo>
                <a:cubicBezTo>
                  <a:pt x="5541" y="3313"/>
                  <a:pt x="5616" y="3238"/>
                  <a:pt x="5616" y="3134"/>
                </a:cubicBezTo>
                <a:lnTo>
                  <a:pt x="5616" y="1207"/>
                </a:lnTo>
                <a:cubicBezTo>
                  <a:pt x="5616" y="1103"/>
                  <a:pt x="5541" y="1028"/>
                  <a:pt x="5437" y="1028"/>
                </a:cubicBezTo>
                <a:lnTo>
                  <a:pt x="1867" y="1028"/>
                </a:lnTo>
                <a:lnTo>
                  <a:pt x="1867" y="177"/>
                </a:lnTo>
                <a:cubicBezTo>
                  <a:pt x="1867" y="102"/>
                  <a:pt x="1822" y="27"/>
                  <a:pt x="1748" y="12"/>
                </a:cubicBezTo>
                <a:cubicBezTo>
                  <a:pt x="1728" y="4"/>
                  <a:pt x="1707" y="1"/>
                  <a:pt x="1686" y="1"/>
                </a:cubicBezTo>
                <a:close/>
                <a:moveTo>
                  <a:pt x="6013" y="2659"/>
                </a:moveTo>
                <a:cubicBezTo>
                  <a:pt x="5992" y="2659"/>
                  <a:pt x="5969" y="2663"/>
                  <a:pt x="5945" y="2671"/>
                </a:cubicBezTo>
                <a:cubicBezTo>
                  <a:pt x="5870" y="2701"/>
                  <a:pt x="5825" y="2775"/>
                  <a:pt x="5825" y="2850"/>
                </a:cubicBezTo>
                <a:lnTo>
                  <a:pt x="5825" y="3686"/>
                </a:lnTo>
                <a:lnTo>
                  <a:pt x="2256" y="3686"/>
                </a:lnTo>
                <a:cubicBezTo>
                  <a:pt x="2151" y="3686"/>
                  <a:pt x="2076" y="3776"/>
                  <a:pt x="2076" y="3881"/>
                </a:cubicBezTo>
                <a:lnTo>
                  <a:pt x="2076" y="5792"/>
                </a:lnTo>
                <a:cubicBezTo>
                  <a:pt x="2076" y="5897"/>
                  <a:pt x="2151" y="5987"/>
                  <a:pt x="2256" y="5987"/>
                </a:cubicBezTo>
                <a:lnTo>
                  <a:pt x="5825" y="5987"/>
                </a:lnTo>
                <a:lnTo>
                  <a:pt x="5825" y="6823"/>
                </a:lnTo>
                <a:cubicBezTo>
                  <a:pt x="5825" y="6898"/>
                  <a:pt x="5870" y="6972"/>
                  <a:pt x="5945" y="7002"/>
                </a:cubicBezTo>
                <a:cubicBezTo>
                  <a:pt x="5965" y="7006"/>
                  <a:pt x="5984" y="7007"/>
                  <a:pt x="6003" y="7007"/>
                </a:cubicBezTo>
                <a:cubicBezTo>
                  <a:pt x="6066" y="7007"/>
                  <a:pt x="6119" y="6985"/>
                  <a:pt x="6154" y="6928"/>
                </a:cubicBezTo>
                <a:lnTo>
                  <a:pt x="7662" y="4941"/>
                </a:lnTo>
                <a:cubicBezTo>
                  <a:pt x="7707" y="4881"/>
                  <a:pt x="7707" y="4792"/>
                  <a:pt x="7662" y="4717"/>
                </a:cubicBezTo>
                <a:lnTo>
                  <a:pt x="6154" y="2731"/>
                </a:lnTo>
                <a:cubicBezTo>
                  <a:pt x="6121" y="2687"/>
                  <a:pt x="6072" y="2659"/>
                  <a:pt x="6013" y="265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2" name="Google Shape;1042;p79"/>
          <p:cNvGrpSpPr/>
          <p:nvPr/>
        </p:nvGrpSpPr>
        <p:grpSpPr>
          <a:xfrm>
            <a:off x="4446282" y="2179672"/>
            <a:ext cx="250094" cy="346018"/>
            <a:chOff x="1399998" y="1516840"/>
            <a:chExt cx="250094" cy="346018"/>
          </a:xfrm>
        </p:grpSpPr>
        <p:sp>
          <p:nvSpPr>
            <p:cNvPr id="1043" name="Google Shape;1043;p79"/>
            <p:cNvSpPr/>
            <p:nvPr/>
          </p:nvSpPr>
          <p:spPr>
            <a:xfrm>
              <a:off x="1540079" y="1544353"/>
              <a:ext cx="110013" cy="131423"/>
            </a:xfrm>
            <a:custGeom>
              <a:avLst/>
              <a:gdLst/>
              <a:ahLst/>
              <a:cxnLst/>
              <a:rect l="l" t="t" r="r" b="b"/>
              <a:pathLst>
                <a:path w="2451" h="2928" extrusionOk="0">
                  <a:moveTo>
                    <a:pt x="1" y="1"/>
                  </a:moveTo>
                  <a:lnTo>
                    <a:pt x="150" y="135"/>
                  </a:lnTo>
                  <a:lnTo>
                    <a:pt x="165" y="135"/>
                  </a:lnTo>
                  <a:cubicBezTo>
                    <a:pt x="195" y="180"/>
                    <a:pt x="225" y="240"/>
                    <a:pt x="225" y="299"/>
                  </a:cubicBezTo>
                  <a:lnTo>
                    <a:pt x="225" y="2928"/>
                  </a:lnTo>
                  <a:lnTo>
                    <a:pt x="2241" y="2928"/>
                  </a:lnTo>
                  <a:cubicBezTo>
                    <a:pt x="2376" y="2928"/>
                    <a:pt x="2450" y="2794"/>
                    <a:pt x="2391" y="2674"/>
                  </a:cubicBezTo>
                  <a:lnTo>
                    <a:pt x="1748" y="1569"/>
                  </a:lnTo>
                  <a:cubicBezTo>
                    <a:pt x="1718" y="1494"/>
                    <a:pt x="1718" y="1419"/>
                    <a:pt x="1748" y="1360"/>
                  </a:cubicBezTo>
                  <a:lnTo>
                    <a:pt x="2391" y="240"/>
                  </a:lnTo>
                  <a:cubicBezTo>
                    <a:pt x="2450" y="135"/>
                    <a:pt x="2376" y="1"/>
                    <a:pt x="2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79"/>
            <p:cNvSpPr/>
            <p:nvPr/>
          </p:nvSpPr>
          <p:spPr>
            <a:xfrm>
              <a:off x="1442907" y="1566481"/>
              <a:ext cx="88513" cy="132097"/>
            </a:xfrm>
            <a:custGeom>
              <a:avLst/>
              <a:gdLst/>
              <a:ahLst/>
              <a:cxnLst/>
              <a:rect l="l" t="t" r="r" b="b"/>
              <a:pathLst>
                <a:path w="1972" h="2943" extrusionOk="0">
                  <a:moveTo>
                    <a:pt x="179" y="0"/>
                  </a:moveTo>
                  <a:cubicBezTo>
                    <a:pt x="75" y="0"/>
                    <a:pt x="0" y="90"/>
                    <a:pt x="0" y="180"/>
                  </a:cubicBezTo>
                  <a:lnTo>
                    <a:pt x="0" y="2943"/>
                  </a:lnTo>
                  <a:lnTo>
                    <a:pt x="1539" y="2943"/>
                  </a:lnTo>
                  <a:cubicBezTo>
                    <a:pt x="1778" y="2943"/>
                    <a:pt x="1972" y="2749"/>
                    <a:pt x="1972" y="2495"/>
                  </a:cubicBezTo>
                  <a:lnTo>
                    <a:pt x="1972" y="180"/>
                  </a:lnTo>
                  <a:cubicBezTo>
                    <a:pt x="1972" y="90"/>
                    <a:pt x="1897" y="0"/>
                    <a:pt x="18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79"/>
            <p:cNvSpPr/>
            <p:nvPr/>
          </p:nvSpPr>
          <p:spPr>
            <a:xfrm>
              <a:off x="1399998" y="1516840"/>
              <a:ext cx="24821" cy="346018"/>
            </a:xfrm>
            <a:custGeom>
              <a:avLst/>
              <a:gdLst/>
              <a:ahLst/>
              <a:cxnLst/>
              <a:rect l="l" t="t" r="r" b="b"/>
              <a:pathLst>
                <a:path w="553" h="7709" extrusionOk="0">
                  <a:moveTo>
                    <a:pt x="277" y="0"/>
                  </a:moveTo>
                  <a:cubicBezTo>
                    <a:pt x="269" y="0"/>
                    <a:pt x="262" y="0"/>
                    <a:pt x="254" y="1"/>
                  </a:cubicBezTo>
                  <a:cubicBezTo>
                    <a:pt x="105" y="16"/>
                    <a:pt x="0" y="151"/>
                    <a:pt x="0" y="285"/>
                  </a:cubicBezTo>
                  <a:lnTo>
                    <a:pt x="0" y="7439"/>
                  </a:lnTo>
                  <a:cubicBezTo>
                    <a:pt x="0" y="7589"/>
                    <a:pt x="120" y="7708"/>
                    <a:pt x="269" y="7708"/>
                  </a:cubicBezTo>
                  <a:cubicBezTo>
                    <a:pt x="418" y="7708"/>
                    <a:pt x="553" y="7589"/>
                    <a:pt x="553" y="7439"/>
                  </a:cubicBezTo>
                  <a:lnTo>
                    <a:pt x="553" y="270"/>
                  </a:lnTo>
                  <a:cubicBezTo>
                    <a:pt x="553" y="128"/>
                    <a:pt x="418" y="0"/>
                    <a:pt x="2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6" name="Google Shape;1046;p79"/>
          <p:cNvGrpSpPr/>
          <p:nvPr/>
        </p:nvGrpSpPr>
        <p:grpSpPr>
          <a:xfrm>
            <a:off x="1444318" y="2196556"/>
            <a:ext cx="345974" cy="312255"/>
            <a:chOff x="6803030" y="1550594"/>
            <a:chExt cx="345974" cy="312255"/>
          </a:xfrm>
        </p:grpSpPr>
        <p:sp>
          <p:nvSpPr>
            <p:cNvPr id="1047" name="Google Shape;1047;p79"/>
            <p:cNvSpPr/>
            <p:nvPr/>
          </p:nvSpPr>
          <p:spPr>
            <a:xfrm>
              <a:off x="6803030" y="1550594"/>
              <a:ext cx="345974" cy="117688"/>
            </a:xfrm>
            <a:custGeom>
              <a:avLst/>
              <a:gdLst/>
              <a:ahLst/>
              <a:cxnLst/>
              <a:rect l="l" t="t" r="r" b="b"/>
              <a:pathLst>
                <a:path w="7708" h="2622" extrusionOk="0">
                  <a:moveTo>
                    <a:pt x="3860" y="0"/>
                  </a:moveTo>
                  <a:cubicBezTo>
                    <a:pt x="3839" y="0"/>
                    <a:pt x="3817" y="4"/>
                    <a:pt x="3794" y="11"/>
                  </a:cubicBezTo>
                  <a:lnTo>
                    <a:pt x="150" y="1117"/>
                  </a:lnTo>
                  <a:cubicBezTo>
                    <a:pt x="16" y="1161"/>
                    <a:pt x="1" y="1281"/>
                    <a:pt x="1" y="1311"/>
                  </a:cubicBezTo>
                  <a:cubicBezTo>
                    <a:pt x="1" y="1356"/>
                    <a:pt x="16" y="1475"/>
                    <a:pt x="150" y="1505"/>
                  </a:cubicBezTo>
                  <a:lnTo>
                    <a:pt x="1927" y="2043"/>
                  </a:lnTo>
                  <a:lnTo>
                    <a:pt x="3779" y="1281"/>
                  </a:lnTo>
                  <a:cubicBezTo>
                    <a:pt x="3807" y="1269"/>
                    <a:pt x="3835" y="1263"/>
                    <a:pt x="3862" y="1263"/>
                  </a:cubicBezTo>
                  <a:cubicBezTo>
                    <a:pt x="3936" y="1263"/>
                    <a:pt x="4000" y="1305"/>
                    <a:pt x="4033" y="1370"/>
                  </a:cubicBezTo>
                  <a:cubicBezTo>
                    <a:pt x="4063" y="1475"/>
                    <a:pt x="4018" y="1580"/>
                    <a:pt x="3929" y="1609"/>
                  </a:cubicBezTo>
                  <a:lnTo>
                    <a:pt x="2480" y="2207"/>
                  </a:lnTo>
                  <a:lnTo>
                    <a:pt x="3794" y="2610"/>
                  </a:lnTo>
                  <a:cubicBezTo>
                    <a:pt x="3817" y="2618"/>
                    <a:pt x="3839" y="2621"/>
                    <a:pt x="3860" y="2621"/>
                  </a:cubicBezTo>
                  <a:cubicBezTo>
                    <a:pt x="3880" y="2621"/>
                    <a:pt x="3899" y="2618"/>
                    <a:pt x="3914" y="2610"/>
                  </a:cubicBezTo>
                  <a:lnTo>
                    <a:pt x="7558" y="1505"/>
                  </a:lnTo>
                  <a:cubicBezTo>
                    <a:pt x="7693" y="1475"/>
                    <a:pt x="7707" y="1356"/>
                    <a:pt x="7707" y="1311"/>
                  </a:cubicBezTo>
                  <a:cubicBezTo>
                    <a:pt x="7707" y="1281"/>
                    <a:pt x="7693" y="1161"/>
                    <a:pt x="7558" y="1117"/>
                  </a:cubicBezTo>
                  <a:lnTo>
                    <a:pt x="3914" y="11"/>
                  </a:lnTo>
                  <a:cubicBezTo>
                    <a:pt x="3899" y="4"/>
                    <a:pt x="3880" y="0"/>
                    <a:pt x="38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79"/>
            <p:cNvSpPr/>
            <p:nvPr/>
          </p:nvSpPr>
          <p:spPr>
            <a:xfrm>
              <a:off x="6852626" y="1648260"/>
              <a:ext cx="32227" cy="85865"/>
            </a:xfrm>
            <a:custGeom>
              <a:avLst/>
              <a:gdLst/>
              <a:ahLst/>
              <a:cxnLst/>
              <a:rect l="l" t="t" r="r" b="b"/>
              <a:pathLst>
                <a:path w="718" h="1913" extrusionOk="0">
                  <a:moveTo>
                    <a:pt x="1" y="1"/>
                  </a:moveTo>
                  <a:lnTo>
                    <a:pt x="1" y="1405"/>
                  </a:lnTo>
                  <a:cubicBezTo>
                    <a:pt x="1" y="1465"/>
                    <a:pt x="31" y="1524"/>
                    <a:pt x="76" y="1554"/>
                  </a:cubicBezTo>
                  <a:cubicBezTo>
                    <a:pt x="300" y="1704"/>
                    <a:pt x="509" y="1823"/>
                    <a:pt x="718" y="1913"/>
                  </a:cubicBezTo>
                  <a:lnTo>
                    <a:pt x="718" y="2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79"/>
            <p:cNvSpPr/>
            <p:nvPr/>
          </p:nvSpPr>
          <p:spPr>
            <a:xfrm>
              <a:off x="6901594" y="1648260"/>
              <a:ext cx="197808" cy="107320"/>
            </a:xfrm>
            <a:custGeom>
              <a:avLst/>
              <a:gdLst/>
              <a:ahLst/>
              <a:cxnLst/>
              <a:rect l="l" t="t" r="r" b="b"/>
              <a:pathLst>
                <a:path w="4407" h="2391" extrusionOk="0">
                  <a:moveTo>
                    <a:pt x="4406" y="1"/>
                  </a:moveTo>
                  <a:lnTo>
                    <a:pt x="1822" y="793"/>
                  </a:lnTo>
                  <a:cubicBezTo>
                    <a:pt x="1777" y="808"/>
                    <a:pt x="1718" y="822"/>
                    <a:pt x="1658" y="822"/>
                  </a:cubicBezTo>
                  <a:cubicBezTo>
                    <a:pt x="1598" y="822"/>
                    <a:pt x="1553" y="808"/>
                    <a:pt x="1494" y="793"/>
                  </a:cubicBezTo>
                  <a:lnTo>
                    <a:pt x="0" y="345"/>
                  </a:lnTo>
                  <a:lnTo>
                    <a:pt x="0" y="2077"/>
                  </a:lnTo>
                  <a:cubicBezTo>
                    <a:pt x="613" y="2316"/>
                    <a:pt x="1180" y="2391"/>
                    <a:pt x="1673" y="2391"/>
                  </a:cubicBezTo>
                  <a:cubicBezTo>
                    <a:pt x="2091" y="2391"/>
                    <a:pt x="2450" y="2331"/>
                    <a:pt x="2763" y="2256"/>
                  </a:cubicBezTo>
                  <a:cubicBezTo>
                    <a:pt x="3719" y="2032"/>
                    <a:pt x="4317" y="1569"/>
                    <a:pt x="4346" y="1554"/>
                  </a:cubicBezTo>
                  <a:cubicBezTo>
                    <a:pt x="4391" y="1510"/>
                    <a:pt x="4406" y="1465"/>
                    <a:pt x="4406" y="1405"/>
                  </a:cubicBezTo>
                  <a:lnTo>
                    <a:pt x="44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79"/>
            <p:cNvSpPr/>
            <p:nvPr/>
          </p:nvSpPr>
          <p:spPr>
            <a:xfrm>
              <a:off x="6884807" y="1734077"/>
              <a:ext cx="16832" cy="44301"/>
            </a:xfrm>
            <a:custGeom>
              <a:avLst/>
              <a:gdLst/>
              <a:ahLst/>
              <a:cxnLst/>
              <a:rect l="l" t="t" r="r" b="b"/>
              <a:pathLst>
                <a:path w="375" h="987" extrusionOk="0">
                  <a:moveTo>
                    <a:pt x="1" y="1"/>
                  </a:moveTo>
                  <a:lnTo>
                    <a:pt x="1" y="987"/>
                  </a:lnTo>
                  <a:cubicBezTo>
                    <a:pt x="60" y="972"/>
                    <a:pt x="120" y="957"/>
                    <a:pt x="195" y="957"/>
                  </a:cubicBezTo>
                  <a:cubicBezTo>
                    <a:pt x="255" y="957"/>
                    <a:pt x="314" y="972"/>
                    <a:pt x="374" y="987"/>
                  </a:cubicBezTo>
                  <a:lnTo>
                    <a:pt x="374" y="165"/>
                  </a:lnTo>
                  <a:cubicBezTo>
                    <a:pt x="255" y="120"/>
                    <a:pt x="135" y="6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79"/>
            <p:cNvSpPr/>
            <p:nvPr/>
          </p:nvSpPr>
          <p:spPr>
            <a:xfrm>
              <a:off x="6878793" y="1788386"/>
              <a:ext cx="29534" cy="30208"/>
            </a:xfrm>
            <a:custGeom>
              <a:avLst/>
              <a:gdLst/>
              <a:ahLst/>
              <a:cxnLst/>
              <a:rect l="l" t="t" r="r" b="b"/>
              <a:pathLst>
                <a:path w="658" h="673" extrusionOk="0">
                  <a:moveTo>
                    <a:pt x="329" y="1"/>
                  </a:moveTo>
                  <a:cubicBezTo>
                    <a:pt x="150" y="1"/>
                    <a:pt x="0" y="150"/>
                    <a:pt x="0" y="329"/>
                  </a:cubicBezTo>
                  <a:cubicBezTo>
                    <a:pt x="0" y="523"/>
                    <a:pt x="150" y="673"/>
                    <a:pt x="329" y="673"/>
                  </a:cubicBezTo>
                  <a:cubicBezTo>
                    <a:pt x="508" y="673"/>
                    <a:pt x="657" y="523"/>
                    <a:pt x="657" y="329"/>
                  </a:cubicBezTo>
                  <a:cubicBezTo>
                    <a:pt x="657" y="150"/>
                    <a:pt x="508" y="1"/>
                    <a:pt x="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79"/>
            <p:cNvSpPr/>
            <p:nvPr/>
          </p:nvSpPr>
          <p:spPr>
            <a:xfrm>
              <a:off x="6858685" y="1817201"/>
              <a:ext cx="69751" cy="45648"/>
            </a:xfrm>
            <a:custGeom>
              <a:avLst/>
              <a:gdLst/>
              <a:ahLst/>
              <a:cxnLst/>
              <a:rect l="l" t="t" r="r" b="b"/>
              <a:pathLst>
                <a:path w="1554" h="1017" extrusionOk="0">
                  <a:moveTo>
                    <a:pt x="269" y="1"/>
                  </a:moveTo>
                  <a:lnTo>
                    <a:pt x="15" y="763"/>
                  </a:lnTo>
                  <a:cubicBezTo>
                    <a:pt x="0" y="822"/>
                    <a:pt x="0" y="882"/>
                    <a:pt x="30" y="927"/>
                  </a:cubicBezTo>
                  <a:cubicBezTo>
                    <a:pt x="75" y="987"/>
                    <a:pt x="135" y="1016"/>
                    <a:pt x="179" y="1016"/>
                  </a:cubicBezTo>
                  <a:lnTo>
                    <a:pt x="1359" y="1016"/>
                  </a:lnTo>
                  <a:cubicBezTo>
                    <a:pt x="1419" y="1016"/>
                    <a:pt x="1479" y="987"/>
                    <a:pt x="1509" y="927"/>
                  </a:cubicBezTo>
                  <a:cubicBezTo>
                    <a:pt x="1539" y="882"/>
                    <a:pt x="1554" y="822"/>
                    <a:pt x="1539" y="763"/>
                  </a:cubicBezTo>
                  <a:lnTo>
                    <a:pt x="1285" y="1"/>
                  </a:lnTo>
                  <a:cubicBezTo>
                    <a:pt x="1180" y="165"/>
                    <a:pt x="986" y="285"/>
                    <a:pt x="777" y="285"/>
                  </a:cubicBezTo>
                  <a:cubicBezTo>
                    <a:pt x="553" y="285"/>
                    <a:pt x="374" y="165"/>
                    <a:pt x="2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3" name="Google Shape;1053;p79"/>
          <p:cNvGrpSpPr/>
          <p:nvPr/>
        </p:nvGrpSpPr>
        <p:grpSpPr>
          <a:xfrm>
            <a:off x="5545143" y="2725350"/>
            <a:ext cx="347318" cy="337258"/>
            <a:chOff x="4300219" y="2663063"/>
            <a:chExt cx="347318" cy="337258"/>
          </a:xfrm>
        </p:grpSpPr>
        <p:sp>
          <p:nvSpPr>
            <p:cNvPr id="1054" name="Google Shape;1054;p79"/>
            <p:cNvSpPr/>
            <p:nvPr/>
          </p:nvSpPr>
          <p:spPr>
            <a:xfrm>
              <a:off x="4531503" y="2669123"/>
              <a:ext cx="75811" cy="63063"/>
            </a:xfrm>
            <a:custGeom>
              <a:avLst/>
              <a:gdLst/>
              <a:ahLst/>
              <a:cxnLst/>
              <a:rect l="l" t="t" r="r" b="b"/>
              <a:pathLst>
                <a:path w="1689" h="1405" extrusionOk="0">
                  <a:moveTo>
                    <a:pt x="210" y="0"/>
                  </a:moveTo>
                  <a:cubicBezTo>
                    <a:pt x="90" y="0"/>
                    <a:pt x="0" y="90"/>
                    <a:pt x="0" y="194"/>
                  </a:cubicBezTo>
                  <a:lnTo>
                    <a:pt x="0" y="1195"/>
                  </a:lnTo>
                  <a:cubicBezTo>
                    <a:pt x="0" y="1300"/>
                    <a:pt x="90" y="1404"/>
                    <a:pt x="210" y="1404"/>
                  </a:cubicBezTo>
                  <a:lnTo>
                    <a:pt x="1404" y="1404"/>
                  </a:lnTo>
                  <a:cubicBezTo>
                    <a:pt x="1584" y="1404"/>
                    <a:pt x="1688" y="1195"/>
                    <a:pt x="1569" y="1061"/>
                  </a:cubicBezTo>
                  <a:lnTo>
                    <a:pt x="1375" y="837"/>
                  </a:lnTo>
                  <a:cubicBezTo>
                    <a:pt x="1300" y="762"/>
                    <a:pt x="1300" y="642"/>
                    <a:pt x="1375" y="553"/>
                  </a:cubicBezTo>
                  <a:lnTo>
                    <a:pt x="1569" y="344"/>
                  </a:lnTo>
                  <a:cubicBezTo>
                    <a:pt x="1688" y="209"/>
                    <a:pt x="1584" y="0"/>
                    <a:pt x="14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79"/>
            <p:cNvSpPr/>
            <p:nvPr/>
          </p:nvSpPr>
          <p:spPr>
            <a:xfrm>
              <a:off x="4300219" y="2907767"/>
              <a:ext cx="83845" cy="92553"/>
            </a:xfrm>
            <a:custGeom>
              <a:avLst/>
              <a:gdLst/>
              <a:ahLst/>
              <a:cxnLst/>
              <a:rect l="l" t="t" r="r" b="b"/>
              <a:pathLst>
                <a:path w="1868" h="2062" extrusionOk="0">
                  <a:moveTo>
                    <a:pt x="1061" y="0"/>
                  </a:moveTo>
                  <a:lnTo>
                    <a:pt x="45" y="1688"/>
                  </a:lnTo>
                  <a:cubicBezTo>
                    <a:pt x="1" y="1763"/>
                    <a:pt x="1" y="1852"/>
                    <a:pt x="45" y="1942"/>
                  </a:cubicBezTo>
                  <a:cubicBezTo>
                    <a:pt x="90" y="2017"/>
                    <a:pt x="180" y="2061"/>
                    <a:pt x="269" y="2061"/>
                  </a:cubicBezTo>
                  <a:lnTo>
                    <a:pt x="1196" y="2061"/>
                  </a:lnTo>
                  <a:cubicBezTo>
                    <a:pt x="1106" y="1882"/>
                    <a:pt x="1121" y="1658"/>
                    <a:pt x="1240" y="1479"/>
                  </a:cubicBezTo>
                  <a:lnTo>
                    <a:pt x="1868" y="463"/>
                  </a:lnTo>
                  <a:cubicBezTo>
                    <a:pt x="1569" y="448"/>
                    <a:pt x="1360" y="299"/>
                    <a:pt x="1210" y="165"/>
                  </a:cubicBezTo>
                  <a:cubicBezTo>
                    <a:pt x="1151" y="105"/>
                    <a:pt x="1106" y="45"/>
                    <a:pt x="1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79"/>
            <p:cNvSpPr/>
            <p:nvPr/>
          </p:nvSpPr>
          <p:spPr>
            <a:xfrm>
              <a:off x="4367275" y="2878279"/>
              <a:ext cx="280262" cy="122042"/>
            </a:xfrm>
            <a:custGeom>
              <a:avLst/>
              <a:gdLst/>
              <a:ahLst/>
              <a:cxnLst/>
              <a:rect l="l" t="t" r="r" b="b"/>
              <a:pathLst>
                <a:path w="6244" h="2719" extrusionOk="0">
                  <a:moveTo>
                    <a:pt x="4735" y="0"/>
                  </a:moveTo>
                  <a:cubicBezTo>
                    <a:pt x="4675" y="105"/>
                    <a:pt x="4600" y="209"/>
                    <a:pt x="4481" y="314"/>
                  </a:cubicBezTo>
                  <a:cubicBezTo>
                    <a:pt x="4302" y="493"/>
                    <a:pt x="4003" y="687"/>
                    <a:pt x="3585" y="687"/>
                  </a:cubicBezTo>
                  <a:cubicBezTo>
                    <a:pt x="3450" y="687"/>
                    <a:pt x="3301" y="657"/>
                    <a:pt x="3137" y="612"/>
                  </a:cubicBezTo>
                  <a:lnTo>
                    <a:pt x="3077" y="598"/>
                  </a:lnTo>
                  <a:cubicBezTo>
                    <a:pt x="2531" y="447"/>
                    <a:pt x="2223" y="360"/>
                    <a:pt x="1949" y="360"/>
                  </a:cubicBezTo>
                  <a:cubicBezTo>
                    <a:pt x="1705" y="360"/>
                    <a:pt x="1487" y="428"/>
                    <a:pt x="1150" y="583"/>
                  </a:cubicBezTo>
                  <a:lnTo>
                    <a:pt x="60" y="2330"/>
                  </a:lnTo>
                  <a:cubicBezTo>
                    <a:pt x="0" y="2420"/>
                    <a:pt x="0" y="2509"/>
                    <a:pt x="45" y="2599"/>
                  </a:cubicBezTo>
                  <a:cubicBezTo>
                    <a:pt x="90" y="2674"/>
                    <a:pt x="179" y="2718"/>
                    <a:pt x="269" y="2718"/>
                  </a:cubicBezTo>
                  <a:lnTo>
                    <a:pt x="5975" y="2718"/>
                  </a:lnTo>
                  <a:cubicBezTo>
                    <a:pt x="6064" y="2718"/>
                    <a:pt x="6154" y="2674"/>
                    <a:pt x="6199" y="2599"/>
                  </a:cubicBezTo>
                  <a:cubicBezTo>
                    <a:pt x="6243" y="2509"/>
                    <a:pt x="6243" y="2420"/>
                    <a:pt x="6184" y="2330"/>
                  </a:cubicBezTo>
                  <a:lnTo>
                    <a:pt x="47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79"/>
            <p:cNvSpPr/>
            <p:nvPr/>
          </p:nvSpPr>
          <p:spPr>
            <a:xfrm>
              <a:off x="4432939" y="2772354"/>
              <a:ext cx="136809" cy="120292"/>
            </a:xfrm>
            <a:custGeom>
              <a:avLst/>
              <a:gdLst/>
              <a:ahLst/>
              <a:cxnLst/>
              <a:rect l="l" t="t" r="r" b="b"/>
              <a:pathLst>
                <a:path w="3048" h="2680" extrusionOk="0">
                  <a:moveTo>
                    <a:pt x="1659" y="0"/>
                  </a:moveTo>
                  <a:cubicBezTo>
                    <a:pt x="1569" y="0"/>
                    <a:pt x="1495" y="30"/>
                    <a:pt x="1450" y="120"/>
                  </a:cubicBezTo>
                  <a:lnTo>
                    <a:pt x="1" y="2435"/>
                  </a:lnTo>
                  <a:cubicBezTo>
                    <a:pt x="175" y="2380"/>
                    <a:pt x="330" y="2355"/>
                    <a:pt x="489" y="2355"/>
                  </a:cubicBezTo>
                  <a:cubicBezTo>
                    <a:pt x="809" y="2355"/>
                    <a:pt x="1151" y="2455"/>
                    <a:pt x="1719" y="2614"/>
                  </a:cubicBezTo>
                  <a:lnTo>
                    <a:pt x="1778" y="2629"/>
                  </a:lnTo>
                  <a:cubicBezTo>
                    <a:pt x="1905" y="2664"/>
                    <a:pt x="2021" y="2680"/>
                    <a:pt x="2126" y="2680"/>
                  </a:cubicBezTo>
                  <a:cubicBezTo>
                    <a:pt x="2775" y="2680"/>
                    <a:pt x="3022" y="2092"/>
                    <a:pt x="3048" y="2002"/>
                  </a:cubicBezTo>
                  <a:lnTo>
                    <a:pt x="1868" y="120"/>
                  </a:lnTo>
                  <a:cubicBezTo>
                    <a:pt x="1823" y="30"/>
                    <a:pt x="1748" y="0"/>
                    <a:pt x="16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79"/>
            <p:cNvSpPr/>
            <p:nvPr/>
          </p:nvSpPr>
          <p:spPr>
            <a:xfrm>
              <a:off x="4498648" y="2663063"/>
              <a:ext cx="17460" cy="93899"/>
            </a:xfrm>
            <a:custGeom>
              <a:avLst/>
              <a:gdLst/>
              <a:ahLst/>
              <a:cxnLst/>
              <a:rect l="l" t="t" r="r" b="b"/>
              <a:pathLst>
                <a:path w="389" h="2092" extrusionOk="0">
                  <a:moveTo>
                    <a:pt x="195" y="1"/>
                  </a:moveTo>
                  <a:cubicBezTo>
                    <a:pt x="90" y="1"/>
                    <a:pt x="1" y="90"/>
                    <a:pt x="1" y="195"/>
                  </a:cubicBezTo>
                  <a:lnTo>
                    <a:pt x="1" y="2092"/>
                  </a:lnTo>
                  <a:cubicBezTo>
                    <a:pt x="60" y="2077"/>
                    <a:pt x="120" y="2062"/>
                    <a:pt x="195" y="2062"/>
                  </a:cubicBezTo>
                  <a:cubicBezTo>
                    <a:pt x="255" y="2062"/>
                    <a:pt x="329" y="2077"/>
                    <a:pt x="389" y="2092"/>
                  </a:cubicBezTo>
                  <a:lnTo>
                    <a:pt x="389" y="195"/>
                  </a:lnTo>
                  <a:cubicBezTo>
                    <a:pt x="389" y="90"/>
                    <a:pt x="299" y="1"/>
                    <a:pt x="1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79"/>
            <p:cNvSpPr/>
            <p:nvPr/>
          </p:nvSpPr>
          <p:spPr>
            <a:xfrm>
              <a:off x="4357221" y="2813916"/>
              <a:ext cx="78459" cy="98927"/>
            </a:xfrm>
            <a:custGeom>
              <a:avLst/>
              <a:gdLst/>
              <a:ahLst/>
              <a:cxnLst/>
              <a:rect l="l" t="t" r="r" b="b"/>
              <a:pathLst>
                <a:path w="1748" h="2204" extrusionOk="0">
                  <a:moveTo>
                    <a:pt x="1180" y="0"/>
                  </a:moveTo>
                  <a:cubicBezTo>
                    <a:pt x="1090" y="0"/>
                    <a:pt x="1016" y="45"/>
                    <a:pt x="971" y="120"/>
                  </a:cubicBezTo>
                  <a:lnTo>
                    <a:pt x="0" y="1733"/>
                  </a:lnTo>
                  <a:cubicBezTo>
                    <a:pt x="45" y="1793"/>
                    <a:pt x="105" y="1912"/>
                    <a:pt x="209" y="2002"/>
                  </a:cubicBezTo>
                  <a:cubicBezTo>
                    <a:pt x="347" y="2139"/>
                    <a:pt x="515" y="2203"/>
                    <a:pt x="715" y="2203"/>
                  </a:cubicBezTo>
                  <a:cubicBezTo>
                    <a:pt x="754" y="2203"/>
                    <a:pt x="795" y="2201"/>
                    <a:pt x="837" y="2196"/>
                  </a:cubicBezTo>
                  <a:lnTo>
                    <a:pt x="1748" y="702"/>
                  </a:lnTo>
                  <a:lnTo>
                    <a:pt x="1404" y="120"/>
                  </a:lnTo>
                  <a:cubicBezTo>
                    <a:pt x="1359" y="45"/>
                    <a:pt x="1285" y="0"/>
                    <a:pt x="1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0" name="Google Shape;1060;p79"/>
          <p:cNvGrpSpPr/>
          <p:nvPr/>
        </p:nvGrpSpPr>
        <p:grpSpPr>
          <a:xfrm>
            <a:off x="3250183" y="3869001"/>
            <a:ext cx="311592" cy="331321"/>
            <a:chOff x="-62148800" y="3377700"/>
            <a:chExt cx="311125" cy="316750"/>
          </a:xfrm>
        </p:grpSpPr>
        <p:sp>
          <p:nvSpPr>
            <p:cNvPr id="1061" name="Google Shape;1061;p79"/>
            <p:cNvSpPr/>
            <p:nvPr/>
          </p:nvSpPr>
          <p:spPr>
            <a:xfrm>
              <a:off x="-62085775" y="3653375"/>
              <a:ext cx="185875" cy="41075"/>
            </a:xfrm>
            <a:custGeom>
              <a:avLst/>
              <a:gdLst/>
              <a:ahLst/>
              <a:cxnLst/>
              <a:rect l="l" t="t" r="r" b="b"/>
              <a:pathLst>
                <a:path w="7435" h="1643" extrusionOk="0">
                  <a:moveTo>
                    <a:pt x="819" y="1"/>
                  </a:moveTo>
                  <a:cubicBezTo>
                    <a:pt x="347" y="1"/>
                    <a:pt x="0" y="347"/>
                    <a:pt x="0" y="851"/>
                  </a:cubicBezTo>
                  <a:lnTo>
                    <a:pt x="0" y="1229"/>
                  </a:lnTo>
                  <a:cubicBezTo>
                    <a:pt x="0" y="1481"/>
                    <a:pt x="189" y="1639"/>
                    <a:pt x="410" y="1639"/>
                  </a:cubicBezTo>
                  <a:lnTo>
                    <a:pt x="7026" y="1639"/>
                  </a:lnTo>
                  <a:cubicBezTo>
                    <a:pt x="7044" y="1641"/>
                    <a:pt x="7062" y="1642"/>
                    <a:pt x="7080" y="1642"/>
                  </a:cubicBezTo>
                  <a:cubicBezTo>
                    <a:pt x="7300" y="1642"/>
                    <a:pt x="7435" y="1463"/>
                    <a:pt x="7435" y="1229"/>
                  </a:cubicBezTo>
                  <a:lnTo>
                    <a:pt x="7435" y="851"/>
                  </a:lnTo>
                  <a:cubicBezTo>
                    <a:pt x="7435" y="379"/>
                    <a:pt x="7089" y="1"/>
                    <a:pt x="6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79"/>
            <p:cNvSpPr/>
            <p:nvPr/>
          </p:nvSpPr>
          <p:spPr>
            <a:xfrm>
              <a:off x="-62148800" y="3377700"/>
              <a:ext cx="311125" cy="254425"/>
            </a:xfrm>
            <a:custGeom>
              <a:avLst/>
              <a:gdLst/>
              <a:ahLst/>
              <a:cxnLst/>
              <a:rect l="l" t="t" r="r" b="b"/>
              <a:pathLst>
                <a:path w="12445" h="10177" extrusionOk="0">
                  <a:moveTo>
                    <a:pt x="11626" y="1608"/>
                  </a:moveTo>
                  <a:lnTo>
                    <a:pt x="11626" y="2899"/>
                  </a:lnTo>
                  <a:cubicBezTo>
                    <a:pt x="11626" y="3939"/>
                    <a:pt x="10807" y="4853"/>
                    <a:pt x="9767" y="4916"/>
                  </a:cubicBezTo>
                  <a:cubicBezTo>
                    <a:pt x="9893" y="4538"/>
                    <a:pt x="9956" y="4128"/>
                    <a:pt x="9956" y="3718"/>
                  </a:cubicBezTo>
                  <a:lnTo>
                    <a:pt x="9956" y="1608"/>
                  </a:lnTo>
                  <a:close/>
                  <a:moveTo>
                    <a:pt x="2521" y="1639"/>
                  </a:moveTo>
                  <a:lnTo>
                    <a:pt x="2521" y="3718"/>
                  </a:lnTo>
                  <a:cubicBezTo>
                    <a:pt x="2521" y="4160"/>
                    <a:pt x="2616" y="4538"/>
                    <a:pt x="2710" y="4947"/>
                  </a:cubicBezTo>
                  <a:cubicBezTo>
                    <a:pt x="1702" y="4853"/>
                    <a:pt x="883" y="4002"/>
                    <a:pt x="883" y="2899"/>
                  </a:cubicBezTo>
                  <a:lnTo>
                    <a:pt x="883" y="1639"/>
                  </a:lnTo>
                  <a:close/>
                  <a:moveTo>
                    <a:pt x="6176" y="1576"/>
                  </a:moveTo>
                  <a:cubicBezTo>
                    <a:pt x="6333" y="1576"/>
                    <a:pt x="6491" y="1671"/>
                    <a:pt x="6554" y="1828"/>
                  </a:cubicBezTo>
                  <a:lnTo>
                    <a:pt x="6932" y="2647"/>
                  </a:lnTo>
                  <a:lnTo>
                    <a:pt x="7845" y="2773"/>
                  </a:lnTo>
                  <a:cubicBezTo>
                    <a:pt x="8003" y="2805"/>
                    <a:pt x="8129" y="2899"/>
                    <a:pt x="8160" y="3025"/>
                  </a:cubicBezTo>
                  <a:cubicBezTo>
                    <a:pt x="8349" y="3214"/>
                    <a:pt x="8318" y="3403"/>
                    <a:pt x="8192" y="3466"/>
                  </a:cubicBezTo>
                  <a:lnTo>
                    <a:pt x="7530" y="4097"/>
                  </a:lnTo>
                  <a:lnTo>
                    <a:pt x="7688" y="5010"/>
                  </a:lnTo>
                  <a:cubicBezTo>
                    <a:pt x="7719" y="5168"/>
                    <a:pt x="7656" y="5325"/>
                    <a:pt x="7530" y="5420"/>
                  </a:cubicBezTo>
                  <a:cubicBezTo>
                    <a:pt x="7452" y="5459"/>
                    <a:pt x="7363" y="5486"/>
                    <a:pt x="7268" y="5486"/>
                  </a:cubicBezTo>
                  <a:cubicBezTo>
                    <a:pt x="7210" y="5486"/>
                    <a:pt x="7149" y="5475"/>
                    <a:pt x="7089" y="5451"/>
                  </a:cubicBezTo>
                  <a:lnTo>
                    <a:pt x="6270" y="5010"/>
                  </a:lnTo>
                  <a:lnTo>
                    <a:pt x="5451" y="5451"/>
                  </a:lnTo>
                  <a:cubicBezTo>
                    <a:pt x="5380" y="5480"/>
                    <a:pt x="5309" y="5495"/>
                    <a:pt x="5241" y="5495"/>
                  </a:cubicBezTo>
                  <a:cubicBezTo>
                    <a:pt x="5158" y="5495"/>
                    <a:pt x="5079" y="5472"/>
                    <a:pt x="5010" y="5420"/>
                  </a:cubicBezTo>
                  <a:cubicBezTo>
                    <a:pt x="4884" y="5325"/>
                    <a:pt x="4821" y="5168"/>
                    <a:pt x="4852" y="5010"/>
                  </a:cubicBezTo>
                  <a:lnTo>
                    <a:pt x="5010" y="4097"/>
                  </a:lnTo>
                  <a:lnTo>
                    <a:pt x="4348" y="3466"/>
                  </a:lnTo>
                  <a:cubicBezTo>
                    <a:pt x="4222" y="3340"/>
                    <a:pt x="4191" y="3214"/>
                    <a:pt x="4222" y="3025"/>
                  </a:cubicBezTo>
                  <a:cubicBezTo>
                    <a:pt x="4254" y="2899"/>
                    <a:pt x="4411" y="2773"/>
                    <a:pt x="4537" y="2773"/>
                  </a:cubicBezTo>
                  <a:lnTo>
                    <a:pt x="5451" y="2647"/>
                  </a:lnTo>
                  <a:lnTo>
                    <a:pt x="5829" y="1828"/>
                  </a:lnTo>
                  <a:cubicBezTo>
                    <a:pt x="5924" y="1671"/>
                    <a:pt x="6018" y="1576"/>
                    <a:pt x="6176" y="1576"/>
                  </a:cubicBezTo>
                  <a:close/>
                  <a:moveTo>
                    <a:pt x="2931" y="1"/>
                  </a:moveTo>
                  <a:cubicBezTo>
                    <a:pt x="2679" y="1"/>
                    <a:pt x="2521" y="190"/>
                    <a:pt x="2521" y="410"/>
                  </a:cubicBezTo>
                  <a:lnTo>
                    <a:pt x="2521" y="852"/>
                  </a:lnTo>
                  <a:lnTo>
                    <a:pt x="442" y="852"/>
                  </a:lnTo>
                  <a:cubicBezTo>
                    <a:pt x="190" y="852"/>
                    <a:pt x="1" y="1041"/>
                    <a:pt x="1" y="1230"/>
                  </a:cubicBezTo>
                  <a:lnTo>
                    <a:pt x="1" y="2899"/>
                  </a:lnTo>
                  <a:cubicBezTo>
                    <a:pt x="1" y="4506"/>
                    <a:pt x="1292" y="5766"/>
                    <a:pt x="2931" y="5766"/>
                  </a:cubicBezTo>
                  <a:lnTo>
                    <a:pt x="3120" y="5766"/>
                  </a:lnTo>
                  <a:cubicBezTo>
                    <a:pt x="3561" y="6428"/>
                    <a:pt x="4222" y="6932"/>
                    <a:pt x="4978" y="7216"/>
                  </a:cubicBezTo>
                  <a:lnTo>
                    <a:pt x="4978" y="8507"/>
                  </a:lnTo>
                  <a:cubicBezTo>
                    <a:pt x="4506" y="8507"/>
                    <a:pt x="4128" y="8854"/>
                    <a:pt x="4128" y="9358"/>
                  </a:cubicBezTo>
                  <a:lnTo>
                    <a:pt x="4128" y="10177"/>
                  </a:lnTo>
                  <a:lnTo>
                    <a:pt x="8286" y="10177"/>
                  </a:lnTo>
                  <a:lnTo>
                    <a:pt x="8286" y="9358"/>
                  </a:lnTo>
                  <a:cubicBezTo>
                    <a:pt x="8286" y="8885"/>
                    <a:pt x="7908" y="8507"/>
                    <a:pt x="7436" y="8507"/>
                  </a:cubicBezTo>
                  <a:lnTo>
                    <a:pt x="7436" y="7216"/>
                  </a:lnTo>
                  <a:cubicBezTo>
                    <a:pt x="8192" y="6932"/>
                    <a:pt x="8854" y="6428"/>
                    <a:pt x="9295" y="5766"/>
                  </a:cubicBezTo>
                  <a:lnTo>
                    <a:pt x="9484" y="5766"/>
                  </a:lnTo>
                  <a:cubicBezTo>
                    <a:pt x="11122" y="5766"/>
                    <a:pt x="12414" y="4475"/>
                    <a:pt x="12414" y="2899"/>
                  </a:cubicBezTo>
                  <a:lnTo>
                    <a:pt x="12414" y="1230"/>
                  </a:lnTo>
                  <a:cubicBezTo>
                    <a:pt x="12445" y="978"/>
                    <a:pt x="12288" y="852"/>
                    <a:pt x="12067" y="852"/>
                  </a:cubicBezTo>
                  <a:lnTo>
                    <a:pt x="9956" y="852"/>
                  </a:lnTo>
                  <a:lnTo>
                    <a:pt x="9956" y="410"/>
                  </a:lnTo>
                  <a:cubicBezTo>
                    <a:pt x="9956" y="158"/>
                    <a:pt x="9767" y="1"/>
                    <a:pt x="95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3" name="Google Shape;1063;p79"/>
          <p:cNvSpPr/>
          <p:nvPr/>
        </p:nvSpPr>
        <p:spPr>
          <a:xfrm>
            <a:off x="2698706" y="3871286"/>
            <a:ext cx="286613" cy="326745"/>
          </a:xfrm>
          <a:custGeom>
            <a:avLst/>
            <a:gdLst/>
            <a:ahLst/>
            <a:cxnLst/>
            <a:rect l="l" t="t" r="r" b="b"/>
            <a:pathLst>
              <a:path w="5647" h="6438" extrusionOk="0">
                <a:moveTo>
                  <a:pt x="1300" y="344"/>
                </a:moveTo>
                <a:cubicBezTo>
                  <a:pt x="1375" y="1838"/>
                  <a:pt x="1987" y="3047"/>
                  <a:pt x="2794" y="3436"/>
                </a:cubicBezTo>
                <a:cubicBezTo>
                  <a:pt x="1793" y="3406"/>
                  <a:pt x="987" y="2047"/>
                  <a:pt x="927" y="344"/>
                </a:cubicBezTo>
                <a:close/>
                <a:moveTo>
                  <a:pt x="927" y="2077"/>
                </a:moveTo>
                <a:cubicBezTo>
                  <a:pt x="1211" y="2808"/>
                  <a:pt x="1644" y="3361"/>
                  <a:pt x="2166" y="3615"/>
                </a:cubicBezTo>
                <a:lnTo>
                  <a:pt x="2166" y="4048"/>
                </a:lnTo>
                <a:cubicBezTo>
                  <a:pt x="852" y="3809"/>
                  <a:pt x="568" y="2599"/>
                  <a:pt x="494" y="2077"/>
                </a:cubicBezTo>
                <a:close/>
                <a:moveTo>
                  <a:pt x="5139" y="2077"/>
                </a:moveTo>
                <a:cubicBezTo>
                  <a:pt x="5109" y="2301"/>
                  <a:pt x="5049" y="2629"/>
                  <a:pt x="4885" y="2973"/>
                </a:cubicBezTo>
                <a:cubicBezTo>
                  <a:pt x="4601" y="3570"/>
                  <a:pt x="4123" y="3929"/>
                  <a:pt x="3481" y="4048"/>
                </a:cubicBezTo>
                <a:lnTo>
                  <a:pt x="3481" y="3615"/>
                </a:lnTo>
                <a:cubicBezTo>
                  <a:pt x="3989" y="3361"/>
                  <a:pt x="4422" y="2808"/>
                  <a:pt x="4720" y="2077"/>
                </a:cubicBezTo>
                <a:close/>
                <a:moveTo>
                  <a:pt x="553" y="0"/>
                </a:moveTo>
                <a:cubicBezTo>
                  <a:pt x="553" y="568"/>
                  <a:pt x="628" y="1106"/>
                  <a:pt x="762" y="1584"/>
                </a:cubicBezTo>
                <a:lnTo>
                  <a:pt x="240" y="1584"/>
                </a:lnTo>
                <a:cubicBezTo>
                  <a:pt x="105" y="1584"/>
                  <a:pt x="1" y="1703"/>
                  <a:pt x="1" y="1838"/>
                </a:cubicBezTo>
                <a:cubicBezTo>
                  <a:pt x="1" y="1867"/>
                  <a:pt x="1" y="2525"/>
                  <a:pt x="314" y="3182"/>
                </a:cubicBezTo>
                <a:cubicBezTo>
                  <a:pt x="583" y="3734"/>
                  <a:pt x="1121" y="4392"/>
                  <a:pt x="2166" y="4541"/>
                </a:cubicBezTo>
                <a:lnTo>
                  <a:pt x="2166" y="5467"/>
                </a:lnTo>
                <a:lnTo>
                  <a:pt x="3481" y="5467"/>
                </a:lnTo>
                <a:lnTo>
                  <a:pt x="3481" y="4541"/>
                </a:lnTo>
                <a:cubicBezTo>
                  <a:pt x="4526" y="4392"/>
                  <a:pt x="5049" y="3734"/>
                  <a:pt x="5318" y="3182"/>
                </a:cubicBezTo>
                <a:cubicBezTo>
                  <a:pt x="5632" y="2525"/>
                  <a:pt x="5647" y="1867"/>
                  <a:pt x="5647" y="1838"/>
                </a:cubicBezTo>
                <a:cubicBezTo>
                  <a:pt x="5647" y="1703"/>
                  <a:pt x="5527" y="1584"/>
                  <a:pt x="5408" y="1584"/>
                </a:cubicBezTo>
                <a:lnTo>
                  <a:pt x="4885" y="1584"/>
                </a:lnTo>
                <a:cubicBezTo>
                  <a:pt x="5019" y="1106"/>
                  <a:pt x="5094" y="568"/>
                  <a:pt x="5094" y="0"/>
                </a:cubicBezTo>
                <a:close/>
                <a:moveTo>
                  <a:pt x="1494" y="5661"/>
                </a:moveTo>
                <a:lnTo>
                  <a:pt x="628" y="6438"/>
                </a:lnTo>
                <a:lnTo>
                  <a:pt x="5019" y="6438"/>
                </a:lnTo>
                <a:lnTo>
                  <a:pt x="4138" y="56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79"/>
          <p:cNvSpPr/>
          <p:nvPr/>
        </p:nvSpPr>
        <p:spPr>
          <a:xfrm>
            <a:off x="3750466" y="3861743"/>
            <a:ext cx="422528" cy="345828"/>
          </a:xfrm>
          <a:custGeom>
            <a:avLst/>
            <a:gdLst/>
            <a:ahLst/>
            <a:cxnLst/>
            <a:rect l="l" t="t" r="r" b="b"/>
            <a:pathLst>
              <a:path w="7245" h="6633" extrusionOk="0">
                <a:moveTo>
                  <a:pt x="2988" y="135"/>
                </a:moveTo>
                <a:cubicBezTo>
                  <a:pt x="3033" y="748"/>
                  <a:pt x="3272" y="1241"/>
                  <a:pt x="3615" y="1405"/>
                </a:cubicBezTo>
                <a:cubicBezTo>
                  <a:pt x="3197" y="1390"/>
                  <a:pt x="2868" y="837"/>
                  <a:pt x="2838" y="135"/>
                </a:cubicBezTo>
                <a:close/>
                <a:moveTo>
                  <a:pt x="2838" y="852"/>
                </a:moveTo>
                <a:cubicBezTo>
                  <a:pt x="2958" y="1151"/>
                  <a:pt x="3137" y="1375"/>
                  <a:pt x="3346" y="1480"/>
                </a:cubicBezTo>
                <a:lnTo>
                  <a:pt x="3346" y="1659"/>
                </a:lnTo>
                <a:cubicBezTo>
                  <a:pt x="2809" y="1554"/>
                  <a:pt x="2689" y="1061"/>
                  <a:pt x="2674" y="852"/>
                </a:cubicBezTo>
                <a:close/>
                <a:moveTo>
                  <a:pt x="4571" y="852"/>
                </a:moveTo>
                <a:cubicBezTo>
                  <a:pt x="4556" y="942"/>
                  <a:pt x="4541" y="1076"/>
                  <a:pt x="4466" y="1226"/>
                </a:cubicBezTo>
                <a:cubicBezTo>
                  <a:pt x="4347" y="1465"/>
                  <a:pt x="4153" y="1614"/>
                  <a:pt x="3884" y="1659"/>
                </a:cubicBezTo>
                <a:lnTo>
                  <a:pt x="3884" y="1480"/>
                </a:lnTo>
                <a:cubicBezTo>
                  <a:pt x="4108" y="1375"/>
                  <a:pt x="4287" y="1151"/>
                  <a:pt x="4392" y="852"/>
                </a:cubicBezTo>
                <a:close/>
                <a:moveTo>
                  <a:pt x="2689" y="1"/>
                </a:moveTo>
                <a:cubicBezTo>
                  <a:pt x="2689" y="225"/>
                  <a:pt x="2719" y="449"/>
                  <a:pt x="2779" y="643"/>
                </a:cubicBezTo>
                <a:lnTo>
                  <a:pt x="2555" y="643"/>
                </a:lnTo>
                <a:cubicBezTo>
                  <a:pt x="2510" y="643"/>
                  <a:pt x="2465" y="688"/>
                  <a:pt x="2465" y="748"/>
                </a:cubicBezTo>
                <a:cubicBezTo>
                  <a:pt x="2465" y="763"/>
                  <a:pt x="2465" y="1032"/>
                  <a:pt x="2599" y="1300"/>
                </a:cubicBezTo>
                <a:cubicBezTo>
                  <a:pt x="2704" y="1539"/>
                  <a:pt x="2928" y="1793"/>
                  <a:pt x="3346" y="1853"/>
                </a:cubicBezTo>
                <a:lnTo>
                  <a:pt x="3346" y="2241"/>
                </a:lnTo>
                <a:lnTo>
                  <a:pt x="3884" y="2241"/>
                </a:lnTo>
                <a:lnTo>
                  <a:pt x="3884" y="1853"/>
                </a:lnTo>
                <a:cubicBezTo>
                  <a:pt x="4317" y="1793"/>
                  <a:pt x="4541" y="1539"/>
                  <a:pt x="4646" y="1300"/>
                </a:cubicBezTo>
                <a:cubicBezTo>
                  <a:pt x="4780" y="1032"/>
                  <a:pt x="4780" y="763"/>
                  <a:pt x="4780" y="748"/>
                </a:cubicBezTo>
                <a:cubicBezTo>
                  <a:pt x="4780" y="688"/>
                  <a:pt x="4735" y="643"/>
                  <a:pt x="4675" y="643"/>
                </a:cubicBezTo>
                <a:lnTo>
                  <a:pt x="4466" y="643"/>
                </a:lnTo>
                <a:cubicBezTo>
                  <a:pt x="4526" y="449"/>
                  <a:pt x="4556" y="225"/>
                  <a:pt x="4556" y="1"/>
                </a:cubicBezTo>
                <a:close/>
                <a:moveTo>
                  <a:pt x="3077" y="2316"/>
                </a:moveTo>
                <a:lnTo>
                  <a:pt x="2719" y="2645"/>
                </a:lnTo>
                <a:lnTo>
                  <a:pt x="4526" y="2645"/>
                </a:lnTo>
                <a:lnTo>
                  <a:pt x="4168" y="2316"/>
                </a:lnTo>
                <a:close/>
                <a:moveTo>
                  <a:pt x="1" y="4437"/>
                </a:moveTo>
                <a:lnTo>
                  <a:pt x="1" y="4870"/>
                </a:lnTo>
                <a:lnTo>
                  <a:pt x="1763" y="4870"/>
                </a:lnTo>
                <a:lnTo>
                  <a:pt x="1763" y="5109"/>
                </a:lnTo>
                <a:lnTo>
                  <a:pt x="1" y="5109"/>
                </a:lnTo>
                <a:lnTo>
                  <a:pt x="1" y="6633"/>
                </a:lnTo>
                <a:lnTo>
                  <a:pt x="2196" y="6633"/>
                </a:lnTo>
                <a:lnTo>
                  <a:pt x="2196" y="4437"/>
                </a:lnTo>
                <a:close/>
                <a:moveTo>
                  <a:pt x="2525" y="2899"/>
                </a:moveTo>
                <a:lnTo>
                  <a:pt x="2525" y="3332"/>
                </a:lnTo>
                <a:lnTo>
                  <a:pt x="4287" y="3332"/>
                </a:lnTo>
                <a:lnTo>
                  <a:pt x="4287" y="3556"/>
                </a:lnTo>
                <a:lnTo>
                  <a:pt x="2525" y="3556"/>
                </a:lnTo>
                <a:lnTo>
                  <a:pt x="2525" y="6633"/>
                </a:lnTo>
                <a:lnTo>
                  <a:pt x="4720" y="6633"/>
                </a:lnTo>
                <a:lnTo>
                  <a:pt x="4720" y="2899"/>
                </a:lnTo>
                <a:close/>
                <a:moveTo>
                  <a:pt x="5049" y="3840"/>
                </a:moveTo>
                <a:lnTo>
                  <a:pt x="5049" y="4273"/>
                </a:lnTo>
                <a:lnTo>
                  <a:pt x="6811" y="4273"/>
                </a:lnTo>
                <a:lnTo>
                  <a:pt x="6811" y="4512"/>
                </a:lnTo>
                <a:lnTo>
                  <a:pt x="5049" y="4512"/>
                </a:lnTo>
                <a:lnTo>
                  <a:pt x="5049" y="6633"/>
                </a:lnTo>
                <a:lnTo>
                  <a:pt x="7244" y="6633"/>
                </a:lnTo>
                <a:lnTo>
                  <a:pt x="7244" y="38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5" name="Google Shape;1065;p79"/>
          <p:cNvGrpSpPr/>
          <p:nvPr/>
        </p:nvGrpSpPr>
        <p:grpSpPr>
          <a:xfrm>
            <a:off x="6201791" y="3851475"/>
            <a:ext cx="368186" cy="366364"/>
            <a:chOff x="-62151950" y="4111775"/>
            <a:chExt cx="318225" cy="316650"/>
          </a:xfrm>
        </p:grpSpPr>
        <p:sp>
          <p:nvSpPr>
            <p:cNvPr id="1066" name="Google Shape;1066;p79"/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79"/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79"/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79"/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0" name="Google Shape;1070;p79"/>
          <p:cNvGrpSpPr/>
          <p:nvPr/>
        </p:nvGrpSpPr>
        <p:grpSpPr>
          <a:xfrm>
            <a:off x="5597126" y="3807015"/>
            <a:ext cx="458218" cy="411288"/>
            <a:chOff x="-61783350" y="3705922"/>
            <a:chExt cx="396040" cy="355478"/>
          </a:xfrm>
        </p:grpSpPr>
        <p:sp>
          <p:nvSpPr>
            <p:cNvPr id="1071" name="Google Shape;1071;p79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79"/>
            <p:cNvSpPr/>
            <p:nvPr/>
          </p:nvSpPr>
          <p:spPr>
            <a:xfrm>
              <a:off x="-61659835" y="3705922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3" name="Google Shape;1073;p79"/>
          <p:cNvGrpSpPr/>
          <p:nvPr/>
        </p:nvGrpSpPr>
        <p:grpSpPr>
          <a:xfrm>
            <a:off x="4976129" y="3835166"/>
            <a:ext cx="389453" cy="398978"/>
            <a:chOff x="4213502" y="1620116"/>
            <a:chExt cx="329905" cy="325856"/>
          </a:xfrm>
        </p:grpSpPr>
        <p:sp>
          <p:nvSpPr>
            <p:cNvPr id="1074" name="Google Shape;1074;p79"/>
            <p:cNvSpPr/>
            <p:nvPr/>
          </p:nvSpPr>
          <p:spPr>
            <a:xfrm>
              <a:off x="4243663" y="1689820"/>
              <a:ext cx="269579" cy="168992"/>
            </a:xfrm>
            <a:custGeom>
              <a:avLst/>
              <a:gdLst/>
              <a:ahLst/>
              <a:cxnLst/>
              <a:rect l="l" t="t" r="r" b="b"/>
              <a:pathLst>
                <a:path w="6006" h="3765" extrusionOk="0">
                  <a:moveTo>
                    <a:pt x="5004" y="374"/>
                  </a:moveTo>
                  <a:cubicBezTo>
                    <a:pt x="5124" y="374"/>
                    <a:pt x="5214" y="464"/>
                    <a:pt x="5214" y="568"/>
                  </a:cubicBezTo>
                  <a:lnTo>
                    <a:pt x="5214" y="1315"/>
                  </a:lnTo>
                  <a:cubicBezTo>
                    <a:pt x="5214" y="1420"/>
                    <a:pt x="5124" y="1509"/>
                    <a:pt x="5004" y="1509"/>
                  </a:cubicBezTo>
                  <a:cubicBezTo>
                    <a:pt x="4900" y="1509"/>
                    <a:pt x="4810" y="1420"/>
                    <a:pt x="4810" y="1315"/>
                  </a:cubicBezTo>
                  <a:lnTo>
                    <a:pt x="4810" y="1031"/>
                  </a:lnTo>
                  <a:lnTo>
                    <a:pt x="3152" y="2585"/>
                  </a:lnTo>
                  <a:cubicBezTo>
                    <a:pt x="3107" y="2621"/>
                    <a:pt x="3051" y="2640"/>
                    <a:pt x="2997" y="2640"/>
                  </a:cubicBezTo>
                  <a:cubicBezTo>
                    <a:pt x="2962" y="2640"/>
                    <a:pt x="2928" y="2632"/>
                    <a:pt x="2898" y="2614"/>
                  </a:cubicBezTo>
                  <a:lnTo>
                    <a:pt x="1838" y="1942"/>
                  </a:lnTo>
                  <a:lnTo>
                    <a:pt x="748" y="2958"/>
                  </a:lnTo>
                  <a:cubicBezTo>
                    <a:pt x="703" y="3003"/>
                    <a:pt x="658" y="3018"/>
                    <a:pt x="598" y="3018"/>
                  </a:cubicBezTo>
                  <a:cubicBezTo>
                    <a:pt x="554" y="3018"/>
                    <a:pt x="509" y="3003"/>
                    <a:pt x="464" y="2958"/>
                  </a:cubicBezTo>
                  <a:cubicBezTo>
                    <a:pt x="389" y="2883"/>
                    <a:pt x="389" y="2764"/>
                    <a:pt x="464" y="2689"/>
                  </a:cubicBezTo>
                  <a:lnTo>
                    <a:pt x="1659" y="1569"/>
                  </a:lnTo>
                  <a:cubicBezTo>
                    <a:pt x="1701" y="1527"/>
                    <a:pt x="1752" y="1508"/>
                    <a:pt x="1803" y="1508"/>
                  </a:cubicBezTo>
                  <a:cubicBezTo>
                    <a:pt x="1842" y="1508"/>
                    <a:pt x="1880" y="1519"/>
                    <a:pt x="1913" y="1539"/>
                  </a:cubicBezTo>
                  <a:lnTo>
                    <a:pt x="2973" y="2211"/>
                  </a:lnTo>
                  <a:lnTo>
                    <a:pt x="4526" y="762"/>
                  </a:lnTo>
                  <a:lnTo>
                    <a:pt x="4213" y="762"/>
                  </a:lnTo>
                  <a:cubicBezTo>
                    <a:pt x="4093" y="762"/>
                    <a:pt x="4004" y="673"/>
                    <a:pt x="4004" y="568"/>
                  </a:cubicBezTo>
                  <a:cubicBezTo>
                    <a:pt x="4004" y="464"/>
                    <a:pt x="4093" y="374"/>
                    <a:pt x="4213" y="374"/>
                  </a:cubicBezTo>
                  <a:close/>
                  <a:moveTo>
                    <a:pt x="225" y="1"/>
                  </a:moveTo>
                  <a:cubicBezTo>
                    <a:pt x="105" y="1"/>
                    <a:pt x="1" y="90"/>
                    <a:pt x="1" y="210"/>
                  </a:cubicBezTo>
                  <a:lnTo>
                    <a:pt x="1" y="3570"/>
                  </a:lnTo>
                  <a:cubicBezTo>
                    <a:pt x="1" y="3675"/>
                    <a:pt x="105" y="3764"/>
                    <a:pt x="225" y="3764"/>
                  </a:cubicBezTo>
                  <a:lnTo>
                    <a:pt x="5796" y="3764"/>
                  </a:lnTo>
                  <a:cubicBezTo>
                    <a:pt x="5915" y="3764"/>
                    <a:pt x="6005" y="3675"/>
                    <a:pt x="6005" y="3570"/>
                  </a:cubicBezTo>
                  <a:lnTo>
                    <a:pt x="6005" y="210"/>
                  </a:lnTo>
                  <a:cubicBezTo>
                    <a:pt x="6005" y="90"/>
                    <a:pt x="5915" y="1"/>
                    <a:pt x="57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79"/>
            <p:cNvSpPr/>
            <p:nvPr/>
          </p:nvSpPr>
          <p:spPr>
            <a:xfrm>
              <a:off x="4275845" y="1876176"/>
              <a:ext cx="205214" cy="69796"/>
            </a:xfrm>
            <a:custGeom>
              <a:avLst/>
              <a:gdLst/>
              <a:ahLst/>
              <a:cxnLst/>
              <a:rect l="l" t="t" r="r" b="b"/>
              <a:pathLst>
                <a:path w="4572" h="1555" extrusionOk="0">
                  <a:moveTo>
                    <a:pt x="703" y="1"/>
                  </a:moveTo>
                  <a:lnTo>
                    <a:pt x="61" y="1211"/>
                  </a:lnTo>
                  <a:cubicBezTo>
                    <a:pt x="1" y="1330"/>
                    <a:pt x="46" y="1465"/>
                    <a:pt x="180" y="1524"/>
                  </a:cubicBezTo>
                  <a:cubicBezTo>
                    <a:pt x="210" y="1539"/>
                    <a:pt x="255" y="1554"/>
                    <a:pt x="285" y="1554"/>
                  </a:cubicBezTo>
                  <a:cubicBezTo>
                    <a:pt x="374" y="1554"/>
                    <a:pt x="464" y="1509"/>
                    <a:pt x="509" y="1420"/>
                  </a:cubicBezTo>
                  <a:lnTo>
                    <a:pt x="837" y="792"/>
                  </a:lnTo>
                  <a:lnTo>
                    <a:pt x="3735" y="792"/>
                  </a:lnTo>
                  <a:lnTo>
                    <a:pt x="4063" y="1420"/>
                  </a:lnTo>
                  <a:cubicBezTo>
                    <a:pt x="4108" y="1509"/>
                    <a:pt x="4198" y="1554"/>
                    <a:pt x="4287" y="1554"/>
                  </a:cubicBezTo>
                  <a:cubicBezTo>
                    <a:pt x="4332" y="1554"/>
                    <a:pt x="4362" y="1539"/>
                    <a:pt x="4407" y="1524"/>
                  </a:cubicBezTo>
                  <a:cubicBezTo>
                    <a:pt x="4526" y="1465"/>
                    <a:pt x="4571" y="1330"/>
                    <a:pt x="4511" y="1211"/>
                  </a:cubicBezTo>
                  <a:lnTo>
                    <a:pt x="3869" y="1"/>
                  </a:lnTo>
                  <a:lnTo>
                    <a:pt x="3302" y="1"/>
                  </a:lnTo>
                  <a:lnTo>
                    <a:pt x="3481" y="329"/>
                  </a:lnTo>
                  <a:lnTo>
                    <a:pt x="1091" y="329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79"/>
            <p:cNvSpPr/>
            <p:nvPr/>
          </p:nvSpPr>
          <p:spPr>
            <a:xfrm>
              <a:off x="4213502" y="1620116"/>
              <a:ext cx="329905" cy="55029"/>
            </a:xfrm>
            <a:custGeom>
              <a:avLst/>
              <a:gdLst/>
              <a:ahLst/>
              <a:cxnLst/>
              <a:rect l="l" t="t" r="r" b="b"/>
              <a:pathLst>
                <a:path w="7350" h="1226" extrusionOk="0">
                  <a:moveTo>
                    <a:pt x="3675" y="0"/>
                  </a:moveTo>
                  <a:cubicBezTo>
                    <a:pt x="3541" y="0"/>
                    <a:pt x="3421" y="105"/>
                    <a:pt x="3421" y="239"/>
                  </a:cubicBezTo>
                  <a:lnTo>
                    <a:pt x="3421" y="747"/>
                  </a:lnTo>
                  <a:lnTo>
                    <a:pt x="255" y="747"/>
                  </a:lnTo>
                  <a:cubicBezTo>
                    <a:pt x="120" y="747"/>
                    <a:pt x="1" y="852"/>
                    <a:pt x="1" y="986"/>
                  </a:cubicBezTo>
                  <a:cubicBezTo>
                    <a:pt x="1" y="1120"/>
                    <a:pt x="120" y="1225"/>
                    <a:pt x="255" y="1225"/>
                  </a:cubicBezTo>
                  <a:lnTo>
                    <a:pt x="7095" y="1225"/>
                  </a:lnTo>
                  <a:cubicBezTo>
                    <a:pt x="7230" y="1225"/>
                    <a:pt x="7349" y="1120"/>
                    <a:pt x="7349" y="986"/>
                  </a:cubicBezTo>
                  <a:cubicBezTo>
                    <a:pt x="7349" y="852"/>
                    <a:pt x="7230" y="747"/>
                    <a:pt x="7095" y="747"/>
                  </a:cubicBezTo>
                  <a:lnTo>
                    <a:pt x="3929" y="747"/>
                  </a:lnTo>
                  <a:lnTo>
                    <a:pt x="3929" y="239"/>
                  </a:lnTo>
                  <a:cubicBezTo>
                    <a:pt x="3929" y="105"/>
                    <a:pt x="3809" y="0"/>
                    <a:pt x="3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7" name="Google Shape;1077;p79"/>
          <p:cNvSpPr/>
          <p:nvPr/>
        </p:nvSpPr>
        <p:spPr>
          <a:xfrm>
            <a:off x="4390853" y="3851476"/>
            <a:ext cx="319702" cy="366363"/>
          </a:xfrm>
          <a:custGeom>
            <a:avLst/>
            <a:gdLst/>
            <a:ahLst/>
            <a:cxnLst/>
            <a:rect l="l" t="t" r="r" b="b"/>
            <a:pathLst>
              <a:path w="7693" h="9560" extrusionOk="0">
                <a:moveTo>
                  <a:pt x="5750" y="7170"/>
                </a:moveTo>
                <a:cubicBezTo>
                  <a:pt x="5750" y="7319"/>
                  <a:pt x="5646" y="7409"/>
                  <a:pt x="5497" y="7409"/>
                </a:cubicBezTo>
                <a:lnTo>
                  <a:pt x="4093" y="7409"/>
                </a:lnTo>
                <a:lnTo>
                  <a:pt x="4093" y="9067"/>
                </a:lnTo>
                <a:lnTo>
                  <a:pt x="4705" y="9067"/>
                </a:lnTo>
                <a:cubicBezTo>
                  <a:pt x="4854" y="9067"/>
                  <a:pt x="4959" y="9171"/>
                  <a:pt x="4959" y="9306"/>
                </a:cubicBezTo>
                <a:cubicBezTo>
                  <a:pt x="4959" y="9455"/>
                  <a:pt x="4854" y="9560"/>
                  <a:pt x="4705" y="9560"/>
                </a:cubicBezTo>
                <a:lnTo>
                  <a:pt x="3017" y="9560"/>
                </a:lnTo>
                <a:cubicBezTo>
                  <a:pt x="2868" y="9560"/>
                  <a:pt x="2763" y="9455"/>
                  <a:pt x="2763" y="9306"/>
                </a:cubicBezTo>
                <a:cubicBezTo>
                  <a:pt x="2763" y="9171"/>
                  <a:pt x="2868" y="9067"/>
                  <a:pt x="3017" y="9067"/>
                </a:cubicBezTo>
                <a:lnTo>
                  <a:pt x="3600" y="9067"/>
                </a:lnTo>
                <a:lnTo>
                  <a:pt x="3600" y="7409"/>
                </a:lnTo>
                <a:lnTo>
                  <a:pt x="2196" y="7409"/>
                </a:lnTo>
                <a:cubicBezTo>
                  <a:pt x="2046" y="7409"/>
                  <a:pt x="1957" y="7319"/>
                  <a:pt x="1957" y="7170"/>
                </a:cubicBezTo>
                <a:cubicBezTo>
                  <a:pt x="1957" y="7021"/>
                  <a:pt x="2046" y="6916"/>
                  <a:pt x="2196" y="6916"/>
                </a:cubicBezTo>
                <a:lnTo>
                  <a:pt x="5526" y="6916"/>
                </a:lnTo>
                <a:cubicBezTo>
                  <a:pt x="5646" y="6916"/>
                  <a:pt x="5750" y="7021"/>
                  <a:pt x="5750" y="7170"/>
                </a:cubicBezTo>
                <a:close/>
                <a:moveTo>
                  <a:pt x="254" y="494"/>
                </a:moveTo>
                <a:lnTo>
                  <a:pt x="7453" y="494"/>
                </a:lnTo>
                <a:cubicBezTo>
                  <a:pt x="7588" y="494"/>
                  <a:pt x="7692" y="389"/>
                  <a:pt x="7692" y="240"/>
                </a:cubicBezTo>
                <a:cubicBezTo>
                  <a:pt x="7692" y="105"/>
                  <a:pt x="7588" y="1"/>
                  <a:pt x="7453" y="1"/>
                </a:cubicBezTo>
                <a:lnTo>
                  <a:pt x="254" y="1"/>
                </a:lnTo>
                <a:cubicBezTo>
                  <a:pt x="105" y="1"/>
                  <a:pt x="0" y="105"/>
                  <a:pt x="0" y="240"/>
                </a:cubicBezTo>
                <a:cubicBezTo>
                  <a:pt x="0" y="389"/>
                  <a:pt x="105" y="494"/>
                  <a:pt x="254" y="494"/>
                </a:cubicBezTo>
                <a:close/>
                <a:moveTo>
                  <a:pt x="3704" y="4063"/>
                </a:moveTo>
                <a:cubicBezTo>
                  <a:pt x="3659" y="4063"/>
                  <a:pt x="3600" y="4033"/>
                  <a:pt x="3555" y="4018"/>
                </a:cubicBezTo>
                <a:cubicBezTo>
                  <a:pt x="3510" y="3959"/>
                  <a:pt x="3480" y="3914"/>
                  <a:pt x="3480" y="3869"/>
                </a:cubicBezTo>
                <a:lnTo>
                  <a:pt x="3480" y="2062"/>
                </a:lnTo>
                <a:cubicBezTo>
                  <a:pt x="2614" y="2196"/>
                  <a:pt x="1972" y="2928"/>
                  <a:pt x="1972" y="3794"/>
                </a:cubicBezTo>
                <a:cubicBezTo>
                  <a:pt x="1972" y="4750"/>
                  <a:pt x="2763" y="5542"/>
                  <a:pt x="3734" y="5542"/>
                </a:cubicBezTo>
                <a:cubicBezTo>
                  <a:pt x="4585" y="5542"/>
                  <a:pt x="5302" y="4929"/>
                  <a:pt x="5452" y="4093"/>
                </a:cubicBezTo>
                <a:close/>
                <a:moveTo>
                  <a:pt x="7692" y="1091"/>
                </a:moveTo>
                <a:lnTo>
                  <a:pt x="7692" y="6378"/>
                </a:lnTo>
                <a:cubicBezTo>
                  <a:pt x="7692" y="6572"/>
                  <a:pt x="7528" y="6752"/>
                  <a:pt x="7319" y="6752"/>
                </a:cubicBezTo>
                <a:lnTo>
                  <a:pt x="374" y="6752"/>
                </a:lnTo>
                <a:cubicBezTo>
                  <a:pt x="179" y="6752"/>
                  <a:pt x="0" y="6572"/>
                  <a:pt x="0" y="6378"/>
                </a:cubicBezTo>
                <a:lnTo>
                  <a:pt x="0" y="1091"/>
                </a:lnTo>
                <a:cubicBezTo>
                  <a:pt x="0" y="882"/>
                  <a:pt x="179" y="718"/>
                  <a:pt x="374" y="718"/>
                </a:cubicBezTo>
                <a:lnTo>
                  <a:pt x="7304" y="718"/>
                </a:lnTo>
                <a:cubicBezTo>
                  <a:pt x="7528" y="718"/>
                  <a:pt x="7692" y="867"/>
                  <a:pt x="7692" y="1091"/>
                </a:cubicBezTo>
                <a:close/>
                <a:moveTo>
                  <a:pt x="5900" y="3869"/>
                </a:moveTo>
                <a:cubicBezTo>
                  <a:pt x="5900" y="3824"/>
                  <a:pt x="5870" y="3750"/>
                  <a:pt x="5840" y="3720"/>
                </a:cubicBezTo>
                <a:cubicBezTo>
                  <a:pt x="5795" y="3675"/>
                  <a:pt x="5750" y="3645"/>
                  <a:pt x="5691" y="3645"/>
                </a:cubicBezTo>
                <a:lnTo>
                  <a:pt x="3943" y="3645"/>
                </a:lnTo>
                <a:lnTo>
                  <a:pt x="3943" y="1823"/>
                </a:lnTo>
                <a:cubicBezTo>
                  <a:pt x="3943" y="1778"/>
                  <a:pt x="3928" y="1718"/>
                  <a:pt x="3869" y="1673"/>
                </a:cubicBezTo>
                <a:cubicBezTo>
                  <a:pt x="3824" y="1629"/>
                  <a:pt x="3779" y="1629"/>
                  <a:pt x="3734" y="1629"/>
                </a:cubicBezTo>
                <a:cubicBezTo>
                  <a:pt x="2539" y="1644"/>
                  <a:pt x="1583" y="2614"/>
                  <a:pt x="1583" y="3794"/>
                </a:cubicBezTo>
                <a:cubicBezTo>
                  <a:pt x="1583" y="4974"/>
                  <a:pt x="2569" y="5960"/>
                  <a:pt x="3749" y="5960"/>
                </a:cubicBezTo>
                <a:cubicBezTo>
                  <a:pt x="4914" y="5930"/>
                  <a:pt x="5840" y="5019"/>
                  <a:pt x="5900" y="3869"/>
                </a:cubicBezTo>
                <a:close/>
                <a:moveTo>
                  <a:pt x="6139" y="3346"/>
                </a:moveTo>
                <a:cubicBezTo>
                  <a:pt x="6139" y="2271"/>
                  <a:pt x="5258" y="1405"/>
                  <a:pt x="4167" y="1405"/>
                </a:cubicBezTo>
                <a:lnTo>
                  <a:pt x="4152" y="1405"/>
                </a:lnTo>
                <a:lnTo>
                  <a:pt x="4152" y="3451"/>
                </a:lnTo>
                <a:lnTo>
                  <a:pt x="6109" y="3451"/>
                </a:lnTo>
                <a:cubicBezTo>
                  <a:pt x="6139" y="3406"/>
                  <a:pt x="6139" y="3376"/>
                  <a:pt x="6139" y="334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8" name="Google Shape;1078;p79"/>
          <p:cNvGrpSpPr/>
          <p:nvPr/>
        </p:nvGrpSpPr>
        <p:grpSpPr>
          <a:xfrm>
            <a:off x="3811767" y="1670141"/>
            <a:ext cx="299929" cy="337792"/>
            <a:chOff x="924450" y="2028975"/>
            <a:chExt cx="425975" cy="479750"/>
          </a:xfrm>
        </p:grpSpPr>
        <p:sp>
          <p:nvSpPr>
            <p:cNvPr id="1079" name="Google Shape;1079;p79"/>
            <p:cNvSpPr/>
            <p:nvPr/>
          </p:nvSpPr>
          <p:spPr>
            <a:xfrm>
              <a:off x="1035500" y="2028975"/>
              <a:ext cx="314925" cy="153075"/>
            </a:xfrm>
            <a:custGeom>
              <a:avLst/>
              <a:gdLst/>
              <a:ahLst/>
              <a:cxnLst/>
              <a:rect l="l" t="t" r="r" b="b"/>
              <a:pathLst>
                <a:path w="12597" h="6123" extrusionOk="0">
                  <a:moveTo>
                    <a:pt x="12036" y="0"/>
                  </a:moveTo>
                  <a:cubicBezTo>
                    <a:pt x="11993" y="0"/>
                    <a:pt x="11948" y="5"/>
                    <a:pt x="11904" y="16"/>
                  </a:cubicBezTo>
                  <a:lnTo>
                    <a:pt x="437" y="2696"/>
                  </a:lnTo>
                  <a:cubicBezTo>
                    <a:pt x="181" y="2753"/>
                    <a:pt x="0" y="2982"/>
                    <a:pt x="0" y="3244"/>
                  </a:cubicBezTo>
                  <a:lnTo>
                    <a:pt x="0" y="6123"/>
                  </a:lnTo>
                  <a:lnTo>
                    <a:pt x="12596" y="3181"/>
                  </a:lnTo>
                  <a:lnTo>
                    <a:pt x="12596" y="564"/>
                  </a:lnTo>
                  <a:cubicBezTo>
                    <a:pt x="12596" y="245"/>
                    <a:pt x="12338" y="0"/>
                    <a:pt x="120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79"/>
            <p:cNvSpPr/>
            <p:nvPr/>
          </p:nvSpPr>
          <p:spPr>
            <a:xfrm>
              <a:off x="1212475" y="2137450"/>
              <a:ext cx="137950" cy="304275"/>
            </a:xfrm>
            <a:custGeom>
              <a:avLst/>
              <a:gdLst/>
              <a:ahLst/>
              <a:cxnLst/>
              <a:rect l="l" t="t" r="r" b="b"/>
              <a:pathLst>
                <a:path w="5518" h="12171" extrusionOk="0">
                  <a:moveTo>
                    <a:pt x="5517" y="1"/>
                  </a:moveTo>
                  <a:lnTo>
                    <a:pt x="4388" y="266"/>
                  </a:lnTo>
                  <a:lnTo>
                    <a:pt x="4388" y="7345"/>
                  </a:lnTo>
                  <a:cubicBezTo>
                    <a:pt x="3943" y="7029"/>
                    <a:pt x="3410" y="6861"/>
                    <a:pt x="2865" y="6861"/>
                  </a:cubicBezTo>
                  <a:cubicBezTo>
                    <a:pt x="1790" y="6861"/>
                    <a:pt x="823" y="7508"/>
                    <a:pt x="410" y="8499"/>
                  </a:cubicBezTo>
                  <a:cubicBezTo>
                    <a:pt x="1" y="9492"/>
                    <a:pt x="227" y="10634"/>
                    <a:pt x="986" y="11392"/>
                  </a:cubicBezTo>
                  <a:cubicBezTo>
                    <a:pt x="1495" y="11900"/>
                    <a:pt x="2174" y="12170"/>
                    <a:pt x="2865" y="12170"/>
                  </a:cubicBezTo>
                  <a:cubicBezTo>
                    <a:pt x="3207" y="12170"/>
                    <a:pt x="3551" y="12104"/>
                    <a:pt x="3879" y="11968"/>
                  </a:cubicBezTo>
                  <a:cubicBezTo>
                    <a:pt x="4873" y="11558"/>
                    <a:pt x="5517" y="10588"/>
                    <a:pt x="5517" y="9516"/>
                  </a:cubicBezTo>
                  <a:lnTo>
                    <a:pt x="55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79"/>
            <p:cNvSpPr/>
            <p:nvPr/>
          </p:nvSpPr>
          <p:spPr>
            <a:xfrm>
              <a:off x="924450" y="2204450"/>
              <a:ext cx="139300" cy="304275"/>
            </a:xfrm>
            <a:custGeom>
              <a:avLst/>
              <a:gdLst/>
              <a:ahLst/>
              <a:cxnLst/>
              <a:rect l="l" t="t" r="r" b="b"/>
              <a:pathLst>
                <a:path w="5572" h="12171" extrusionOk="0">
                  <a:moveTo>
                    <a:pt x="5572" y="1"/>
                  </a:moveTo>
                  <a:lnTo>
                    <a:pt x="4442" y="263"/>
                  </a:lnTo>
                  <a:lnTo>
                    <a:pt x="4442" y="7345"/>
                  </a:lnTo>
                  <a:cubicBezTo>
                    <a:pt x="3982" y="7023"/>
                    <a:pt x="3449" y="6864"/>
                    <a:pt x="2917" y="6864"/>
                  </a:cubicBezTo>
                  <a:cubicBezTo>
                    <a:pt x="2291" y="6864"/>
                    <a:pt x="1668" y="7085"/>
                    <a:pt x="1169" y="7520"/>
                  </a:cubicBezTo>
                  <a:cubicBezTo>
                    <a:pt x="251" y="8327"/>
                    <a:pt x="1" y="9655"/>
                    <a:pt x="564" y="10742"/>
                  </a:cubicBezTo>
                  <a:cubicBezTo>
                    <a:pt x="1030" y="11634"/>
                    <a:pt x="1946" y="12171"/>
                    <a:pt x="2916" y="12171"/>
                  </a:cubicBezTo>
                  <a:cubicBezTo>
                    <a:pt x="3126" y="12171"/>
                    <a:pt x="3338" y="12146"/>
                    <a:pt x="3548" y="12094"/>
                  </a:cubicBezTo>
                  <a:cubicBezTo>
                    <a:pt x="4738" y="11802"/>
                    <a:pt x="5572" y="10739"/>
                    <a:pt x="5572" y="9516"/>
                  </a:cubicBezTo>
                  <a:lnTo>
                    <a:pt x="55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2" name="Google Shape;1082;p79"/>
          <p:cNvGrpSpPr/>
          <p:nvPr/>
        </p:nvGrpSpPr>
        <p:grpSpPr>
          <a:xfrm>
            <a:off x="4381079" y="1669411"/>
            <a:ext cx="339253" cy="339253"/>
            <a:chOff x="1492675" y="2027925"/>
            <a:chExt cx="481825" cy="481825"/>
          </a:xfrm>
        </p:grpSpPr>
        <p:sp>
          <p:nvSpPr>
            <p:cNvPr id="1083" name="Google Shape;1083;p79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79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79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79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79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8" name="Google Shape;1088;p79"/>
          <p:cNvGrpSpPr/>
          <p:nvPr/>
        </p:nvGrpSpPr>
        <p:grpSpPr>
          <a:xfrm>
            <a:off x="2685084" y="1685133"/>
            <a:ext cx="313868" cy="307836"/>
            <a:chOff x="2975545" y="4202685"/>
            <a:chExt cx="313868" cy="307836"/>
          </a:xfrm>
        </p:grpSpPr>
        <p:sp>
          <p:nvSpPr>
            <p:cNvPr id="1089" name="Google Shape;1089;p79"/>
            <p:cNvSpPr/>
            <p:nvPr/>
          </p:nvSpPr>
          <p:spPr>
            <a:xfrm>
              <a:off x="3190820" y="4308453"/>
              <a:ext cx="98593" cy="90315"/>
            </a:xfrm>
            <a:custGeom>
              <a:avLst/>
              <a:gdLst/>
              <a:ahLst/>
              <a:cxnLst/>
              <a:rect l="l" t="t" r="r" b="b"/>
              <a:pathLst>
                <a:path w="1995" h="1841" extrusionOk="0">
                  <a:moveTo>
                    <a:pt x="258" y="0"/>
                  </a:moveTo>
                  <a:cubicBezTo>
                    <a:pt x="117" y="0"/>
                    <a:pt x="0" y="179"/>
                    <a:pt x="125" y="315"/>
                  </a:cubicBezTo>
                  <a:lnTo>
                    <a:pt x="737" y="913"/>
                  </a:lnTo>
                  <a:lnTo>
                    <a:pt x="125" y="1525"/>
                  </a:lnTo>
                  <a:cubicBezTo>
                    <a:pt x="0" y="1661"/>
                    <a:pt x="125" y="1840"/>
                    <a:pt x="264" y="1840"/>
                  </a:cubicBezTo>
                  <a:cubicBezTo>
                    <a:pt x="309" y="1840"/>
                    <a:pt x="354" y="1822"/>
                    <a:pt x="394" y="1779"/>
                  </a:cubicBezTo>
                  <a:lnTo>
                    <a:pt x="991" y="1182"/>
                  </a:lnTo>
                  <a:lnTo>
                    <a:pt x="1604" y="1779"/>
                  </a:lnTo>
                  <a:cubicBezTo>
                    <a:pt x="1642" y="1821"/>
                    <a:pt x="1686" y="1838"/>
                    <a:pt x="1729" y="1838"/>
                  </a:cubicBezTo>
                  <a:cubicBezTo>
                    <a:pt x="1869" y="1838"/>
                    <a:pt x="1995" y="1651"/>
                    <a:pt x="1858" y="1525"/>
                  </a:cubicBezTo>
                  <a:lnTo>
                    <a:pt x="1260" y="913"/>
                  </a:lnTo>
                  <a:lnTo>
                    <a:pt x="1858" y="315"/>
                  </a:lnTo>
                  <a:cubicBezTo>
                    <a:pt x="1995" y="189"/>
                    <a:pt x="1869" y="2"/>
                    <a:pt x="1729" y="2"/>
                  </a:cubicBezTo>
                  <a:cubicBezTo>
                    <a:pt x="1686" y="2"/>
                    <a:pt x="1642" y="20"/>
                    <a:pt x="1604" y="61"/>
                  </a:cubicBezTo>
                  <a:lnTo>
                    <a:pt x="991" y="659"/>
                  </a:lnTo>
                  <a:lnTo>
                    <a:pt x="394" y="61"/>
                  </a:lnTo>
                  <a:cubicBezTo>
                    <a:pt x="351" y="18"/>
                    <a:pt x="303" y="0"/>
                    <a:pt x="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79"/>
            <p:cNvSpPr/>
            <p:nvPr/>
          </p:nvSpPr>
          <p:spPr>
            <a:xfrm>
              <a:off x="2975545" y="4272592"/>
              <a:ext cx="73092" cy="167875"/>
            </a:xfrm>
            <a:custGeom>
              <a:avLst/>
              <a:gdLst/>
              <a:ahLst/>
              <a:cxnLst/>
              <a:rect l="l" t="t" r="r" b="b"/>
              <a:pathLst>
                <a:path w="1479" h="3422" extrusionOk="0">
                  <a:moveTo>
                    <a:pt x="553" y="1"/>
                  </a:moveTo>
                  <a:cubicBezTo>
                    <a:pt x="254" y="1"/>
                    <a:pt x="0" y="240"/>
                    <a:pt x="0" y="553"/>
                  </a:cubicBezTo>
                  <a:lnTo>
                    <a:pt x="0" y="2869"/>
                  </a:lnTo>
                  <a:cubicBezTo>
                    <a:pt x="0" y="3182"/>
                    <a:pt x="254" y="3421"/>
                    <a:pt x="553" y="3421"/>
                  </a:cubicBezTo>
                  <a:lnTo>
                    <a:pt x="1479" y="3421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79"/>
            <p:cNvSpPr/>
            <p:nvPr/>
          </p:nvSpPr>
          <p:spPr>
            <a:xfrm>
              <a:off x="3066330" y="4202685"/>
              <a:ext cx="109268" cy="307836"/>
            </a:xfrm>
            <a:custGeom>
              <a:avLst/>
              <a:gdLst/>
              <a:ahLst/>
              <a:cxnLst/>
              <a:rect l="l" t="t" r="r" b="b"/>
              <a:pathLst>
                <a:path w="2211" h="6275" extrusionOk="0">
                  <a:moveTo>
                    <a:pt x="1660" y="1"/>
                  </a:moveTo>
                  <a:cubicBezTo>
                    <a:pt x="1530" y="1"/>
                    <a:pt x="1401" y="44"/>
                    <a:pt x="1300" y="126"/>
                  </a:cubicBezTo>
                  <a:lnTo>
                    <a:pt x="0" y="1217"/>
                  </a:lnTo>
                  <a:lnTo>
                    <a:pt x="0" y="5055"/>
                  </a:lnTo>
                  <a:lnTo>
                    <a:pt x="1300" y="6146"/>
                  </a:lnTo>
                  <a:cubicBezTo>
                    <a:pt x="1406" y="6234"/>
                    <a:pt x="1529" y="6274"/>
                    <a:pt x="1650" y="6274"/>
                  </a:cubicBezTo>
                  <a:cubicBezTo>
                    <a:pt x="1937" y="6274"/>
                    <a:pt x="2211" y="6049"/>
                    <a:pt x="2211" y="5712"/>
                  </a:cubicBezTo>
                  <a:lnTo>
                    <a:pt x="2211" y="560"/>
                  </a:lnTo>
                  <a:cubicBezTo>
                    <a:pt x="2211" y="336"/>
                    <a:pt x="2091" y="141"/>
                    <a:pt x="1897" y="52"/>
                  </a:cubicBezTo>
                  <a:cubicBezTo>
                    <a:pt x="1823" y="17"/>
                    <a:pt x="1741" y="1"/>
                    <a:pt x="16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2" name="Google Shape;1092;p79"/>
          <p:cNvGrpSpPr/>
          <p:nvPr/>
        </p:nvGrpSpPr>
        <p:grpSpPr>
          <a:xfrm>
            <a:off x="2090794" y="1685403"/>
            <a:ext cx="319698" cy="307247"/>
            <a:chOff x="1862725" y="5242500"/>
            <a:chExt cx="161725" cy="156575"/>
          </a:xfrm>
        </p:grpSpPr>
        <p:sp>
          <p:nvSpPr>
            <p:cNvPr id="1093" name="Google Shape;1093;p79"/>
            <p:cNvSpPr/>
            <p:nvPr/>
          </p:nvSpPr>
          <p:spPr>
            <a:xfrm>
              <a:off x="1967525" y="5300325"/>
              <a:ext cx="16950" cy="37950"/>
            </a:xfrm>
            <a:custGeom>
              <a:avLst/>
              <a:gdLst/>
              <a:ahLst/>
              <a:cxnLst/>
              <a:rect l="l" t="t" r="r" b="b"/>
              <a:pathLst>
                <a:path w="678" h="1518" extrusionOk="0">
                  <a:moveTo>
                    <a:pt x="254" y="0"/>
                  </a:moveTo>
                  <a:cubicBezTo>
                    <a:pt x="122" y="0"/>
                    <a:pt x="0" y="148"/>
                    <a:pt x="95" y="296"/>
                  </a:cubicBezTo>
                  <a:cubicBezTo>
                    <a:pt x="319" y="610"/>
                    <a:pt x="275" y="968"/>
                    <a:pt x="95" y="1222"/>
                  </a:cubicBezTo>
                  <a:cubicBezTo>
                    <a:pt x="0" y="1370"/>
                    <a:pt x="129" y="1518"/>
                    <a:pt x="261" y="1518"/>
                  </a:cubicBezTo>
                  <a:cubicBezTo>
                    <a:pt x="315" y="1518"/>
                    <a:pt x="370" y="1492"/>
                    <a:pt x="409" y="1431"/>
                  </a:cubicBezTo>
                  <a:cubicBezTo>
                    <a:pt x="678" y="1028"/>
                    <a:pt x="678" y="490"/>
                    <a:pt x="409" y="87"/>
                  </a:cubicBezTo>
                  <a:cubicBezTo>
                    <a:pt x="365" y="26"/>
                    <a:pt x="309" y="0"/>
                    <a:pt x="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79"/>
            <p:cNvSpPr/>
            <p:nvPr/>
          </p:nvSpPr>
          <p:spPr>
            <a:xfrm>
              <a:off x="1995900" y="5276950"/>
              <a:ext cx="28550" cy="84700"/>
            </a:xfrm>
            <a:custGeom>
              <a:avLst/>
              <a:gdLst/>
              <a:ahLst/>
              <a:cxnLst/>
              <a:rect l="l" t="t" r="r" b="b"/>
              <a:pathLst>
                <a:path w="1142" h="3388" extrusionOk="0">
                  <a:moveTo>
                    <a:pt x="262" y="1"/>
                  </a:moveTo>
                  <a:cubicBezTo>
                    <a:pt x="130" y="1"/>
                    <a:pt x="0" y="142"/>
                    <a:pt x="96" y="290"/>
                  </a:cubicBezTo>
                  <a:cubicBezTo>
                    <a:pt x="753" y="1261"/>
                    <a:pt x="723" y="2172"/>
                    <a:pt x="96" y="3098"/>
                  </a:cubicBezTo>
                  <a:cubicBezTo>
                    <a:pt x="0" y="3246"/>
                    <a:pt x="130" y="3387"/>
                    <a:pt x="262" y="3387"/>
                  </a:cubicBezTo>
                  <a:cubicBezTo>
                    <a:pt x="316" y="3387"/>
                    <a:pt x="370" y="3364"/>
                    <a:pt x="409" y="3307"/>
                  </a:cubicBezTo>
                  <a:cubicBezTo>
                    <a:pt x="1141" y="2202"/>
                    <a:pt x="1096" y="1112"/>
                    <a:pt x="409" y="81"/>
                  </a:cubicBezTo>
                  <a:cubicBezTo>
                    <a:pt x="370" y="25"/>
                    <a:pt x="316" y="1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79"/>
            <p:cNvSpPr/>
            <p:nvPr/>
          </p:nvSpPr>
          <p:spPr>
            <a:xfrm>
              <a:off x="1980700" y="5287100"/>
              <a:ext cx="24700" cy="64450"/>
            </a:xfrm>
            <a:custGeom>
              <a:avLst/>
              <a:gdLst/>
              <a:ahLst/>
              <a:cxnLst/>
              <a:rect l="l" t="t" r="r" b="b"/>
              <a:pathLst>
                <a:path w="988" h="2578" extrusionOk="0">
                  <a:moveTo>
                    <a:pt x="265" y="1"/>
                  </a:moveTo>
                  <a:cubicBezTo>
                    <a:pt x="136" y="1"/>
                    <a:pt x="10" y="148"/>
                    <a:pt x="106" y="287"/>
                  </a:cubicBezTo>
                  <a:cubicBezTo>
                    <a:pt x="539" y="959"/>
                    <a:pt x="584" y="1542"/>
                    <a:pt x="106" y="2289"/>
                  </a:cubicBezTo>
                  <a:cubicBezTo>
                    <a:pt x="0" y="2437"/>
                    <a:pt x="127" y="2578"/>
                    <a:pt x="258" y="2578"/>
                  </a:cubicBezTo>
                  <a:cubicBezTo>
                    <a:pt x="312" y="2578"/>
                    <a:pt x="366" y="2554"/>
                    <a:pt x="405" y="2498"/>
                  </a:cubicBezTo>
                  <a:cubicBezTo>
                    <a:pt x="987" y="1602"/>
                    <a:pt x="898" y="840"/>
                    <a:pt x="405" y="78"/>
                  </a:cubicBezTo>
                  <a:cubicBezTo>
                    <a:pt x="367" y="24"/>
                    <a:pt x="316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79"/>
            <p:cNvSpPr/>
            <p:nvPr/>
          </p:nvSpPr>
          <p:spPr>
            <a:xfrm>
              <a:off x="1862725" y="5277850"/>
              <a:ext cx="36625" cy="85900"/>
            </a:xfrm>
            <a:custGeom>
              <a:avLst/>
              <a:gdLst/>
              <a:ahLst/>
              <a:cxnLst/>
              <a:rect l="l" t="t" r="r" b="b"/>
              <a:pathLst>
                <a:path w="1465" h="3436" extrusionOk="0">
                  <a:moveTo>
                    <a:pt x="553" y="0"/>
                  </a:moveTo>
                  <a:cubicBezTo>
                    <a:pt x="255" y="0"/>
                    <a:pt x="1" y="254"/>
                    <a:pt x="1" y="553"/>
                  </a:cubicBezTo>
                  <a:lnTo>
                    <a:pt x="1" y="2883"/>
                  </a:lnTo>
                  <a:cubicBezTo>
                    <a:pt x="1" y="3182"/>
                    <a:pt x="255" y="3435"/>
                    <a:pt x="553" y="3435"/>
                  </a:cubicBezTo>
                  <a:lnTo>
                    <a:pt x="1465" y="3435"/>
                  </a:lnTo>
                  <a:lnTo>
                    <a:pt x="14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79"/>
            <p:cNvSpPr/>
            <p:nvPr/>
          </p:nvSpPr>
          <p:spPr>
            <a:xfrm>
              <a:off x="1908650" y="5242500"/>
              <a:ext cx="54925" cy="156575"/>
            </a:xfrm>
            <a:custGeom>
              <a:avLst/>
              <a:gdLst/>
              <a:ahLst/>
              <a:cxnLst/>
              <a:rect l="l" t="t" r="r" b="b"/>
              <a:pathLst>
                <a:path w="2197" h="6263" extrusionOk="0">
                  <a:moveTo>
                    <a:pt x="1649" y="1"/>
                  </a:moveTo>
                  <a:cubicBezTo>
                    <a:pt x="1530" y="1"/>
                    <a:pt x="1407" y="41"/>
                    <a:pt x="1300" y="130"/>
                  </a:cubicBezTo>
                  <a:lnTo>
                    <a:pt x="1" y="1205"/>
                  </a:lnTo>
                  <a:lnTo>
                    <a:pt x="1" y="5059"/>
                  </a:lnTo>
                  <a:lnTo>
                    <a:pt x="1300" y="6134"/>
                  </a:lnTo>
                  <a:cubicBezTo>
                    <a:pt x="1407" y="6223"/>
                    <a:pt x="1530" y="6263"/>
                    <a:pt x="1649" y="6263"/>
                  </a:cubicBezTo>
                  <a:cubicBezTo>
                    <a:pt x="1931" y="6263"/>
                    <a:pt x="2197" y="6041"/>
                    <a:pt x="2197" y="5716"/>
                  </a:cubicBezTo>
                  <a:lnTo>
                    <a:pt x="2197" y="548"/>
                  </a:lnTo>
                  <a:cubicBezTo>
                    <a:pt x="2197" y="223"/>
                    <a:pt x="1931" y="1"/>
                    <a:pt x="16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8" name="Google Shape;1098;p79"/>
          <p:cNvGrpSpPr/>
          <p:nvPr/>
        </p:nvGrpSpPr>
        <p:grpSpPr>
          <a:xfrm>
            <a:off x="7954188" y="3851019"/>
            <a:ext cx="367261" cy="367261"/>
            <a:chOff x="-65145700" y="3727425"/>
            <a:chExt cx="317425" cy="317425"/>
          </a:xfrm>
        </p:grpSpPr>
        <p:sp>
          <p:nvSpPr>
            <p:cNvPr id="1099" name="Google Shape;1099;p79"/>
            <p:cNvSpPr/>
            <p:nvPr/>
          </p:nvSpPr>
          <p:spPr>
            <a:xfrm>
              <a:off x="-65145700" y="376915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79"/>
            <p:cNvSpPr/>
            <p:nvPr/>
          </p:nvSpPr>
          <p:spPr>
            <a:xfrm>
              <a:off x="-64977150" y="3727425"/>
              <a:ext cx="148875" cy="147300"/>
            </a:xfrm>
            <a:custGeom>
              <a:avLst/>
              <a:gdLst/>
              <a:ahLst/>
              <a:cxnLst/>
              <a:rect l="l" t="t" r="r" b="b"/>
              <a:pathLst>
                <a:path w="5955" h="5892" extrusionOk="0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1" name="Google Shape;1101;p79"/>
          <p:cNvSpPr/>
          <p:nvPr/>
        </p:nvSpPr>
        <p:spPr>
          <a:xfrm>
            <a:off x="7954497" y="2720203"/>
            <a:ext cx="366364" cy="347563"/>
          </a:xfrm>
          <a:custGeom>
            <a:avLst/>
            <a:gdLst/>
            <a:ahLst/>
            <a:cxnLst/>
            <a:rect l="l" t="t" r="r" b="b"/>
            <a:pathLst>
              <a:path w="12666" h="12016" extrusionOk="0">
                <a:moveTo>
                  <a:pt x="3844" y="5105"/>
                </a:moveTo>
                <a:cubicBezTo>
                  <a:pt x="4096" y="5105"/>
                  <a:pt x="4285" y="5325"/>
                  <a:pt x="4285" y="5514"/>
                </a:cubicBezTo>
                <a:lnTo>
                  <a:pt x="4285" y="7153"/>
                </a:lnTo>
                <a:cubicBezTo>
                  <a:pt x="4285" y="7405"/>
                  <a:pt x="4096" y="7562"/>
                  <a:pt x="3844" y="7562"/>
                </a:cubicBezTo>
                <a:lnTo>
                  <a:pt x="2206" y="7562"/>
                </a:lnTo>
                <a:cubicBezTo>
                  <a:pt x="1954" y="7562"/>
                  <a:pt x="1765" y="7342"/>
                  <a:pt x="1765" y="7153"/>
                </a:cubicBezTo>
                <a:lnTo>
                  <a:pt x="1765" y="5514"/>
                </a:lnTo>
                <a:cubicBezTo>
                  <a:pt x="1765" y="5262"/>
                  <a:pt x="1954" y="5105"/>
                  <a:pt x="2206" y="5105"/>
                </a:cubicBezTo>
                <a:close/>
                <a:moveTo>
                  <a:pt x="7215" y="1765"/>
                </a:moveTo>
                <a:cubicBezTo>
                  <a:pt x="7436" y="1765"/>
                  <a:pt x="7593" y="1954"/>
                  <a:pt x="7593" y="2206"/>
                </a:cubicBezTo>
                <a:lnTo>
                  <a:pt x="7593" y="7153"/>
                </a:lnTo>
                <a:cubicBezTo>
                  <a:pt x="7593" y="7405"/>
                  <a:pt x="7404" y="7562"/>
                  <a:pt x="7215" y="7562"/>
                </a:cubicBezTo>
                <a:lnTo>
                  <a:pt x="5545" y="7562"/>
                </a:lnTo>
                <a:cubicBezTo>
                  <a:pt x="5325" y="7562"/>
                  <a:pt x="5167" y="7342"/>
                  <a:pt x="5167" y="7153"/>
                </a:cubicBezTo>
                <a:lnTo>
                  <a:pt x="5167" y="2206"/>
                </a:lnTo>
                <a:cubicBezTo>
                  <a:pt x="5167" y="1954"/>
                  <a:pt x="5356" y="1765"/>
                  <a:pt x="5545" y="1765"/>
                </a:cubicBezTo>
                <a:close/>
                <a:moveTo>
                  <a:pt x="10523" y="4286"/>
                </a:moveTo>
                <a:cubicBezTo>
                  <a:pt x="10744" y="4286"/>
                  <a:pt x="10901" y="4475"/>
                  <a:pt x="10901" y="4664"/>
                </a:cubicBezTo>
                <a:lnTo>
                  <a:pt x="10901" y="7153"/>
                </a:lnTo>
                <a:cubicBezTo>
                  <a:pt x="10901" y="7405"/>
                  <a:pt x="10712" y="7562"/>
                  <a:pt x="10523" y="7562"/>
                </a:cubicBezTo>
                <a:lnTo>
                  <a:pt x="8853" y="7562"/>
                </a:lnTo>
                <a:cubicBezTo>
                  <a:pt x="8633" y="7562"/>
                  <a:pt x="8475" y="7342"/>
                  <a:pt x="8475" y="7153"/>
                </a:cubicBezTo>
                <a:lnTo>
                  <a:pt x="8475" y="4664"/>
                </a:lnTo>
                <a:cubicBezTo>
                  <a:pt x="8475" y="4443"/>
                  <a:pt x="8664" y="4286"/>
                  <a:pt x="8853" y="4286"/>
                </a:cubicBezTo>
                <a:close/>
                <a:moveTo>
                  <a:pt x="6333" y="1"/>
                </a:moveTo>
                <a:cubicBezTo>
                  <a:pt x="2836" y="1"/>
                  <a:pt x="0" y="2490"/>
                  <a:pt x="0" y="5514"/>
                </a:cubicBezTo>
                <a:cubicBezTo>
                  <a:pt x="0" y="6900"/>
                  <a:pt x="599" y="8224"/>
                  <a:pt x="1639" y="9200"/>
                </a:cubicBezTo>
                <a:lnTo>
                  <a:pt x="1639" y="11626"/>
                </a:lnTo>
                <a:cubicBezTo>
                  <a:pt x="1639" y="11856"/>
                  <a:pt x="1832" y="12016"/>
                  <a:pt x="2045" y="12016"/>
                </a:cubicBezTo>
                <a:cubicBezTo>
                  <a:pt x="2153" y="12016"/>
                  <a:pt x="2267" y="11974"/>
                  <a:pt x="2363" y="11878"/>
                </a:cubicBezTo>
                <a:lnTo>
                  <a:pt x="3749" y="10492"/>
                </a:lnTo>
                <a:cubicBezTo>
                  <a:pt x="4569" y="10839"/>
                  <a:pt x="5419" y="10965"/>
                  <a:pt x="6333" y="10965"/>
                </a:cubicBezTo>
                <a:cubicBezTo>
                  <a:pt x="9830" y="10965"/>
                  <a:pt x="12665" y="8507"/>
                  <a:pt x="12665" y="5451"/>
                </a:cubicBezTo>
                <a:cubicBezTo>
                  <a:pt x="12665" y="2427"/>
                  <a:pt x="9830" y="1"/>
                  <a:pt x="63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2" name="Google Shape;1102;p79"/>
          <p:cNvGrpSpPr/>
          <p:nvPr/>
        </p:nvGrpSpPr>
        <p:grpSpPr>
          <a:xfrm>
            <a:off x="6779826" y="3824478"/>
            <a:ext cx="446631" cy="420365"/>
            <a:chOff x="3655783" y="1109613"/>
            <a:chExt cx="347275" cy="326853"/>
          </a:xfrm>
        </p:grpSpPr>
        <p:sp>
          <p:nvSpPr>
            <p:cNvPr id="1103" name="Google Shape;1103;p79"/>
            <p:cNvSpPr/>
            <p:nvPr/>
          </p:nvSpPr>
          <p:spPr>
            <a:xfrm>
              <a:off x="3655783" y="1109613"/>
              <a:ext cx="347275" cy="326853"/>
            </a:xfrm>
            <a:custGeom>
              <a:avLst/>
              <a:gdLst/>
              <a:ahLst/>
              <a:cxnLst/>
              <a:rect l="l" t="t" r="r" b="b"/>
              <a:pathLst>
                <a:path w="7737" h="7282" extrusionOk="0">
                  <a:moveTo>
                    <a:pt x="891" y="1"/>
                  </a:moveTo>
                  <a:cubicBezTo>
                    <a:pt x="825" y="1"/>
                    <a:pt x="762" y="23"/>
                    <a:pt x="717" y="68"/>
                  </a:cubicBezTo>
                  <a:lnTo>
                    <a:pt x="105" y="680"/>
                  </a:lnTo>
                  <a:cubicBezTo>
                    <a:pt x="0" y="785"/>
                    <a:pt x="0" y="949"/>
                    <a:pt x="105" y="1039"/>
                  </a:cubicBezTo>
                  <a:cubicBezTo>
                    <a:pt x="157" y="1091"/>
                    <a:pt x="224" y="1117"/>
                    <a:pt x="291" y="1117"/>
                  </a:cubicBezTo>
                  <a:cubicBezTo>
                    <a:pt x="359" y="1117"/>
                    <a:pt x="426" y="1091"/>
                    <a:pt x="478" y="1039"/>
                  </a:cubicBezTo>
                  <a:lnTo>
                    <a:pt x="642" y="889"/>
                  </a:lnTo>
                  <a:lnTo>
                    <a:pt x="642" y="6162"/>
                  </a:lnTo>
                  <a:lnTo>
                    <a:pt x="463" y="6162"/>
                  </a:lnTo>
                  <a:cubicBezTo>
                    <a:pt x="329" y="6162"/>
                    <a:pt x="209" y="6266"/>
                    <a:pt x="209" y="6416"/>
                  </a:cubicBezTo>
                  <a:cubicBezTo>
                    <a:pt x="209" y="6550"/>
                    <a:pt x="329" y="6669"/>
                    <a:pt x="463" y="6669"/>
                  </a:cubicBezTo>
                  <a:lnTo>
                    <a:pt x="642" y="6669"/>
                  </a:lnTo>
                  <a:lnTo>
                    <a:pt x="642" y="6849"/>
                  </a:lnTo>
                  <a:cubicBezTo>
                    <a:pt x="642" y="6983"/>
                    <a:pt x="747" y="7103"/>
                    <a:pt x="896" y="7103"/>
                  </a:cubicBezTo>
                  <a:cubicBezTo>
                    <a:pt x="1031" y="7103"/>
                    <a:pt x="1150" y="6983"/>
                    <a:pt x="1150" y="6849"/>
                  </a:cubicBezTo>
                  <a:lnTo>
                    <a:pt x="1150" y="6669"/>
                  </a:lnTo>
                  <a:lnTo>
                    <a:pt x="6856" y="6669"/>
                  </a:lnTo>
                  <a:lnTo>
                    <a:pt x="6691" y="6834"/>
                  </a:lnTo>
                  <a:cubicBezTo>
                    <a:pt x="6587" y="6938"/>
                    <a:pt x="6587" y="7103"/>
                    <a:pt x="6691" y="7207"/>
                  </a:cubicBezTo>
                  <a:cubicBezTo>
                    <a:pt x="6736" y="7252"/>
                    <a:pt x="6811" y="7282"/>
                    <a:pt x="6871" y="7282"/>
                  </a:cubicBezTo>
                  <a:cubicBezTo>
                    <a:pt x="6945" y="7282"/>
                    <a:pt x="7005" y="7252"/>
                    <a:pt x="7065" y="7207"/>
                  </a:cubicBezTo>
                  <a:lnTo>
                    <a:pt x="7662" y="6595"/>
                  </a:lnTo>
                  <a:cubicBezTo>
                    <a:pt x="7707" y="6550"/>
                    <a:pt x="7737" y="6490"/>
                    <a:pt x="7737" y="6416"/>
                  </a:cubicBezTo>
                  <a:cubicBezTo>
                    <a:pt x="7737" y="6341"/>
                    <a:pt x="7707" y="6281"/>
                    <a:pt x="7662" y="6236"/>
                  </a:cubicBezTo>
                  <a:lnTo>
                    <a:pt x="7065" y="5624"/>
                  </a:lnTo>
                  <a:cubicBezTo>
                    <a:pt x="7013" y="5572"/>
                    <a:pt x="6945" y="5546"/>
                    <a:pt x="6878" y="5546"/>
                  </a:cubicBezTo>
                  <a:cubicBezTo>
                    <a:pt x="6811" y="5546"/>
                    <a:pt x="6744" y="5572"/>
                    <a:pt x="6691" y="5624"/>
                  </a:cubicBezTo>
                  <a:cubicBezTo>
                    <a:pt x="6587" y="5729"/>
                    <a:pt x="6587" y="5893"/>
                    <a:pt x="6691" y="5997"/>
                  </a:cubicBezTo>
                  <a:lnTo>
                    <a:pt x="6856" y="6162"/>
                  </a:lnTo>
                  <a:lnTo>
                    <a:pt x="1150" y="6162"/>
                  </a:lnTo>
                  <a:lnTo>
                    <a:pt x="1150" y="889"/>
                  </a:lnTo>
                  <a:lnTo>
                    <a:pt x="1315" y="1039"/>
                  </a:lnTo>
                  <a:cubicBezTo>
                    <a:pt x="1359" y="1098"/>
                    <a:pt x="1434" y="1113"/>
                    <a:pt x="1494" y="1113"/>
                  </a:cubicBezTo>
                  <a:cubicBezTo>
                    <a:pt x="1568" y="1113"/>
                    <a:pt x="1628" y="1098"/>
                    <a:pt x="1688" y="1039"/>
                  </a:cubicBezTo>
                  <a:cubicBezTo>
                    <a:pt x="1778" y="949"/>
                    <a:pt x="1778" y="785"/>
                    <a:pt x="1688" y="680"/>
                  </a:cubicBezTo>
                  <a:lnTo>
                    <a:pt x="1076" y="68"/>
                  </a:lnTo>
                  <a:cubicBezTo>
                    <a:pt x="1023" y="23"/>
                    <a:pt x="956" y="1"/>
                    <a:pt x="8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79"/>
            <p:cNvSpPr/>
            <p:nvPr/>
          </p:nvSpPr>
          <p:spPr>
            <a:xfrm>
              <a:off x="3723467" y="1167603"/>
              <a:ext cx="213922" cy="205843"/>
            </a:xfrm>
            <a:custGeom>
              <a:avLst/>
              <a:gdLst/>
              <a:ahLst/>
              <a:cxnLst/>
              <a:rect l="l" t="t" r="r" b="b"/>
              <a:pathLst>
                <a:path w="4766" h="4586" extrusionOk="0">
                  <a:moveTo>
                    <a:pt x="3660" y="1031"/>
                  </a:moveTo>
                  <a:cubicBezTo>
                    <a:pt x="3765" y="1031"/>
                    <a:pt x="3839" y="1106"/>
                    <a:pt x="3839" y="1210"/>
                  </a:cubicBezTo>
                  <a:lnTo>
                    <a:pt x="3839" y="1703"/>
                  </a:lnTo>
                  <a:cubicBezTo>
                    <a:pt x="3839" y="1793"/>
                    <a:pt x="3765" y="1883"/>
                    <a:pt x="3660" y="1883"/>
                  </a:cubicBezTo>
                  <a:cubicBezTo>
                    <a:pt x="3555" y="1883"/>
                    <a:pt x="3481" y="1793"/>
                    <a:pt x="3481" y="1703"/>
                  </a:cubicBezTo>
                  <a:lnTo>
                    <a:pt x="3481" y="1210"/>
                  </a:lnTo>
                  <a:cubicBezTo>
                    <a:pt x="3481" y="1106"/>
                    <a:pt x="3555" y="1031"/>
                    <a:pt x="3660" y="1031"/>
                  </a:cubicBezTo>
                  <a:close/>
                  <a:moveTo>
                    <a:pt x="3660" y="2017"/>
                  </a:moveTo>
                  <a:cubicBezTo>
                    <a:pt x="3765" y="2017"/>
                    <a:pt x="3839" y="2092"/>
                    <a:pt x="3839" y="2196"/>
                  </a:cubicBezTo>
                  <a:lnTo>
                    <a:pt x="3839" y="2689"/>
                  </a:lnTo>
                  <a:cubicBezTo>
                    <a:pt x="3839" y="2779"/>
                    <a:pt x="3765" y="2868"/>
                    <a:pt x="3660" y="2868"/>
                  </a:cubicBezTo>
                  <a:cubicBezTo>
                    <a:pt x="3555" y="2868"/>
                    <a:pt x="3481" y="2779"/>
                    <a:pt x="3481" y="2689"/>
                  </a:cubicBezTo>
                  <a:lnTo>
                    <a:pt x="3481" y="2196"/>
                  </a:lnTo>
                  <a:cubicBezTo>
                    <a:pt x="3481" y="2092"/>
                    <a:pt x="3555" y="2017"/>
                    <a:pt x="3660" y="2017"/>
                  </a:cubicBezTo>
                  <a:close/>
                  <a:moveTo>
                    <a:pt x="1091" y="2032"/>
                  </a:moveTo>
                  <a:cubicBezTo>
                    <a:pt x="1196" y="2032"/>
                    <a:pt x="1270" y="2121"/>
                    <a:pt x="1270" y="2211"/>
                  </a:cubicBezTo>
                  <a:lnTo>
                    <a:pt x="1270" y="2704"/>
                  </a:lnTo>
                  <a:cubicBezTo>
                    <a:pt x="1270" y="2809"/>
                    <a:pt x="1196" y="2883"/>
                    <a:pt x="1091" y="2883"/>
                  </a:cubicBezTo>
                  <a:cubicBezTo>
                    <a:pt x="1001" y="2883"/>
                    <a:pt x="912" y="2809"/>
                    <a:pt x="912" y="2704"/>
                  </a:cubicBezTo>
                  <a:lnTo>
                    <a:pt x="912" y="2211"/>
                  </a:lnTo>
                  <a:cubicBezTo>
                    <a:pt x="912" y="2121"/>
                    <a:pt x="1001" y="2032"/>
                    <a:pt x="1091" y="2032"/>
                  </a:cubicBezTo>
                  <a:close/>
                  <a:moveTo>
                    <a:pt x="2376" y="3003"/>
                  </a:moveTo>
                  <a:cubicBezTo>
                    <a:pt x="2480" y="3003"/>
                    <a:pt x="2555" y="3092"/>
                    <a:pt x="2555" y="3182"/>
                  </a:cubicBezTo>
                  <a:lnTo>
                    <a:pt x="2555" y="3675"/>
                  </a:lnTo>
                  <a:cubicBezTo>
                    <a:pt x="2555" y="3779"/>
                    <a:pt x="2480" y="3854"/>
                    <a:pt x="2376" y="3854"/>
                  </a:cubicBezTo>
                  <a:cubicBezTo>
                    <a:pt x="2271" y="3854"/>
                    <a:pt x="2196" y="3779"/>
                    <a:pt x="2196" y="3675"/>
                  </a:cubicBezTo>
                  <a:lnTo>
                    <a:pt x="2196" y="3182"/>
                  </a:lnTo>
                  <a:cubicBezTo>
                    <a:pt x="2196" y="3092"/>
                    <a:pt x="2271" y="3003"/>
                    <a:pt x="2376" y="3003"/>
                  </a:cubicBezTo>
                  <a:close/>
                  <a:moveTo>
                    <a:pt x="3660" y="2988"/>
                  </a:moveTo>
                  <a:cubicBezTo>
                    <a:pt x="3765" y="2988"/>
                    <a:pt x="3839" y="3077"/>
                    <a:pt x="3839" y="3182"/>
                  </a:cubicBezTo>
                  <a:lnTo>
                    <a:pt x="3839" y="3660"/>
                  </a:lnTo>
                  <a:cubicBezTo>
                    <a:pt x="3839" y="3764"/>
                    <a:pt x="3765" y="3854"/>
                    <a:pt x="3660" y="3854"/>
                  </a:cubicBezTo>
                  <a:cubicBezTo>
                    <a:pt x="3555" y="3854"/>
                    <a:pt x="3481" y="3764"/>
                    <a:pt x="3481" y="3660"/>
                  </a:cubicBezTo>
                  <a:lnTo>
                    <a:pt x="3481" y="3182"/>
                  </a:lnTo>
                  <a:cubicBezTo>
                    <a:pt x="3481" y="3077"/>
                    <a:pt x="3555" y="2988"/>
                    <a:pt x="3660" y="2988"/>
                  </a:cubicBezTo>
                  <a:close/>
                  <a:moveTo>
                    <a:pt x="1091" y="3018"/>
                  </a:moveTo>
                  <a:cubicBezTo>
                    <a:pt x="1196" y="3018"/>
                    <a:pt x="1270" y="3107"/>
                    <a:pt x="1270" y="3197"/>
                  </a:cubicBezTo>
                  <a:lnTo>
                    <a:pt x="1270" y="3690"/>
                  </a:lnTo>
                  <a:cubicBezTo>
                    <a:pt x="1270" y="3794"/>
                    <a:pt x="1196" y="3869"/>
                    <a:pt x="1091" y="3869"/>
                  </a:cubicBezTo>
                  <a:cubicBezTo>
                    <a:pt x="1001" y="3869"/>
                    <a:pt x="912" y="3794"/>
                    <a:pt x="912" y="3690"/>
                  </a:cubicBezTo>
                  <a:lnTo>
                    <a:pt x="912" y="3197"/>
                  </a:lnTo>
                  <a:cubicBezTo>
                    <a:pt x="912" y="3107"/>
                    <a:pt x="1001" y="3018"/>
                    <a:pt x="1091" y="3018"/>
                  </a:cubicBezTo>
                  <a:close/>
                  <a:moveTo>
                    <a:pt x="4495" y="0"/>
                  </a:moveTo>
                  <a:cubicBezTo>
                    <a:pt x="4465" y="0"/>
                    <a:pt x="4436" y="5"/>
                    <a:pt x="4407" y="16"/>
                  </a:cubicBezTo>
                  <a:lnTo>
                    <a:pt x="3839" y="195"/>
                  </a:lnTo>
                  <a:cubicBezTo>
                    <a:pt x="3839" y="210"/>
                    <a:pt x="3839" y="210"/>
                    <a:pt x="3839" y="225"/>
                  </a:cubicBezTo>
                  <a:lnTo>
                    <a:pt x="3839" y="703"/>
                  </a:lnTo>
                  <a:cubicBezTo>
                    <a:pt x="3839" y="807"/>
                    <a:pt x="3765" y="897"/>
                    <a:pt x="3660" y="897"/>
                  </a:cubicBezTo>
                  <a:cubicBezTo>
                    <a:pt x="3570" y="897"/>
                    <a:pt x="3481" y="822"/>
                    <a:pt x="3481" y="718"/>
                  </a:cubicBezTo>
                  <a:lnTo>
                    <a:pt x="2555" y="2256"/>
                  </a:lnTo>
                  <a:lnTo>
                    <a:pt x="2555" y="2689"/>
                  </a:lnTo>
                  <a:cubicBezTo>
                    <a:pt x="2555" y="2794"/>
                    <a:pt x="2480" y="2868"/>
                    <a:pt x="2376" y="2883"/>
                  </a:cubicBezTo>
                  <a:cubicBezTo>
                    <a:pt x="2286" y="2883"/>
                    <a:pt x="2196" y="2794"/>
                    <a:pt x="2196" y="2689"/>
                  </a:cubicBezTo>
                  <a:lnTo>
                    <a:pt x="2196" y="2301"/>
                  </a:lnTo>
                  <a:cubicBezTo>
                    <a:pt x="2077" y="2226"/>
                    <a:pt x="1524" y="1853"/>
                    <a:pt x="1270" y="1688"/>
                  </a:cubicBezTo>
                  <a:lnTo>
                    <a:pt x="1270" y="1718"/>
                  </a:lnTo>
                  <a:cubicBezTo>
                    <a:pt x="1270" y="1823"/>
                    <a:pt x="1196" y="1897"/>
                    <a:pt x="1106" y="1912"/>
                  </a:cubicBezTo>
                  <a:cubicBezTo>
                    <a:pt x="1001" y="1912"/>
                    <a:pt x="912" y="1823"/>
                    <a:pt x="912" y="1718"/>
                  </a:cubicBezTo>
                  <a:lnTo>
                    <a:pt x="912" y="1644"/>
                  </a:lnTo>
                  <a:lnTo>
                    <a:pt x="150" y="2196"/>
                  </a:lnTo>
                  <a:cubicBezTo>
                    <a:pt x="60" y="2271"/>
                    <a:pt x="1" y="2390"/>
                    <a:pt x="1" y="2510"/>
                  </a:cubicBezTo>
                  <a:lnTo>
                    <a:pt x="1" y="4586"/>
                  </a:lnTo>
                  <a:lnTo>
                    <a:pt x="912" y="4586"/>
                  </a:lnTo>
                  <a:lnTo>
                    <a:pt x="912" y="4198"/>
                  </a:lnTo>
                  <a:cubicBezTo>
                    <a:pt x="912" y="4093"/>
                    <a:pt x="987" y="4003"/>
                    <a:pt x="1091" y="4003"/>
                  </a:cubicBezTo>
                  <a:cubicBezTo>
                    <a:pt x="1196" y="4003"/>
                    <a:pt x="1270" y="4078"/>
                    <a:pt x="1270" y="4183"/>
                  </a:cubicBezTo>
                  <a:lnTo>
                    <a:pt x="1270" y="4586"/>
                  </a:lnTo>
                  <a:lnTo>
                    <a:pt x="2196" y="4586"/>
                  </a:lnTo>
                  <a:lnTo>
                    <a:pt x="2196" y="4183"/>
                  </a:lnTo>
                  <a:cubicBezTo>
                    <a:pt x="2196" y="4078"/>
                    <a:pt x="2271" y="3988"/>
                    <a:pt x="2376" y="3988"/>
                  </a:cubicBezTo>
                  <a:cubicBezTo>
                    <a:pt x="2480" y="3988"/>
                    <a:pt x="2555" y="4063"/>
                    <a:pt x="2555" y="4168"/>
                  </a:cubicBezTo>
                  <a:lnTo>
                    <a:pt x="2555" y="4586"/>
                  </a:lnTo>
                  <a:lnTo>
                    <a:pt x="3481" y="4586"/>
                  </a:lnTo>
                  <a:lnTo>
                    <a:pt x="3481" y="4168"/>
                  </a:lnTo>
                  <a:cubicBezTo>
                    <a:pt x="3481" y="4063"/>
                    <a:pt x="3555" y="3974"/>
                    <a:pt x="3660" y="3974"/>
                  </a:cubicBezTo>
                  <a:cubicBezTo>
                    <a:pt x="3750" y="3974"/>
                    <a:pt x="3839" y="4063"/>
                    <a:pt x="3839" y="4153"/>
                  </a:cubicBezTo>
                  <a:lnTo>
                    <a:pt x="3839" y="4586"/>
                  </a:lnTo>
                  <a:lnTo>
                    <a:pt x="4765" y="4586"/>
                  </a:lnTo>
                  <a:lnTo>
                    <a:pt x="4765" y="269"/>
                  </a:lnTo>
                  <a:cubicBezTo>
                    <a:pt x="4765" y="109"/>
                    <a:pt x="4633" y="0"/>
                    <a:pt x="44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5" name="Google Shape;1105;p79"/>
          <p:cNvGrpSpPr/>
          <p:nvPr/>
        </p:nvGrpSpPr>
        <p:grpSpPr>
          <a:xfrm>
            <a:off x="7413680" y="3881134"/>
            <a:ext cx="309323" cy="307051"/>
            <a:chOff x="8386365" y="3422218"/>
            <a:chExt cx="309323" cy="307051"/>
          </a:xfrm>
        </p:grpSpPr>
        <p:sp>
          <p:nvSpPr>
            <p:cNvPr id="1106" name="Google Shape;1106;p79"/>
            <p:cNvSpPr/>
            <p:nvPr/>
          </p:nvSpPr>
          <p:spPr>
            <a:xfrm>
              <a:off x="8532551" y="3493989"/>
              <a:ext cx="73092" cy="199370"/>
            </a:xfrm>
            <a:custGeom>
              <a:avLst/>
              <a:gdLst/>
              <a:ahLst/>
              <a:cxnLst/>
              <a:rect l="l" t="t" r="r" b="b"/>
              <a:pathLst>
                <a:path w="1479" h="4064" extrusionOk="0">
                  <a:moveTo>
                    <a:pt x="194" y="1"/>
                  </a:moveTo>
                  <a:cubicBezTo>
                    <a:pt x="90" y="1"/>
                    <a:pt x="0" y="90"/>
                    <a:pt x="0" y="195"/>
                  </a:cubicBezTo>
                  <a:lnTo>
                    <a:pt x="0" y="4063"/>
                  </a:lnTo>
                  <a:lnTo>
                    <a:pt x="1479" y="4063"/>
                  </a:lnTo>
                  <a:lnTo>
                    <a:pt x="1479" y="195"/>
                  </a:lnTo>
                  <a:cubicBezTo>
                    <a:pt x="1479" y="90"/>
                    <a:pt x="1389" y="1"/>
                    <a:pt x="1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79"/>
            <p:cNvSpPr/>
            <p:nvPr/>
          </p:nvSpPr>
          <p:spPr>
            <a:xfrm>
              <a:off x="8623337" y="3548247"/>
              <a:ext cx="72351" cy="145112"/>
            </a:xfrm>
            <a:custGeom>
              <a:avLst/>
              <a:gdLst/>
              <a:ahLst/>
              <a:cxnLst/>
              <a:rect l="l" t="t" r="r" b="b"/>
              <a:pathLst>
                <a:path w="1464" h="2958" extrusionOk="0">
                  <a:moveTo>
                    <a:pt x="179" y="0"/>
                  </a:moveTo>
                  <a:cubicBezTo>
                    <a:pt x="90" y="0"/>
                    <a:pt x="0" y="90"/>
                    <a:pt x="0" y="179"/>
                  </a:cubicBezTo>
                  <a:lnTo>
                    <a:pt x="0" y="2957"/>
                  </a:lnTo>
                  <a:lnTo>
                    <a:pt x="1464" y="2957"/>
                  </a:lnTo>
                  <a:lnTo>
                    <a:pt x="1464" y="179"/>
                  </a:lnTo>
                  <a:cubicBezTo>
                    <a:pt x="1464" y="90"/>
                    <a:pt x="1389" y="0"/>
                    <a:pt x="1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79"/>
            <p:cNvSpPr/>
            <p:nvPr/>
          </p:nvSpPr>
          <p:spPr>
            <a:xfrm>
              <a:off x="8441766" y="3422218"/>
              <a:ext cx="73092" cy="271141"/>
            </a:xfrm>
            <a:custGeom>
              <a:avLst/>
              <a:gdLst/>
              <a:ahLst/>
              <a:cxnLst/>
              <a:rect l="l" t="t" r="r" b="b"/>
              <a:pathLst>
                <a:path w="1479" h="5527" extrusionOk="0">
                  <a:moveTo>
                    <a:pt x="194" y="0"/>
                  </a:moveTo>
                  <a:cubicBezTo>
                    <a:pt x="90" y="0"/>
                    <a:pt x="0" y="75"/>
                    <a:pt x="0" y="179"/>
                  </a:cubicBezTo>
                  <a:lnTo>
                    <a:pt x="0" y="5526"/>
                  </a:lnTo>
                  <a:lnTo>
                    <a:pt x="1479" y="5526"/>
                  </a:lnTo>
                  <a:lnTo>
                    <a:pt x="1479" y="179"/>
                  </a:lnTo>
                  <a:cubicBezTo>
                    <a:pt x="1479" y="75"/>
                    <a:pt x="1389" y="0"/>
                    <a:pt x="1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79"/>
            <p:cNvSpPr/>
            <p:nvPr/>
          </p:nvSpPr>
          <p:spPr>
            <a:xfrm>
              <a:off x="8386365" y="3422218"/>
              <a:ext cx="309320" cy="307051"/>
            </a:xfrm>
            <a:custGeom>
              <a:avLst/>
              <a:gdLst/>
              <a:ahLst/>
              <a:cxnLst/>
              <a:rect l="l" t="t" r="r" b="b"/>
              <a:pathLst>
                <a:path w="6259" h="6259" extrusionOk="0">
                  <a:moveTo>
                    <a:pt x="180" y="0"/>
                  </a:moveTo>
                  <a:cubicBezTo>
                    <a:pt x="90" y="0"/>
                    <a:pt x="1" y="90"/>
                    <a:pt x="1" y="179"/>
                  </a:cubicBezTo>
                  <a:lnTo>
                    <a:pt x="1" y="6079"/>
                  </a:lnTo>
                  <a:cubicBezTo>
                    <a:pt x="1" y="6183"/>
                    <a:pt x="90" y="6258"/>
                    <a:pt x="180" y="6258"/>
                  </a:cubicBezTo>
                  <a:lnTo>
                    <a:pt x="6080" y="6258"/>
                  </a:lnTo>
                  <a:cubicBezTo>
                    <a:pt x="6184" y="6258"/>
                    <a:pt x="6259" y="6183"/>
                    <a:pt x="6259" y="6079"/>
                  </a:cubicBezTo>
                  <a:lnTo>
                    <a:pt x="6259" y="5900"/>
                  </a:lnTo>
                  <a:lnTo>
                    <a:pt x="374" y="5900"/>
                  </a:lnTo>
                  <a:lnTo>
                    <a:pt x="374" y="5526"/>
                  </a:lnTo>
                  <a:lnTo>
                    <a:pt x="553" y="5526"/>
                  </a:lnTo>
                  <a:cubicBezTo>
                    <a:pt x="658" y="5526"/>
                    <a:pt x="733" y="5452"/>
                    <a:pt x="733" y="5347"/>
                  </a:cubicBezTo>
                  <a:cubicBezTo>
                    <a:pt x="733" y="5243"/>
                    <a:pt x="658" y="5168"/>
                    <a:pt x="553" y="5168"/>
                  </a:cubicBezTo>
                  <a:lnTo>
                    <a:pt x="374" y="5168"/>
                  </a:lnTo>
                  <a:lnTo>
                    <a:pt x="374" y="4406"/>
                  </a:lnTo>
                  <a:lnTo>
                    <a:pt x="553" y="4406"/>
                  </a:lnTo>
                  <a:cubicBezTo>
                    <a:pt x="658" y="4406"/>
                    <a:pt x="733" y="4316"/>
                    <a:pt x="733" y="4227"/>
                  </a:cubicBezTo>
                  <a:cubicBezTo>
                    <a:pt x="733" y="4122"/>
                    <a:pt x="658" y="4033"/>
                    <a:pt x="553" y="4033"/>
                  </a:cubicBezTo>
                  <a:lnTo>
                    <a:pt x="374" y="4033"/>
                  </a:lnTo>
                  <a:lnTo>
                    <a:pt x="374" y="3301"/>
                  </a:lnTo>
                  <a:lnTo>
                    <a:pt x="553" y="3301"/>
                  </a:lnTo>
                  <a:cubicBezTo>
                    <a:pt x="658" y="3301"/>
                    <a:pt x="733" y="3226"/>
                    <a:pt x="733" y="3122"/>
                  </a:cubicBezTo>
                  <a:cubicBezTo>
                    <a:pt x="733" y="3017"/>
                    <a:pt x="658" y="2942"/>
                    <a:pt x="553" y="2942"/>
                  </a:cubicBezTo>
                  <a:lnTo>
                    <a:pt x="374" y="2942"/>
                  </a:lnTo>
                  <a:lnTo>
                    <a:pt x="374" y="2196"/>
                  </a:lnTo>
                  <a:lnTo>
                    <a:pt x="553" y="2196"/>
                  </a:lnTo>
                  <a:cubicBezTo>
                    <a:pt x="658" y="2196"/>
                    <a:pt x="733" y="2121"/>
                    <a:pt x="733" y="2016"/>
                  </a:cubicBezTo>
                  <a:cubicBezTo>
                    <a:pt x="733" y="1912"/>
                    <a:pt x="658" y="1837"/>
                    <a:pt x="553" y="1837"/>
                  </a:cubicBezTo>
                  <a:lnTo>
                    <a:pt x="374" y="1837"/>
                  </a:lnTo>
                  <a:lnTo>
                    <a:pt x="374" y="1105"/>
                  </a:lnTo>
                  <a:lnTo>
                    <a:pt x="553" y="1105"/>
                  </a:lnTo>
                  <a:cubicBezTo>
                    <a:pt x="658" y="1105"/>
                    <a:pt x="733" y="1016"/>
                    <a:pt x="733" y="911"/>
                  </a:cubicBezTo>
                  <a:cubicBezTo>
                    <a:pt x="733" y="822"/>
                    <a:pt x="658" y="732"/>
                    <a:pt x="553" y="732"/>
                  </a:cubicBezTo>
                  <a:lnTo>
                    <a:pt x="374" y="732"/>
                  </a:lnTo>
                  <a:lnTo>
                    <a:pt x="374" y="179"/>
                  </a:lnTo>
                  <a:cubicBezTo>
                    <a:pt x="374" y="90"/>
                    <a:pt x="285" y="0"/>
                    <a:pt x="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0" name="Google Shape;1110;p79"/>
          <p:cNvGrpSpPr/>
          <p:nvPr/>
        </p:nvGrpSpPr>
        <p:grpSpPr>
          <a:xfrm>
            <a:off x="5596173" y="3251888"/>
            <a:ext cx="368157" cy="365699"/>
            <a:chOff x="-59470075" y="3308975"/>
            <a:chExt cx="318200" cy="316075"/>
          </a:xfrm>
        </p:grpSpPr>
        <p:sp>
          <p:nvSpPr>
            <p:cNvPr id="1111" name="Google Shape;1111;p79"/>
            <p:cNvSpPr/>
            <p:nvPr/>
          </p:nvSpPr>
          <p:spPr>
            <a:xfrm>
              <a:off x="-59403925" y="3522625"/>
              <a:ext cx="21275" cy="20500"/>
            </a:xfrm>
            <a:custGeom>
              <a:avLst/>
              <a:gdLst/>
              <a:ahLst/>
              <a:cxnLst/>
              <a:rect l="l" t="t" r="r" b="b"/>
              <a:pathLst>
                <a:path w="851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51" y="82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79"/>
            <p:cNvSpPr/>
            <p:nvPr/>
          </p:nvSpPr>
          <p:spPr>
            <a:xfrm>
              <a:off x="-5936217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79"/>
            <p:cNvSpPr/>
            <p:nvPr/>
          </p:nvSpPr>
          <p:spPr>
            <a:xfrm>
              <a:off x="-5932122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79"/>
            <p:cNvSpPr/>
            <p:nvPr/>
          </p:nvSpPr>
          <p:spPr>
            <a:xfrm>
              <a:off x="-5927947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79"/>
            <p:cNvSpPr/>
            <p:nvPr/>
          </p:nvSpPr>
          <p:spPr>
            <a:xfrm>
              <a:off x="-59470075" y="3418825"/>
              <a:ext cx="317425" cy="206225"/>
            </a:xfrm>
            <a:custGeom>
              <a:avLst/>
              <a:gdLst/>
              <a:ahLst/>
              <a:cxnLst/>
              <a:rect l="l" t="t" r="r" b="b"/>
              <a:pathLst>
                <a:path w="12697" h="8249" extrusionOk="0">
                  <a:moveTo>
                    <a:pt x="10523" y="3334"/>
                  </a:moveTo>
                  <a:cubicBezTo>
                    <a:pt x="10775" y="3334"/>
                    <a:pt x="10932" y="3523"/>
                    <a:pt x="10932" y="3775"/>
                  </a:cubicBezTo>
                  <a:lnTo>
                    <a:pt x="10932" y="5413"/>
                  </a:lnTo>
                  <a:cubicBezTo>
                    <a:pt x="10932" y="5665"/>
                    <a:pt x="10712" y="5854"/>
                    <a:pt x="10523" y="5854"/>
                  </a:cubicBezTo>
                  <a:lnTo>
                    <a:pt x="2268" y="5854"/>
                  </a:lnTo>
                  <a:cubicBezTo>
                    <a:pt x="2016" y="5854"/>
                    <a:pt x="1827" y="5665"/>
                    <a:pt x="1827" y="5413"/>
                  </a:cubicBezTo>
                  <a:lnTo>
                    <a:pt x="1827" y="3775"/>
                  </a:lnTo>
                  <a:cubicBezTo>
                    <a:pt x="1827" y="3523"/>
                    <a:pt x="2016" y="3334"/>
                    <a:pt x="2268" y="3334"/>
                  </a:cubicBezTo>
                  <a:close/>
                  <a:moveTo>
                    <a:pt x="2893" y="1"/>
                  </a:moveTo>
                  <a:cubicBezTo>
                    <a:pt x="2822" y="1"/>
                    <a:pt x="2748" y="18"/>
                    <a:pt x="2678" y="57"/>
                  </a:cubicBezTo>
                  <a:lnTo>
                    <a:pt x="221" y="1727"/>
                  </a:lnTo>
                  <a:cubicBezTo>
                    <a:pt x="95" y="1790"/>
                    <a:pt x="0" y="1916"/>
                    <a:pt x="0" y="2073"/>
                  </a:cubicBezTo>
                  <a:lnTo>
                    <a:pt x="0" y="7870"/>
                  </a:lnTo>
                  <a:cubicBezTo>
                    <a:pt x="0" y="8091"/>
                    <a:pt x="221" y="8248"/>
                    <a:pt x="410" y="8248"/>
                  </a:cubicBezTo>
                  <a:lnTo>
                    <a:pt x="12255" y="8248"/>
                  </a:lnTo>
                  <a:cubicBezTo>
                    <a:pt x="12507" y="8248"/>
                    <a:pt x="12665" y="8059"/>
                    <a:pt x="12665" y="7870"/>
                  </a:cubicBezTo>
                  <a:lnTo>
                    <a:pt x="12665" y="2073"/>
                  </a:lnTo>
                  <a:cubicBezTo>
                    <a:pt x="12697" y="1884"/>
                    <a:pt x="12507" y="1664"/>
                    <a:pt x="12287" y="1664"/>
                  </a:cubicBezTo>
                  <a:lnTo>
                    <a:pt x="5797" y="1664"/>
                  </a:lnTo>
                  <a:lnTo>
                    <a:pt x="5797" y="404"/>
                  </a:lnTo>
                  <a:cubicBezTo>
                    <a:pt x="5797" y="166"/>
                    <a:pt x="5600" y="1"/>
                    <a:pt x="5382" y="1"/>
                  </a:cubicBezTo>
                  <a:cubicBezTo>
                    <a:pt x="5311" y="1"/>
                    <a:pt x="5237" y="18"/>
                    <a:pt x="5167" y="57"/>
                  </a:cubicBezTo>
                  <a:lnTo>
                    <a:pt x="3308" y="1286"/>
                  </a:lnTo>
                  <a:lnTo>
                    <a:pt x="3308" y="404"/>
                  </a:lnTo>
                  <a:cubicBezTo>
                    <a:pt x="3308" y="166"/>
                    <a:pt x="3111" y="1"/>
                    <a:pt x="28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79"/>
            <p:cNvSpPr/>
            <p:nvPr/>
          </p:nvSpPr>
          <p:spPr>
            <a:xfrm>
              <a:off x="-5923852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79"/>
            <p:cNvSpPr/>
            <p:nvPr/>
          </p:nvSpPr>
          <p:spPr>
            <a:xfrm>
              <a:off x="-59292875" y="3308975"/>
              <a:ext cx="106350" cy="41400"/>
            </a:xfrm>
            <a:custGeom>
              <a:avLst/>
              <a:gdLst/>
              <a:ahLst/>
              <a:cxnLst/>
              <a:rect l="l" t="t" r="r" b="b"/>
              <a:pathLst>
                <a:path w="4254" h="1656" extrusionOk="0">
                  <a:moveTo>
                    <a:pt x="1305" y="1"/>
                  </a:moveTo>
                  <a:cubicBezTo>
                    <a:pt x="904" y="1"/>
                    <a:pt x="497" y="175"/>
                    <a:pt x="158" y="545"/>
                  </a:cubicBezTo>
                  <a:cubicBezTo>
                    <a:pt x="1" y="702"/>
                    <a:pt x="64" y="986"/>
                    <a:pt x="221" y="1143"/>
                  </a:cubicBezTo>
                  <a:cubicBezTo>
                    <a:pt x="311" y="1218"/>
                    <a:pt x="409" y="1258"/>
                    <a:pt x="503" y="1258"/>
                  </a:cubicBezTo>
                  <a:cubicBezTo>
                    <a:pt x="606" y="1258"/>
                    <a:pt x="706" y="1210"/>
                    <a:pt x="788" y="1112"/>
                  </a:cubicBezTo>
                  <a:cubicBezTo>
                    <a:pt x="946" y="938"/>
                    <a:pt x="1127" y="852"/>
                    <a:pt x="1308" y="852"/>
                  </a:cubicBezTo>
                  <a:cubicBezTo>
                    <a:pt x="1489" y="852"/>
                    <a:pt x="1670" y="938"/>
                    <a:pt x="1828" y="1112"/>
                  </a:cubicBezTo>
                  <a:cubicBezTo>
                    <a:pt x="2150" y="1466"/>
                    <a:pt x="2562" y="1655"/>
                    <a:pt x="2977" y="1655"/>
                  </a:cubicBezTo>
                  <a:cubicBezTo>
                    <a:pt x="3374" y="1655"/>
                    <a:pt x="3773" y="1482"/>
                    <a:pt x="4096" y="1112"/>
                  </a:cubicBezTo>
                  <a:cubicBezTo>
                    <a:pt x="4254" y="954"/>
                    <a:pt x="4222" y="671"/>
                    <a:pt x="4065" y="513"/>
                  </a:cubicBezTo>
                  <a:cubicBezTo>
                    <a:pt x="3990" y="438"/>
                    <a:pt x="3886" y="399"/>
                    <a:pt x="3781" y="399"/>
                  </a:cubicBezTo>
                  <a:cubicBezTo>
                    <a:pt x="3665" y="399"/>
                    <a:pt x="3549" y="446"/>
                    <a:pt x="3466" y="545"/>
                  </a:cubicBezTo>
                  <a:cubicBezTo>
                    <a:pt x="3309" y="734"/>
                    <a:pt x="3135" y="828"/>
                    <a:pt x="2962" y="828"/>
                  </a:cubicBezTo>
                  <a:cubicBezTo>
                    <a:pt x="2789" y="828"/>
                    <a:pt x="2616" y="734"/>
                    <a:pt x="2458" y="545"/>
                  </a:cubicBezTo>
                  <a:cubicBezTo>
                    <a:pt x="2136" y="191"/>
                    <a:pt x="1724" y="1"/>
                    <a:pt x="1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79"/>
            <p:cNvSpPr/>
            <p:nvPr/>
          </p:nvSpPr>
          <p:spPr>
            <a:xfrm>
              <a:off x="-59214100" y="3371400"/>
              <a:ext cx="62225" cy="68550"/>
            </a:xfrm>
            <a:custGeom>
              <a:avLst/>
              <a:gdLst/>
              <a:ahLst/>
              <a:cxnLst/>
              <a:rect l="l" t="t" r="r" b="b"/>
              <a:pathLst>
                <a:path w="2489" h="2742" extrusionOk="0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742"/>
                  </a:lnTo>
                  <a:lnTo>
                    <a:pt x="2489" y="2742"/>
                  </a:lnTo>
                  <a:lnTo>
                    <a:pt x="2489" y="379"/>
                  </a:lnTo>
                  <a:cubicBezTo>
                    <a:pt x="2458" y="190"/>
                    <a:pt x="2268" y="1"/>
                    <a:pt x="20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79"/>
            <p:cNvSpPr/>
            <p:nvPr/>
          </p:nvSpPr>
          <p:spPr>
            <a:xfrm>
              <a:off x="-59297600" y="3392600"/>
              <a:ext cx="62250" cy="48150"/>
            </a:xfrm>
            <a:custGeom>
              <a:avLst/>
              <a:gdLst/>
              <a:ahLst/>
              <a:cxnLst/>
              <a:rect l="l" t="t" r="r" b="b"/>
              <a:pathLst>
                <a:path w="2490" h="1926" extrusionOk="0">
                  <a:moveTo>
                    <a:pt x="387" y="0"/>
                  </a:moveTo>
                  <a:cubicBezTo>
                    <a:pt x="163" y="0"/>
                    <a:pt x="1" y="177"/>
                    <a:pt x="1" y="382"/>
                  </a:cubicBezTo>
                  <a:lnTo>
                    <a:pt x="1" y="1925"/>
                  </a:lnTo>
                  <a:lnTo>
                    <a:pt x="2489" y="1925"/>
                  </a:lnTo>
                  <a:lnTo>
                    <a:pt x="2489" y="382"/>
                  </a:lnTo>
                  <a:cubicBezTo>
                    <a:pt x="2489" y="161"/>
                    <a:pt x="2300" y="4"/>
                    <a:pt x="2080" y="4"/>
                  </a:cubicBezTo>
                  <a:lnTo>
                    <a:pt x="442" y="4"/>
                  </a:lnTo>
                  <a:cubicBezTo>
                    <a:pt x="423" y="1"/>
                    <a:pt x="405" y="0"/>
                    <a:pt x="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0" name="Google Shape;1120;p79"/>
          <p:cNvGrpSpPr/>
          <p:nvPr/>
        </p:nvGrpSpPr>
        <p:grpSpPr>
          <a:xfrm>
            <a:off x="4367535" y="3252140"/>
            <a:ext cx="366364" cy="365207"/>
            <a:chOff x="-60987850" y="4100950"/>
            <a:chExt cx="316650" cy="315650"/>
          </a:xfrm>
        </p:grpSpPr>
        <p:sp>
          <p:nvSpPr>
            <p:cNvPr id="1121" name="Google Shape;1121;p79"/>
            <p:cNvSpPr/>
            <p:nvPr/>
          </p:nvSpPr>
          <p:spPr>
            <a:xfrm>
              <a:off x="-60987850" y="4355925"/>
              <a:ext cx="315875" cy="60675"/>
            </a:xfrm>
            <a:custGeom>
              <a:avLst/>
              <a:gdLst/>
              <a:ahLst/>
              <a:cxnLst/>
              <a:rect l="l" t="t" r="r" b="b"/>
              <a:pathLst>
                <a:path w="12635" h="2427" extrusionOk="0">
                  <a:moveTo>
                    <a:pt x="1230" y="1"/>
                  </a:moveTo>
                  <a:cubicBezTo>
                    <a:pt x="537" y="1"/>
                    <a:pt x="1" y="536"/>
                    <a:pt x="1" y="1198"/>
                  </a:cubicBezTo>
                  <a:lnTo>
                    <a:pt x="1" y="2049"/>
                  </a:lnTo>
                  <a:cubicBezTo>
                    <a:pt x="1" y="2269"/>
                    <a:pt x="190" y="2427"/>
                    <a:pt x="379" y="2427"/>
                  </a:cubicBezTo>
                  <a:lnTo>
                    <a:pt x="12256" y="2427"/>
                  </a:lnTo>
                  <a:cubicBezTo>
                    <a:pt x="12477" y="2427"/>
                    <a:pt x="12634" y="2238"/>
                    <a:pt x="12634" y="2049"/>
                  </a:cubicBezTo>
                  <a:lnTo>
                    <a:pt x="12634" y="1198"/>
                  </a:lnTo>
                  <a:cubicBezTo>
                    <a:pt x="12634" y="536"/>
                    <a:pt x="12099" y="1"/>
                    <a:pt x="114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79"/>
            <p:cNvSpPr/>
            <p:nvPr/>
          </p:nvSpPr>
          <p:spPr>
            <a:xfrm>
              <a:off x="-60987050" y="4100950"/>
              <a:ext cx="315850" cy="123475"/>
            </a:xfrm>
            <a:custGeom>
              <a:avLst/>
              <a:gdLst/>
              <a:ahLst/>
              <a:cxnLst/>
              <a:rect l="l" t="t" r="r" b="b"/>
              <a:pathLst>
                <a:path w="12634" h="4939" extrusionOk="0">
                  <a:moveTo>
                    <a:pt x="6270" y="2355"/>
                  </a:moveTo>
                  <a:cubicBezTo>
                    <a:pt x="6490" y="2355"/>
                    <a:pt x="6711" y="2544"/>
                    <a:pt x="6711" y="2796"/>
                  </a:cubicBezTo>
                  <a:cubicBezTo>
                    <a:pt x="6711" y="2985"/>
                    <a:pt x="6490" y="3174"/>
                    <a:pt x="6270" y="3174"/>
                  </a:cubicBezTo>
                  <a:cubicBezTo>
                    <a:pt x="6018" y="3174"/>
                    <a:pt x="5860" y="2985"/>
                    <a:pt x="5860" y="2796"/>
                  </a:cubicBezTo>
                  <a:cubicBezTo>
                    <a:pt x="5860" y="2544"/>
                    <a:pt x="6081" y="2355"/>
                    <a:pt x="6270" y="2355"/>
                  </a:cubicBezTo>
                  <a:close/>
                  <a:moveTo>
                    <a:pt x="6290" y="0"/>
                  </a:moveTo>
                  <a:cubicBezTo>
                    <a:pt x="6238" y="0"/>
                    <a:pt x="6191" y="8"/>
                    <a:pt x="6144" y="24"/>
                  </a:cubicBezTo>
                  <a:lnTo>
                    <a:pt x="252" y="2513"/>
                  </a:lnTo>
                  <a:cubicBezTo>
                    <a:pt x="95" y="2576"/>
                    <a:pt x="0" y="2702"/>
                    <a:pt x="0" y="2891"/>
                  </a:cubicBezTo>
                  <a:lnTo>
                    <a:pt x="0" y="4561"/>
                  </a:lnTo>
                  <a:cubicBezTo>
                    <a:pt x="0" y="4781"/>
                    <a:pt x="189" y="4939"/>
                    <a:pt x="410" y="4939"/>
                  </a:cubicBezTo>
                  <a:lnTo>
                    <a:pt x="12256" y="4939"/>
                  </a:lnTo>
                  <a:cubicBezTo>
                    <a:pt x="12476" y="4939"/>
                    <a:pt x="12634" y="4750"/>
                    <a:pt x="12634" y="4561"/>
                  </a:cubicBezTo>
                  <a:lnTo>
                    <a:pt x="12634" y="2891"/>
                  </a:lnTo>
                  <a:cubicBezTo>
                    <a:pt x="12602" y="2702"/>
                    <a:pt x="12539" y="2544"/>
                    <a:pt x="12382" y="2513"/>
                  </a:cubicBezTo>
                  <a:lnTo>
                    <a:pt x="6459" y="24"/>
                  </a:lnTo>
                  <a:cubicBezTo>
                    <a:pt x="6396" y="8"/>
                    <a:pt x="6341" y="0"/>
                    <a:pt x="62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79"/>
            <p:cNvSpPr/>
            <p:nvPr/>
          </p:nvSpPr>
          <p:spPr>
            <a:xfrm>
              <a:off x="-60757075" y="4245675"/>
              <a:ext cx="61475" cy="89025"/>
            </a:xfrm>
            <a:custGeom>
              <a:avLst/>
              <a:gdLst/>
              <a:ahLst/>
              <a:cxnLst/>
              <a:rect l="l" t="t" r="r" b="b"/>
              <a:pathLst>
                <a:path w="2459" h="3561" extrusionOk="0">
                  <a:moveTo>
                    <a:pt x="1" y="0"/>
                  </a:moveTo>
                  <a:lnTo>
                    <a:pt x="1" y="3560"/>
                  </a:lnTo>
                  <a:lnTo>
                    <a:pt x="2458" y="3560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79"/>
            <p:cNvSpPr/>
            <p:nvPr/>
          </p:nvSpPr>
          <p:spPr>
            <a:xfrm>
              <a:off x="-60861025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79"/>
            <p:cNvSpPr/>
            <p:nvPr/>
          </p:nvSpPr>
          <p:spPr>
            <a:xfrm>
              <a:off x="-60964200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6" name="Google Shape;1126;p79"/>
          <p:cNvSpPr/>
          <p:nvPr/>
        </p:nvSpPr>
        <p:spPr>
          <a:xfrm>
            <a:off x="4987679" y="3251094"/>
            <a:ext cx="366335" cy="367290"/>
          </a:xfrm>
          <a:custGeom>
            <a:avLst/>
            <a:gdLst/>
            <a:ahLst/>
            <a:cxnLst/>
            <a:rect l="l" t="t" r="r" b="b"/>
            <a:pathLst>
              <a:path w="12665" h="12698" extrusionOk="0">
                <a:moveTo>
                  <a:pt x="9200" y="883"/>
                </a:moveTo>
                <a:lnTo>
                  <a:pt x="9200" y="1702"/>
                </a:lnTo>
                <a:lnTo>
                  <a:pt x="3403" y="1702"/>
                </a:lnTo>
                <a:lnTo>
                  <a:pt x="3403" y="883"/>
                </a:lnTo>
                <a:close/>
                <a:moveTo>
                  <a:pt x="4222" y="3340"/>
                </a:moveTo>
                <a:lnTo>
                  <a:pt x="4222" y="4191"/>
                </a:lnTo>
                <a:lnTo>
                  <a:pt x="3403" y="4191"/>
                </a:lnTo>
                <a:lnTo>
                  <a:pt x="3403" y="3340"/>
                </a:lnTo>
                <a:close/>
                <a:moveTo>
                  <a:pt x="6711" y="3340"/>
                </a:moveTo>
                <a:lnTo>
                  <a:pt x="6711" y="4191"/>
                </a:lnTo>
                <a:lnTo>
                  <a:pt x="5892" y="4191"/>
                </a:lnTo>
                <a:lnTo>
                  <a:pt x="5892" y="3340"/>
                </a:lnTo>
                <a:close/>
                <a:moveTo>
                  <a:pt x="9200" y="3340"/>
                </a:moveTo>
                <a:lnTo>
                  <a:pt x="9200" y="4191"/>
                </a:lnTo>
                <a:lnTo>
                  <a:pt x="8349" y="4191"/>
                </a:lnTo>
                <a:lnTo>
                  <a:pt x="8349" y="3340"/>
                </a:lnTo>
                <a:close/>
                <a:moveTo>
                  <a:pt x="4222" y="5010"/>
                </a:moveTo>
                <a:lnTo>
                  <a:pt x="4222" y="5829"/>
                </a:lnTo>
                <a:lnTo>
                  <a:pt x="3403" y="5829"/>
                </a:lnTo>
                <a:lnTo>
                  <a:pt x="3403" y="5010"/>
                </a:lnTo>
                <a:close/>
                <a:moveTo>
                  <a:pt x="6711" y="5010"/>
                </a:moveTo>
                <a:lnTo>
                  <a:pt x="6711" y="5829"/>
                </a:lnTo>
                <a:lnTo>
                  <a:pt x="5892" y="5829"/>
                </a:lnTo>
                <a:lnTo>
                  <a:pt x="5892" y="5010"/>
                </a:lnTo>
                <a:close/>
                <a:moveTo>
                  <a:pt x="9200" y="5010"/>
                </a:moveTo>
                <a:lnTo>
                  <a:pt x="9200" y="5829"/>
                </a:lnTo>
                <a:lnTo>
                  <a:pt x="8349" y="5829"/>
                </a:lnTo>
                <a:lnTo>
                  <a:pt x="8349" y="5010"/>
                </a:lnTo>
                <a:close/>
                <a:moveTo>
                  <a:pt x="4222" y="6648"/>
                </a:moveTo>
                <a:lnTo>
                  <a:pt x="4222" y="7499"/>
                </a:lnTo>
                <a:lnTo>
                  <a:pt x="3403" y="7499"/>
                </a:lnTo>
                <a:lnTo>
                  <a:pt x="3403" y="6648"/>
                </a:lnTo>
                <a:close/>
                <a:moveTo>
                  <a:pt x="6711" y="6648"/>
                </a:moveTo>
                <a:lnTo>
                  <a:pt x="6711" y="7499"/>
                </a:lnTo>
                <a:lnTo>
                  <a:pt x="5892" y="7499"/>
                </a:lnTo>
                <a:lnTo>
                  <a:pt x="5892" y="6648"/>
                </a:lnTo>
                <a:close/>
                <a:moveTo>
                  <a:pt x="9200" y="6648"/>
                </a:moveTo>
                <a:lnTo>
                  <a:pt x="9200" y="7499"/>
                </a:lnTo>
                <a:lnTo>
                  <a:pt x="8349" y="7499"/>
                </a:lnTo>
                <a:lnTo>
                  <a:pt x="8349" y="6648"/>
                </a:lnTo>
                <a:close/>
                <a:moveTo>
                  <a:pt x="1733" y="9137"/>
                </a:moveTo>
                <a:lnTo>
                  <a:pt x="1733" y="11909"/>
                </a:lnTo>
                <a:lnTo>
                  <a:pt x="819" y="11909"/>
                </a:lnTo>
                <a:lnTo>
                  <a:pt x="819" y="9137"/>
                </a:lnTo>
                <a:close/>
                <a:moveTo>
                  <a:pt x="5892" y="9137"/>
                </a:moveTo>
                <a:lnTo>
                  <a:pt x="5892" y="11909"/>
                </a:lnTo>
                <a:lnTo>
                  <a:pt x="4222" y="11909"/>
                </a:lnTo>
                <a:lnTo>
                  <a:pt x="4222" y="9137"/>
                </a:lnTo>
                <a:close/>
                <a:moveTo>
                  <a:pt x="8349" y="9137"/>
                </a:moveTo>
                <a:lnTo>
                  <a:pt x="8349" y="11909"/>
                </a:lnTo>
                <a:lnTo>
                  <a:pt x="6711" y="11909"/>
                </a:lnTo>
                <a:lnTo>
                  <a:pt x="6711" y="9137"/>
                </a:lnTo>
                <a:close/>
                <a:moveTo>
                  <a:pt x="11783" y="9137"/>
                </a:moveTo>
                <a:lnTo>
                  <a:pt x="11783" y="11909"/>
                </a:lnTo>
                <a:lnTo>
                  <a:pt x="10806" y="11909"/>
                </a:lnTo>
                <a:lnTo>
                  <a:pt x="10806" y="9137"/>
                </a:lnTo>
                <a:close/>
                <a:moveTo>
                  <a:pt x="2993" y="1"/>
                </a:moveTo>
                <a:cubicBezTo>
                  <a:pt x="2773" y="1"/>
                  <a:pt x="2615" y="190"/>
                  <a:pt x="2615" y="410"/>
                </a:cubicBezTo>
                <a:lnTo>
                  <a:pt x="2615" y="1670"/>
                </a:lnTo>
                <a:lnTo>
                  <a:pt x="2206" y="1670"/>
                </a:lnTo>
                <a:cubicBezTo>
                  <a:pt x="1985" y="1670"/>
                  <a:pt x="1796" y="1859"/>
                  <a:pt x="1796" y="2080"/>
                </a:cubicBezTo>
                <a:lnTo>
                  <a:pt x="1796" y="8318"/>
                </a:lnTo>
                <a:lnTo>
                  <a:pt x="410" y="8318"/>
                </a:lnTo>
                <a:cubicBezTo>
                  <a:pt x="158" y="8318"/>
                  <a:pt x="0" y="8507"/>
                  <a:pt x="0" y="8696"/>
                </a:cubicBezTo>
                <a:lnTo>
                  <a:pt x="0" y="12287"/>
                </a:lnTo>
                <a:cubicBezTo>
                  <a:pt x="0" y="12540"/>
                  <a:pt x="221" y="12697"/>
                  <a:pt x="410" y="12697"/>
                </a:cubicBezTo>
                <a:lnTo>
                  <a:pt x="12256" y="12697"/>
                </a:lnTo>
                <a:cubicBezTo>
                  <a:pt x="12508" y="12697"/>
                  <a:pt x="12665" y="12477"/>
                  <a:pt x="12665" y="12287"/>
                </a:cubicBezTo>
                <a:lnTo>
                  <a:pt x="12665" y="8696"/>
                </a:lnTo>
                <a:cubicBezTo>
                  <a:pt x="12602" y="8475"/>
                  <a:pt x="12445" y="8318"/>
                  <a:pt x="12224" y="8318"/>
                </a:cubicBezTo>
                <a:lnTo>
                  <a:pt x="10838" y="8318"/>
                </a:lnTo>
                <a:lnTo>
                  <a:pt x="10838" y="2080"/>
                </a:lnTo>
                <a:cubicBezTo>
                  <a:pt x="10838" y="1859"/>
                  <a:pt x="10649" y="1670"/>
                  <a:pt x="10460" y="1670"/>
                </a:cubicBezTo>
                <a:lnTo>
                  <a:pt x="10019" y="1670"/>
                </a:lnTo>
                <a:lnTo>
                  <a:pt x="10019" y="410"/>
                </a:lnTo>
                <a:cubicBezTo>
                  <a:pt x="10019" y="158"/>
                  <a:pt x="9830" y="1"/>
                  <a:pt x="960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79"/>
          <p:cNvSpPr/>
          <p:nvPr/>
        </p:nvSpPr>
        <p:spPr>
          <a:xfrm>
            <a:off x="2067020" y="3851476"/>
            <a:ext cx="367261" cy="366364"/>
          </a:xfrm>
          <a:custGeom>
            <a:avLst/>
            <a:gdLst/>
            <a:ahLst/>
            <a:cxnLst/>
            <a:rect l="l" t="t" r="r" b="b"/>
            <a:pathLst>
              <a:path w="12697" h="12666" extrusionOk="0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8" name="Google Shape;1128;p79"/>
          <p:cNvGrpSpPr/>
          <p:nvPr/>
        </p:nvGrpSpPr>
        <p:grpSpPr>
          <a:xfrm>
            <a:off x="824206" y="3251556"/>
            <a:ext cx="367261" cy="366364"/>
            <a:chOff x="-62884425" y="4111775"/>
            <a:chExt cx="317425" cy="316650"/>
          </a:xfrm>
        </p:grpSpPr>
        <p:sp>
          <p:nvSpPr>
            <p:cNvPr id="1129" name="Google Shape;1129;p79"/>
            <p:cNvSpPr/>
            <p:nvPr/>
          </p:nvSpPr>
          <p:spPr>
            <a:xfrm>
              <a:off x="-62884425" y="4325225"/>
              <a:ext cx="317425" cy="103200"/>
            </a:xfrm>
            <a:custGeom>
              <a:avLst/>
              <a:gdLst/>
              <a:ahLst/>
              <a:cxnLst/>
              <a:rect l="l" t="t" r="r" b="b"/>
              <a:pathLst>
                <a:path w="12697" h="4128" extrusionOk="0">
                  <a:moveTo>
                    <a:pt x="0" y="0"/>
                  </a:moveTo>
                  <a:lnTo>
                    <a:pt x="0" y="378"/>
                  </a:lnTo>
                  <a:cubicBezTo>
                    <a:pt x="0" y="1071"/>
                    <a:pt x="567" y="1638"/>
                    <a:pt x="1260" y="1638"/>
                  </a:cubicBezTo>
                  <a:lnTo>
                    <a:pt x="4001" y="1638"/>
                  </a:lnTo>
                  <a:lnTo>
                    <a:pt x="3434" y="3308"/>
                  </a:lnTo>
                  <a:lnTo>
                    <a:pt x="2930" y="3308"/>
                  </a:lnTo>
                  <a:cubicBezTo>
                    <a:pt x="2678" y="3308"/>
                    <a:pt x="2520" y="3497"/>
                    <a:pt x="2520" y="3749"/>
                  </a:cubicBezTo>
                  <a:cubicBezTo>
                    <a:pt x="2520" y="3970"/>
                    <a:pt x="2741" y="4127"/>
                    <a:pt x="2930" y="4127"/>
                  </a:cubicBezTo>
                  <a:lnTo>
                    <a:pt x="9830" y="4127"/>
                  </a:lnTo>
                  <a:cubicBezTo>
                    <a:pt x="10050" y="4127"/>
                    <a:pt x="10239" y="3938"/>
                    <a:pt x="10239" y="3749"/>
                  </a:cubicBezTo>
                  <a:cubicBezTo>
                    <a:pt x="10239" y="3497"/>
                    <a:pt x="10050" y="3308"/>
                    <a:pt x="9830" y="3308"/>
                  </a:cubicBezTo>
                  <a:lnTo>
                    <a:pt x="9294" y="3308"/>
                  </a:lnTo>
                  <a:lnTo>
                    <a:pt x="8758" y="1638"/>
                  </a:lnTo>
                  <a:lnTo>
                    <a:pt x="11468" y="1638"/>
                  </a:lnTo>
                  <a:cubicBezTo>
                    <a:pt x="12129" y="1638"/>
                    <a:pt x="12697" y="1103"/>
                    <a:pt x="12697" y="378"/>
                  </a:cubicBezTo>
                  <a:lnTo>
                    <a:pt x="12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79"/>
            <p:cNvSpPr/>
            <p:nvPr/>
          </p:nvSpPr>
          <p:spPr>
            <a:xfrm>
              <a:off x="-62884425" y="4111775"/>
              <a:ext cx="317425" cy="193000"/>
            </a:xfrm>
            <a:custGeom>
              <a:avLst/>
              <a:gdLst/>
              <a:ahLst/>
              <a:cxnLst/>
              <a:rect l="l" t="t" r="r" b="b"/>
              <a:pathLst>
                <a:path w="12697" h="7720" extrusionOk="0">
                  <a:moveTo>
                    <a:pt x="6301" y="946"/>
                  </a:moveTo>
                  <a:cubicBezTo>
                    <a:pt x="6522" y="946"/>
                    <a:pt x="6742" y="1135"/>
                    <a:pt x="6742" y="1324"/>
                  </a:cubicBezTo>
                  <a:lnTo>
                    <a:pt x="6742" y="1607"/>
                  </a:lnTo>
                  <a:cubicBezTo>
                    <a:pt x="7215" y="1765"/>
                    <a:pt x="7593" y="2237"/>
                    <a:pt x="7593" y="2773"/>
                  </a:cubicBezTo>
                  <a:cubicBezTo>
                    <a:pt x="7593" y="3025"/>
                    <a:pt x="7372" y="3182"/>
                    <a:pt x="7183" y="3182"/>
                  </a:cubicBezTo>
                  <a:cubicBezTo>
                    <a:pt x="6994" y="3182"/>
                    <a:pt x="6805" y="2993"/>
                    <a:pt x="6805" y="2773"/>
                  </a:cubicBezTo>
                  <a:cubicBezTo>
                    <a:pt x="6805" y="2552"/>
                    <a:pt x="6585" y="2363"/>
                    <a:pt x="6364" y="2363"/>
                  </a:cubicBezTo>
                  <a:cubicBezTo>
                    <a:pt x="6112" y="2363"/>
                    <a:pt x="5954" y="2552"/>
                    <a:pt x="5954" y="2773"/>
                  </a:cubicBezTo>
                  <a:cubicBezTo>
                    <a:pt x="5954" y="3025"/>
                    <a:pt x="6269" y="3245"/>
                    <a:pt x="6585" y="3497"/>
                  </a:cubicBezTo>
                  <a:cubicBezTo>
                    <a:pt x="7026" y="3812"/>
                    <a:pt x="7561" y="4191"/>
                    <a:pt x="7561" y="4884"/>
                  </a:cubicBezTo>
                  <a:cubicBezTo>
                    <a:pt x="7561" y="5419"/>
                    <a:pt x="7215" y="5860"/>
                    <a:pt x="6742" y="6049"/>
                  </a:cubicBezTo>
                  <a:lnTo>
                    <a:pt x="6742" y="6333"/>
                  </a:lnTo>
                  <a:cubicBezTo>
                    <a:pt x="6742" y="6553"/>
                    <a:pt x="6553" y="6774"/>
                    <a:pt x="6301" y="6774"/>
                  </a:cubicBezTo>
                  <a:cubicBezTo>
                    <a:pt x="6080" y="6774"/>
                    <a:pt x="5923" y="6553"/>
                    <a:pt x="5923" y="6333"/>
                  </a:cubicBezTo>
                  <a:lnTo>
                    <a:pt x="5923" y="6049"/>
                  </a:lnTo>
                  <a:cubicBezTo>
                    <a:pt x="5450" y="5892"/>
                    <a:pt x="5104" y="5419"/>
                    <a:pt x="5104" y="4884"/>
                  </a:cubicBezTo>
                  <a:cubicBezTo>
                    <a:pt x="5104" y="4632"/>
                    <a:pt x="5293" y="4443"/>
                    <a:pt x="5482" y="4443"/>
                  </a:cubicBezTo>
                  <a:cubicBezTo>
                    <a:pt x="5734" y="4443"/>
                    <a:pt x="5923" y="4632"/>
                    <a:pt x="5923" y="4884"/>
                  </a:cubicBezTo>
                  <a:cubicBezTo>
                    <a:pt x="5923" y="5104"/>
                    <a:pt x="6112" y="5262"/>
                    <a:pt x="6301" y="5262"/>
                  </a:cubicBezTo>
                  <a:cubicBezTo>
                    <a:pt x="6522" y="5262"/>
                    <a:pt x="6742" y="5073"/>
                    <a:pt x="6742" y="4884"/>
                  </a:cubicBezTo>
                  <a:cubicBezTo>
                    <a:pt x="6742" y="4632"/>
                    <a:pt x="6427" y="4411"/>
                    <a:pt x="6080" y="4159"/>
                  </a:cubicBezTo>
                  <a:cubicBezTo>
                    <a:pt x="5639" y="3844"/>
                    <a:pt x="5104" y="3466"/>
                    <a:pt x="5104" y="2773"/>
                  </a:cubicBezTo>
                  <a:cubicBezTo>
                    <a:pt x="5104" y="2237"/>
                    <a:pt x="5450" y="1796"/>
                    <a:pt x="5923" y="1607"/>
                  </a:cubicBezTo>
                  <a:lnTo>
                    <a:pt x="5923" y="1324"/>
                  </a:lnTo>
                  <a:cubicBezTo>
                    <a:pt x="5923" y="1103"/>
                    <a:pt x="6112" y="946"/>
                    <a:pt x="6301" y="946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61"/>
                  </a:cubicBezTo>
                  <a:lnTo>
                    <a:pt x="0" y="7719"/>
                  </a:lnTo>
                  <a:lnTo>
                    <a:pt x="12697" y="7719"/>
                  </a:lnTo>
                  <a:lnTo>
                    <a:pt x="12697" y="1261"/>
                  </a:lnTo>
                  <a:cubicBezTo>
                    <a:pt x="12697" y="536"/>
                    <a:pt x="12129" y="0"/>
                    <a:pt x="1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1" name="Google Shape;1131;p79"/>
          <p:cNvGrpSpPr/>
          <p:nvPr/>
        </p:nvGrpSpPr>
        <p:grpSpPr>
          <a:xfrm>
            <a:off x="2659172" y="2709783"/>
            <a:ext cx="365467" cy="368389"/>
            <a:chOff x="-62516625" y="3743175"/>
            <a:chExt cx="315875" cy="318400"/>
          </a:xfrm>
        </p:grpSpPr>
        <p:sp>
          <p:nvSpPr>
            <p:cNvPr id="1132" name="Google Shape;1132;p79"/>
            <p:cNvSpPr/>
            <p:nvPr/>
          </p:nvSpPr>
          <p:spPr>
            <a:xfrm>
              <a:off x="-62334675" y="3884950"/>
              <a:ext cx="62250" cy="145725"/>
            </a:xfrm>
            <a:custGeom>
              <a:avLst/>
              <a:gdLst/>
              <a:ahLst/>
              <a:cxnLst/>
              <a:rect l="l" t="t" r="r" b="b"/>
              <a:pathLst>
                <a:path w="2490" h="5829" extrusionOk="0">
                  <a:moveTo>
                    <a:pt x="1229" y="0"/>
                  </a:moveTo>
                  <a:cubicBezTo>
                    <a:pt x="977" y="0"/>
                    <a:pt x="820" y="189"/>
                    <a:pt x="820" y="410"/>
                  </a:cubicBezTo>
                  <a:lnTo>
                    <a:pt x="820" y="662"/>
                  </a:lnTo>
                  <a:cubicBezTo>
                    <a:pt x="347" y="819"/>
                    <a:pt x="0" y="1292"/>
                    <a:pt x="0" y="1859"/>
                  </a:cubicBezTo>
                  <a:cubicBezTo>
                    <a:pt x="0" y="2520"/>
                    <a:pt x="536" y="2930"/>
                    <a:pt x="977" y="3245"/>
                  </a:cubicBezTo>
                  <a:cubicBezTo>
                    <a:pt x="1292" y="3466"/>
                    <a:pt x="1639" y="3718"/>
                    <a:pt x="1639" y="3938"/>
                  </a:cubicBezTo>
                  <a:cubicBezTo>
                    <a:pt x="1639" y="4190"/>
                    <a:pt x="1450" y="4348"/>
                    <a:pt x="1229" y="4348"/>
                  </a:cubicBezTo>
                  <a:cubicBezTo>
                    <a:pt x="977" y="4348"/>
                    <a:pt x="820" y="4127"/>
                    <a:pt x="820" y="3938"/>
                  </a:cubicBezTo>
                  <a:cubicBezTo>
                    <a:pt x="820" y="3718"/>
                    <a:pt x="631" y="3497"/>
                    <a:pt x="442" y="3497"/>
                  </a:cubicBezTo>
                  <a:cubicBezTo>
                    <a:pt x="221" y="3497"/>
                    <a:pt x="0" y="3718"/>
                    <a:pt x="0" y="3938"/>
                  </a:cubicBezTo>
                  <a:cubicBezTo>
                    <a:pt x="0" y="4505"/>
                    <a:pt x="347" y="4915"/>
                    <a:pt x="820" y="5135"/>
                  </a:cubicBezTo>
                  <a:lnTo>
                    <a:pt x="820" y="5387"/>
                  </a:lnTo>
                  <a:cubicBezTo>
                    <a:pt x="820" y="5639"/>
                    <a:pt x="1009" y="5828"/>
                    <a:pt x="1229" y="5828"/>
                  </a:cubicBezTo>
                  <a:cubicBezTo>
                    <a:pt x="1450" y="5828"/>
                    <a:pt x="1639" y="5639"/>
                    <a:pt x="1639" y="5387"/>
                  </a:cubicBezTo>
                  <a:lnTo>
                    <a:pt x="1639" y="5135"/>
                  </a:lnTo>
                  <a:cubicBezTo>
                    <a:pt x="2111" y="4978"/>
                    <a:pt x="2489" y="4505"/>
                    <a:pt x="2489" y="3938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1"/>
                    <a:pt x="820" y="2079"/>
                    <a:pt x="820" y="1859"/>
                  </a:cubicBezTo>
                  <a:cubicBezTo>
                    <a:pt x="820" y="1607"/>
                    <a:pt x="1009" y="1418"/>
                    <a:pt x="1229" y="1418"/>
                  </a:cubicBezTo>
                  <a:cubicBezTo>
                    <a:pt x="1450" y="1418"/>
                    <a:pt x="1639" y="1607"/>
                    <a:pt x="1639" y="1859"/>
                  </a:cubicBezTo>
                  <a:cubicBezTo>
                    <a:pt x="1639" y="2079"/>
                    <a:pt x="1859" y="2237"/>
                    <a:pt x="2048" y="2237"/>
                  </a:cubicBezTo>
                  <a:cubicBezTo>
                    <a:pt x="2237" y="2237"/>
                    <a:pt x="2489" y="2048"/>
                    <a:pt x="2489" y="1859"/>
                  </a:cubicBezTo>
                  <a:cubicBezTo>
                    <a:pt x="2489" y="1292"/>
                    <a:pt x="2143" y="882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79"/>
            <p:cNvSpPr/>
            <p:nvPr/>
          </p:nvSpPr>
          <p:spPr>
            <a:xfrm>
              <a:off x="-62516625" y="3743175"/>
              <a:ext cx="315875" cy="318400"/>
            </a:xfrm>
            <a:custGeom>
              <a:avLst/>
              <a:gdLst/>
              <a:ahLst/>
              <a:cxnLst/>
              <a:rect l="l" t="t" r="r" b="b"/>
              <a:pathLst>
                <a:path w="12635" h="12736" extrusionOk="0">
                  <a:moveTo>
                    <a:pt x="4632" y="3308"/>
                  </a:moveTo>
                  <a:cubicBezTo>
                    <a:pt x="5388" y="3308"/>
                    <a:pt x="6018" y="3938"/>
                    <a:pt x="6018" y="4694"/>
                  </a:cubicBezTo>
                  <a:cubicBezTo>
                    <a:pt x="6018" y="5450"/>
                    <a:pt x="5420" y="6049"/>
                    <a:pt x="4632" y="6049"/>
                  </a:cubicBezTo>
                  <a:cubicBezTo>
                    <a:pt x="3876" y="6049"/>
                    <a:pt x="3246" y="5419"/>
                    <a:pt x="3246" y="4694"/>
                  </a:cubicBezTo>
                  <a:cubicBezTo>
                    <a:pt x="3246" y="3938"/>
                    <a:pt x="3876" y="3308"/>
                    <a:pt x="4632" y="3308"/>
                  </a:cubicBezTo>
                  <a:close/>
                  <a:moveTo>
                    <a:pt x="8507" y="5230"/>
                  </a:moveTo>
                  <a:cubicBezTo>
                    <a:pt x="10303" y="5230"/>
                    <a:pt x="11815" y="6742"/>
                    <a:pt x="11815" y="8538"/>
                  </a:cubicBezTo>
                  <a:cubicBezTo>
                    <a:pt x="11815" y="10365"/>
                    <a:pt x="10334" y="11846"/>
                    <a:pt x="8507" y="11846"/>
                  </a:cubicBezTo>
                  <a:cubicBezTo>
                    <a:pt x="6680" y="11846"/>
                    <a:pt x="5199" y="10365"/>
                    <a:pt x="5199" y="8538"/>
                  </a:cubicBezTo>
                  <a:cubicBezTo>
                    <a:pt x="5199" y="6742"/>
                    <a:pt x="6680" y="5230"/>
                    <a:pt x="8507" y="5230"/>
                  </a:cubicBezTo>
                  <a:close/>
                  <a:moveTo>
                    <a:pt x="4664" y="0"/>
                  </a:moveTo>
                  <a:cubicBezTo>
                    <a:pt x="2080" y="0"/>
                    <a:pt x="1" y="2079"/>
                    <a:pt x="1" y="4694"/>
                  </a:cubicBezTo>
                  <a:cubicBezTo>
                    <a:pt x="1" y="5703"/>
                    <a:pt x="316" y="6711"/>
                    <a:pt x="914" y="7498"/>
                  </a:cubicBezTo>
                  <a:lnTo>
                    <a:pt x="4317" y="12571"/>
                  </a:lnTo>
                  <a:cubicBezTo>
                    <a:pt x="4396" y="12681"/>
                    <a:pt x="4530" y="12736"/>
                    <a:pt x="4660" y="12736"/>
                  </a:cubicBezTo>
                  <a:cubicBezTo>
                    <a:pt x="4790" y="12736"/>
                    <a:pt x="4916" y="12681"/>
                    <a:pt x="4979" y="12571"/>
                  </a:cubicBezTo>
                  <a:lnTo>
                    <a:pt x="5672" y="11531"/>
                  </a:lnTo>
                  <a:cubicBezTo>
                    <a:pt x="6396" y="12256"/>
                    <a:pt x="7404" y="12665"/>
                    <a:pt x="8507" y="12665"/>
                  </a:cubicBezTo>
                  <a:cubicBezTo>
                    <a:pt x="10776" y="12665"/>
                    <a:pt x="12634" y="10838"/>
                    <a:pt x="12634" y="8538"/>
                  </a:cubicBezTo>
                  <a:cubicBezTo>
                    <a:pt x="12634" y="6553"/>
                    <a:pt x="11217" y="4852"/>
                    <a:pt x="9326" y="4474"/>
                  </a:cubicBezTo>
                  <a:lnTo>
                    <a:pt x="9326" y="4222"/>
                  </a:lnTo>
                  <a:cubicBezTo>
                    <a:pt x="9074" y="1796"/>
                    <a:pt x="7089" y="0"/>
                    <a:pt x="46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4" name="Google Shape;1134;p79"/>
          <p:cNvGrpSpPr/>
          <p:nvPr/>
        </p:nvGrpSpPr>
        <p:grpSpPr>
          <a:xfrm>
            <a:off x="2666140" y="3271611"/>
            <a:ext cx="351786" cy="326274"/>
            <a:chOff x="-62511900" y="4129100"/>
            <a:chExt cx="304050" cy="282000"/>
          </a:xfrm>
        </p:grpSpPr>
        <p:sp>
          <p:nvSpPr>
            <p:cNvPr id="1135" name="Google Shape;1135;p79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79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79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79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79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0" name="Google Shape;1140;p79"/>
          <p:cNvGrpSpPr/>
          <p:nvPr/>
        </p:nvGrpSpPr>
        <p:grpSpPr>
          <a:xfrm>
            <a:off x="824532" y="3851527"/>
            <a:ext cx="366364" cy="366248"/>
            <a:chOff x="-60255350" y="3733825"/>
            <a:chExt cx="316650" cy="316550"/>
          </a:xfrm>
        </p:grpSpPr>
        <p:sp>
          <p:nvSpPr>
            <p:cNvPr id="1141" name="Google Shape;1141;p79"/>
            <p:cNvSpPr/>
            <p:nvPr/>
          </p:nvSpPr>
          <p:spPr>
            <a:xfrm>
              <a:off x="-60218325" y="3733825"/>
              <a:ext cx="235525" cy="316550"/>
            </a:xfrm>
            <a:custGeom>
              <a:avLst/>
              <a:gdLst/>
              <a:ahLst/>
              <a:cxnLst/>
              <a:rect l="l" t="t" r="r" b="b"/>
              <a:pathLst>
                <a:path w="9421" h="12662" extrusionOk="0">
                  <a:moveTo>
                    <a:pt x="4821" y="1666"/>
                  </a:moveTo>
                  <a:cubicBezTo>
                    <a:pt x="5073" y="1666"/>
                    <a:pt x="5262" y="1886"/>
                    <a:pt x="5262" y="2075"/>
                  </a:cubicBezTo>
                  <a:lnTo>
                    <a:pt x="5262" y="2359"/>
                  </a:lnTo>
                  <a:cubicBezTo>
                    <a:pt x="5734" y="2485"/>
                    <a:pt x="6081" y="2989"/>
                    <a:pt x="6081" y="3525"/>
                  </a:cubicBezTo>
                  <a:cubicBezTo>
                    <a:pt x="6081" y="3777"/>
                    <a:pt x="5892" y="3934"/>
                    <a:pt x="5640" y="3934"/>
                  </a:cubicBezTo>
                  <a:cubicBezTo>
                    <a:pt x="5419" y="3934"/>
                    <a:pt x="5262" y="3714"/>
                    <a:pt x="5262" y="3525"/>
                  </a:cubicBezTo>
                  <a:cubicBezTo>
                    <a:pt x="5262" y="3273"/>
                    <a:pt x="5073" y="3084"/>
                    <a:pt x="4821" y="3084"/>
                  </a:cubicBezTo>
                  <a:cubicBezTo>
                    <a:pt x="4569" y="3084"/>
                    <a:pt x="4411" y="3273"/>
                    <a:pt x="4411" y="3525"/>
                  </a:cubicBezTo>
                  <a:cubicBezTo>
                    <a:pt x="4411" y="3777"/>
                    <a:pt x="4789" y="3997"/>
                    <a:pt x="5104" y="4249"/>
                  </a:cubicBezTo>
                  <a:cubicBezTo>
                    <a:pt x="5514" y="4564"/>
                    <a:pt x="6081" y="4942"/>
                    <a:pt x="6081" y="5604"/>
                  </a:cubicBezTo>
                  <a:cubicBezTo>
                    <a:pt x="6081" y="6171"/>
                    <a:pt x="5734" y="6612"/>
                    <a:pt x="5262" y="6801"/>
                  </a:cubicBezTo>
                  <a:lnTo>
                    <a:pt x="5262" y="7085"/>
                  </a:lnTo>
                  <a:cubicBezTo>
                    <a:pt x="5262" y="7305"/>
                    <a:pt x="5041" y="7463"/>
                    <a:pt x="4821" y="7463"/>
                  </a:cubicBezTo>
                  <a:cubicBezTo>
                    <a:pt x="4569" y="7463"/>
                    <a:pt x="4411" y="7274"/>
                    <a:pt x="4411" y="7085"/>
                  </a:cubicBezTo>
                  <a:lnTo>
                    <a:pt x="4411" y="6801"/>
                  </a:lnTo>
                  <a:cubicBezTo>
                    <a:pt x="3938" y="6644"/>
                    <a:pt x="3592" y="6171"/>
                    <a:pt x="3592" y="5604"/>
                  </a:cubicBezTo>
                  <a:cubicBezTo>
                    <a:pt x="3592" y="5383"/>
                    <a:pt x="3781" y="5194"/>
                    <a:pt x="4033" y="5194"/>
                  </a:cubicBezTo>
                  <a:cubicBezTo>
                    <a:pt x="4253" y="5194"/>
                    <a:pt x="4411" y="5383"/>
                    <a:pt x="4411" y="5604"/>
                  </a:cubicBezTo>
                  <a:cubicBezTo>
                    <a:pt x="4411" y="5856"/>
                    <a:pt x="4632" y="6014"/>
                    <a:pt x="4821" y="6014"/>
                  </a:cubicBezTo>
                  <a:cubicBezTo>
                    <a:pt x="5041" y="6014"/>
                    <a:pt x="5262" y="5824"/>
                    <a:pt x="5262" y="5604"/>
                  </a:cubicBezTo>
                  <a:cubicBezTo>
                    <a:pt x="5262" y="5383"/>
                    <a:pt x="4947" y="5131"/>
                    <a:pt x="4569" y="4911"/>
                  </a:cubicBezTo>
                  <a:cubicBezTo>
                    <a:pt x="4159" y="4596"/>
                    <a:pt x="3592" y="4186"/>
                    <a:pt x="3592" y="3525"/>
                  </a:cubicBezTo>
                  <a:cubicBezTo>
                    <a:pt x="3592" y="2989"/>
                    <a:pt x="3938" y="2548"/>
                    <a:pt x="4411" y="2359"/>
                  </a:cubicBezTo>
                  <a:lnTo>
                    <a:pt x="4411" y="2075"/>
                  </a:lnTo>
                  <a:cubicBezTo>
                    <a:pt x="4411" y="1823"/>
                    <a:pt x="4632" y="1666"/>
                    <a:pt x="4821" y="1666"/>
                  </a:cubicBezTo>
                  <a:close/>
                  <a:moveTo>
                    <a:pt x="6081" y="9385"/>
                  </a:moveTo>
                  <a:lnTo>
                    <a:pt x="6081" y="10235"/>
                  </a:lnTo>
                  <a:lnTo>
                    <a:pt x="3592" y="10235"/>
                  </a:lnTo>
                  <a:lnTo>
                    <a:pt x="3592" y="9385"/>
                  </a:lnTo>
                  <a:close/>
                  <a:moveTo>
                    <a:pt x="4801" y="0"/>
                  </a:moveTo>
                  <a:cubicBezTo>
                    <a:pt x="4498" y="0"/>
                    <a:pt x="4188" y="29"/>
                    <a:pt x="3875" y="91"/>
                  </a:cubicBezTo>
                  <a:cubicBezTo>
                    <a:pt x="2111" y="500"/>
                    <a:pt x="693" y="1949"/>
                    <a:pt x="378" y="3714"/>
                  </a:cubicBezTo>
                  <a:cubicBezTo>
                    <a:pt x="0" y="5698"/>
                    <a:pt x="1008" y="7652"/>
                    <a:pt x="2773" y="8565"/>
                  </a:cubicBezTo>
                  <a:lnTo>
                    <a:pt x="2773" y="10582"/>
                  </a:lnTo>
                  <a:cubicBezTo>
                    <a:pt x="2773" y="11716"/>
                    <a:pt x="3718" y="12661"/>
                    <a:pt x="4852" y="12661"/>
                  </a:cubicBezTo>
                  <a:cubicBezTo>
                    <a:pt x="5986" y="12661"/>
                    <a:pt x="6963" y="11716"/>
                    <a:pt x="6963" y="10582"/>
                  </a:cubicBezTo>
                  <a:lnTo>
                    <a:pt x="6963" y="8565"/>
                  </a:lnTo>
                  <a:cubicBezTo>
                    <a:pt x="8444" y="7778"/>
                    <a:pt x="9420" y="6234"/>
                    <a:pt x="9420" y="4501"/>
                  </a:cubicBezTo>
                  <a:cubicBezTo>
                    <a:pt x="9392" y="2000"/>
                    <a:pt x="7308" y="0"/>
                    <a:pt x="4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79"/>
            <p:cNvSpPr/>
            <p:nvPr/>
          </p:nvSpPr>
          <p:spPr>
            <a:xfrm>
              <a:off x="-60255350" y="3844775"/>
              <a:ext cx="34675" cy="20500"/>
            </a:xfrm>
            <a:custGeom>
              <a:avLst/>
              <a:gdLst/>
              <a:ahLst/>
              <a:cxnLst/>
              <a:rect l="l" t="t" r="r" b="b"/>
              <a:pathLst>
                <a:path w="1387" h="820" extrusionOk="0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58"/>
                    <a:pt x="1166" y="0"/>
                    <a:pt x="9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79"/>
            <p:cNvSpPr/>
            <p:nvPr/>
          </p:nvSpPr>
          <p:spPr>
            <a:xfrm>
              <a:off x="-59974175" y="3844775"/>
              <a:ext cx="35475" cy="20500"/>
            </a:xfrm>
            <a:custGeom>
              <a:avLst/>
              <a:gdLst/>
              <a:ahLst/>
              <a:cxnLst/>
              <a:rect l="l" t="t" r="r" b="b"/>
              <a:pathLst>
                <a:path w="141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cubicBezTo>
                    <a:pt x="1" y="630"/>
                    <a:pt x="221" y="819"/>
                    <a:pt x="442" y="819"/>
                  </a:cubicBezTo>
                  <a:lnTo>
                    <a:pt x="1009" y="819"/>
                  </a:lnTo>
                  <a:cubicBezTo>
                    <a:pt x="1230" y="819"/>
                    <a:pt x="1387" y="630"/>
                    <a:pt x="1387" y="378"/>
                  </a:cubicBezTo>
                  <a:cubicBezTo>
                    <a:pt x="1419" y="158"/>
                    <a:pt x="1230" y="0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79"/>
            <p:cNvSpPr/>
            <p:nvPr/>
          </p:nvSpPr>
          <p:spPr>
            <a:xfrm>
              <a:off x="-60212825" y="393947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836" y="1"/>
                  </a:moveTo>
                  <a:cubicBezTo>
                    <a:pt x="725" y="1"/>
                    <a:pt x="615" y="40"/>
                    <a:pt x="536" y="119"/>
                  </a:cubicBezTo>
                  <a:lnTo>
                    <a:pt x="158" y="497"/>
                  </a:lnTo>
                  <a:cubicBezTo>
                    <a:pt x="1" y="654"/>
                    <a:pt x="1" y="938"/>
                    <a:pt x="158" y="1096"/>
                  </a:cubicBezTo>
                  <a:cubicBezTo>
                    <a:pt x="237" y="1174"/>
                    <a:pt x="340" y="1214"/>
                    <a:pt x="442" y="1214"/>
                  </a:cubicBezTo>
                  <a:cubicBezTo>
                    <a:pt x="544" y="1214"/>
                    <a:pt x="647" y="1174"/>
                    <a:pt x="725" y="1096"/>
                  </a:cubicBezTo>
                  <a:lnTo>
                    <a:pt x="1135" y="686"/>
                  </a:lnTo>
                  <a:cubicBezTo>
                    <a:pt x="1293" y="528"/>
                    <a:pt x="1293" y="245"/>
                    <a:pt x="1135" y="119"/>
                  </a:cubicBezTo>
                  <a:cubicBezTo>
                    <a:pt x="1056" y="40"/>
                    <a:pt x="94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79"/>
            <p:cNvSpPr/>
            <p:nvPr/>
          </p:nvSpPr>
          <p:spPr>
            <a:xfrm>
              <a:off x="-60012750" y="373942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835" y="1"/>
                  </a:moveTo>
                  <a:cubicBezTo>
                    <a:pt x="725" y="1"/>
                    <a:pt x="614" y="40"/>
                    <a:pt x="536" y="119"/>
                  </a:cubicBezTo>
                  <a:lnTo>
                    <a:pt x="126" y="497"/>
                  </a:lnTo>
                  <a:cubicBezTo>
                    <a:pt x="0" y="654"/>
                    <a:pt x="0" y="938"/>
                    <a:pt x="126" y="1095"/>
                  </a:cubicBezTo>
                  <a:cubicBezTo>
                    <a:pt x="205" y="1174"/>
                    <a:pt x="315" y="1213"/>
                    <a:pt x="425" y="1213"/>
                  </a:cubicBezTo>
                  <a:cubicBezTo>
                    <a:pt x="536" y="1213"/>
                    <a:pt x="646" y="1174"/>
                    <a:pt x="725" y="1095"/>
                  </a:cubicBezTo>
                  <a:lnTo>
                    <a:pt x="1134" y="686"/>
                  </a:lnTo>
                  <a:cubicBezTo>
                    <a:pt x="1292" y="560"/>
                    <a:pt x="1292" y="276"/>
                    <a:pt x="1134" y="119"/>
                  </a:cubicBezTo>
                  <a:cubicBezTo>
                    <a:pt x="1056" y="40"/>
                    <a:pt x="945" y="1"/>
                    <a:pt x="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79"/>
            <p:cNvSpPr/>
            <p:nvPr/>
          </p:nvSpPr>
          <p:spPr>
            <a:xfrm>
              <a:off x="-60012750" y="393947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425" y="1"/>
                  </a:moveTo>
                  <a:cubicBezTo>
                    <a:pt x="315" y="1"/>
                    <a:pt x="205" y="40"/>
                    <a:pt x="126" y="119"/>
                  </a:cubicBezTo>
                  <a:cubicBezTo>
                    <a:pt x="0" y="245"/>
                    <a:pt x="0" y="528"/>
                    <a:pt x="126" y="686"/>
                  </a:cubicBezTo>
                  <a:lnTo>
                    <a:pt x="536" y="1096"/>
                  </a:lnTo>
                  <a:cubicBezTo>
                    <a:pt x="614" y="1174"/>
                    <a:pt x="725" y="1214"/>
                    <a:pt x="835" y="1214"/>
                  </a:cubicBezTo>
                  <a:cubicBezTo>
                    <a:pt x="945" y="1214"/>
                    <a:pt x="1056" y="1174"/>
                    <a:pt x="1134" y="1096"/>
                  </a:cubicBezTo>
                  <a:cubicBezTo>
                    <a:pt x="1292" y="938"/>
                    <a:pt x="1292" y="654"/>
                    <a:pt x="1134" y="497"/>
                  </a:cubicBezTo>
                  <a:lnTo>
                    <a:pt x="725" y="119"/>
                  </a:lnTo>
                  <a:cubicBezTo>
                    <a:pt x="646" y="40"/>
                    <a:pt x="536" y="1"/>
                    <a:pt x="4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79"/>
            <p:cNvSpPr/>
            <p:nvPr/>
          </p:nvSpPr>
          <p:spPr>
            <a:xfrm>
              <a:off x="-60212825" y="373942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442" y="1"/>
                  </a:moveTo>
                  <a:cubicBezTo>
                    <a:pt x="340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686"/>
                  </a:cubicBezTo>
                  <a:lnTo>
                    <a:pt x="536" y="1095"/>
                  </a:lnTo>
                  <a:cubicBezTo>
                    <a:pt x="615" y="1174"/>
                    <a:pt x="725" y="1213"/>
                    <a:pt x="836" y="1213"/>
                  </a:cubicBezTo>
                  <a:cubicBezTo>
                    <a:pt x="946" y="1213"/>
                    <a:pt x="1056" y="1174"/>
                    <a:pt x="1135" y="1095"/>
                  </a:cubicBezTo>
                  <a:cubicBezTo>
                    <a:pt x="1293" y="938"/>
                    <a:pt x="1293" y="654"/>
                    <a:pt x="1135" y="497"/>
                  </a:cubicBezTo>
                  <a:lnTo>
                    <a:pt x="725" y="119"/>
                  </a:lnTo>
                  <a:cubicBezTo>
                    <a:pt x="647" y="40"/>
                    <a:pt x="544" y="1"/>
                    <a:pt x="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8" name="Google Shape;1148;p79"/>
          <p:cNvSpPr/>
          <p:nvPr/>
        </p:nvSpPr>
        <p:spPr>
          <a:xfrm>
            <a:off x="822697" y="2710122"/>
            <a:ext cx="370009" cy="367724"/>
          </a:xfrm>
          <a:custGeom>
            <a:avLst/>
            <a:gdLst/>
            <a:ahLst/>
            <a:cxnLst/>
            <a:rect l="l" t="t" r="r" b="b"/>
            <a:pathLst>
              <a:path w="12792" h="12713" extrusionOk="0">
                <a:moveTo>
                  <a:pt x="8633" y="1229"/>
                </a:moveTo>
                <a:cubicBezTo>
                  <a:pt x="8854" y="1229"/>
                  <a:pt x="9011" y="1418"/>
                  <a:pt x="9011" y="1607"/>
                </a:cubicBezTo>
                <a:lnTo>
                  <a:pt x="9011" y="1890"/>
                </a:lnTo>
                <a:cubicBezTo>
                  <a:pt x="9484" y="2048"/>
                  <a:pt x="9831" y="2520"/>
                  <a:pt x="9831" y="3088"/>
                </a:cubicBezTo>
                <a:cubicBezTo>
                  <a:pt x="9831" y="3308"/>
                  <a:pt x="9641" y="3497"/>
                  <a:pt x="9452" y="3497"/>
                </a:cubicBezTo>
                <a:cubicBezTo>
                  <a:pt x="9200" y="3497"/>
                  <a:pt x="9011" y="3308"/>
                  <a:pt x="9011" y="3088"/>
                </a:cubicBezTo>
                <a:cubicBezTo>
                  <a:pt x="9011" y="2835"/>
                  <a:pt x="8822" y="2678"/>
                  <a:pt x="8633" y="2678"/>
                </a:cubicBezTo>
                <a:cubicBezTo>
                  <a:pt x="8413" y="2678"/>
                  <a:pt x="8192" y="2867"/>
                  <a:pt x="8192" y="3088"/>
                </a:cubicBezTo>
                <a:cubicBezTo>
                  <a:pt x="8224" y="3308"/>
                  <a:pt x="8570" y="3529"/>
                  <a:pt x="8885" y="3781"/>
                </a:cubicBezTo>
                <a:cubicBezTo>
                  <a:pt x="9326" y="4096"/>
                  <a:pt x="9894" y="4505"/>
                  <a:pt x="9894" y="5167"/>
                </a:cubicBezTo>
                <a:cubicBezTo>
                  <a:pt x="9894" y="5702"/>
                  <a:pt x="9515" y="6143"/>
                  <a:pt x="9043" y="6333"/>
                </a:cubicBezTo>
                <a:lnTo>
                  <a:pt x="9043" y="6616"/>
                </a:lnTo>
                <a:cubicBezTo>
                  <a:pt x="9043" y="6868"/>
                  <a:pt x="8854" y="7026"/>
                  <a:pt x="8665" y="7026"/>
                </a:cubicBezTo>
                <a:cubicBezTo>
                  <a:pt x="8476" y="7026"/>
                  <a:pt x="8224" y="6805"/>
                  <a:pt x="8224" y="6616"/>
                </a:cubicBezTo>
                <a:lnTo>
                  <a:pt x="8224" y="6333"/>
                </a:lnTo>
                <a:cubicBezTo>
                  <a:pt x="7751" y="6175"/>
                  <a:pt x="7405" y="5702"/>
                  <a:pt x="7405" y="5167"/>
                </a:cubicBezTo>
                <a:cubicBezTo>
                  <a:pt x="7405" y="4915"/>
                  <a:pt x="7594" y="4757"/>
                  <a:pt x="7783" y="4757"/>
                </a:cubicBezTo>
                <a:cubicBezTo>
                  <a:pt x="8003" y="4757"/>
                  <a:pt x="8192" y="4978"/>
                  <a:pt x="8192" y="5167"/>
                </a:cubicBezTo>
                <a:cubicBezTo>
                  <a:pt x="8192" y="5387"/>
                  <a:pt x="8381" y="5608"/>
                  <a:pt x="8633" y="5608"/>
                </a:cubicBezTo>
                <a:cubicBezTo>
                  <a:pt x="8854" y="5608"/>
                  <a:pt x="9011" y="5387"/>
                  <a:pt x="9011" y="5167"/>
                </a:cubicBezTo>
                <a:cubicBezTo>
                  <a:pt x="9011" y="4915"/>
                  <a:pt x="8696" y="4694"/>
                  <a:pt x="8350" y="4442"/>
                </a:cubicBezTo>
                <a:cubicBezTo>
                  <a:pt x="7909" y="4127"/>
                  <a:pt x="7373" y="3749"/>
                  <a:pt x="7373" y="3088"/>
                </a:cubicBezTo>
                <a:cubicBezTo>
                  <a:pt x="7373" y="2520"/>
                  <a:pt x="7720" y="2079"/>
                  <a:pt x="8192" y="1890"/>
                </a:cubicBezTo>
                <a:lnTo>
                  <a:pt x="8192" y="1607"/>
                </a:lnTo>
                <a:cubicBezTo>
                  <a:pt x="8192" y="1386"/>
                  <a:pt x="8381" y="1229"/>
                  <a:pt x="8633" y="1229"/>
                </a:cubicBezTo>
                <a:close/>
                <a:moveTo>
                  <a:pt x="6050" y="6616"/>
                </a:moveTo>
                <a:lnTo>
                  <a:pt x="5073" y="10239"/>
                </a:lnTo>
                <a:lnTo>
                  <a:pt x="4853" y="9388"/>
                </a:lnTo>
                <a:cubicBezTo>
                  <a:pt x="4793" y="9168"/>
                  <a:pt x="4617" y="9049"/>
                  <a:pt x="4433" y="9049"/>
                </a:cubicBezTo>
                <a:cubicBezTo>
                  <a:pt x="4328" y="9049"/>
                  <a:pt x="4220" y="9088"/>
                  <a:pt x="4128" y="9168"/>
                </a:cubicBezTo>
                <a:lnTo>
                  <a:pt x="1450" y="11846"/>
                </a:lnTo>
                <a:lnTo>
                  <a:pt x="852" y="11279"/>
                </a:lnTo>
                <a:lnTo>
                  <a:pt x="3530" y="8601"/>
                </a:lnTo>
                <a:cubicBezTo>
                  <a:pt x="3782" y="8349"/>
                  <a:pt x="3656" y="7939"/>
                  <a:pt x="3341" y="7876"/>
                </a:cubicBezTo>
                <a:lnTo>
                  <a:pt x="2490" y="7624"/>
                </a:lnTo>
                <a:lnTo>
                  <a:pt x="6050" y="6616"/>
                </a:lnTo>
                <a:close/>
                <a:moveTo>
                  <a:pt x="8665" y="0"/>
                </a:moveTo>
                <a:cubicBezTo>
                  <a:pt x="6365" y="0"/>
                  <a:pt x="4538" y="1859"/>
                  <a:pt x="4538" y="4127"/>
                </a:cubicBezTo>
                <a:cubicBezTo>
                  <a:pt x="4538" y="4852"/>
                  <a:pt x="4695" y="5513"/>
                  <a:pt x="5042" y="6112"/>
                </a:cubicBezTo>
                <a:lnTo>
                  <a:pt x="820" y="7341"/>
                </a:lnTo>
                <a:cubicBezTo>
                  <a:pt x="442" y="7435"/>
                  <a:pt x="442" y="8034"/>
                  <a:pt x="820" y="8128"/>
                </a:cubicBezTo>
                <a:lnTo>
                  <a:pt x="2490" y="8538"/>
                </a:lnTo>
                <a:lnTo>
                  <a:pt x="316" y="10712"/>
                </a:lnTo>
                <a:cubicBezTo>
                  <a:pt x="1" y="11027"/>
                  <a:pt x="1" y="11594"/>
                  <a:pt x="316" y="11909"/>
                </a:cubicBezTo>
                <a:lnTo>
                  <a:pt x="915" y="12476"/>
                </a:lnTo>
                <a:cubicBezTo>
                  <a:pt x="1072" y="12633"/>
                  <a:pt x="1285" y="12712"/>
                  <a:pt x="1497" y="12712"/>
                </a:cubicBezTo>
                <a:cubicBezTo>
                  <a:pt x="1710" y="12712"/>
                  <a:pt x="1923" y="12633"/>
                  <a:pt x="2080" y="12476"/>
                </a:cubicBezTo>
                <a:lnTo>
                  <a:pt x="4254" y="10334"/>
                </a:lnTo>
                <a:lnTo>
                  <a:pt x="4695" y="11972"/>
                </a:lnTo>
                <a:cubicBezTo>
                  <a:pt x="4759" y="12180"/>
                  <a:pt x="4930" y="12291"/>
                  <a:pt x="5098" y="12291"/>
                </a:cubicBezTo>
                <a:cubicBezTo>
                  <a:pt x="5261" y="12291"/>
                  <a:pt x="5421" y="12188"/>
                  <a:pt x="5483" y="11972"/>
                </a:cubicBezTo>
                <a:lnTo>
                  <a:pt x="6712" y="7750"/>
                </a:lnTo>
                <a:cubicBezTo>
                  <a:pt x="7279" y="8065"/>
                  <a:pt x="7972" y="8286"/>
                  <a:pt x="8665" y="8286"/>
                </a:cubicBezTo>
                <a:cubicBezTo>
                  <a:pt x="10965" y="8286"/>
                  <a:pt x="12792" y="6427"/>
                  <a:pt x="12792" y="4127"/>
                </a:cubicBezTo>
                <a:cubicBezTo>
                  <a:pt x="12760" y="1859"/>
                  <a:pt x="10902" y="0"/>
                  <a:pt x="866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9" name="Google Shape;1149;p79"/>
          <p:cNvGrpSpPr/>
          <p:nvPr/>
        </p:nvGrpSpPr>
        <p:grpSpPr>
          <a:xfrm>
            <a:off x="1435385" y="2711664"/>
            <a:ext cx="369112" cy="364657"/>
            <a:chOff x="-59869425" y="4102225"/>
            <a:chExt cx="319025" cy="315175"/>
          </a:xfrm>
        </p:grpSpPr>
        <p:sp>
          <p:nvSpPr>
            <p:cNvPr id="1150" name="Google Shape;1150;p79"/>
            <p:cNvSpPr/>
            <p:nvPr/>
          </p:nvSpPr>
          <p:spPr>
            <a:xfrm>
              <a:off x="-59869425" y="4102225"/>
              <a:ext cx="149675" cy="256825"/>
            </a:xfrm>
            <a:custGeom>
              <a:avLst/>
              <a:gdLst/>
              <a:ahLst/>
              <a:cxnLst/>
              <a:rect l="l" t="t" r="r" b="b"/>
              <a:pathLst>
                <a:path w="5987" h="10273" extrusionOk="0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79"/>
            <p:cNvSpPr/>
            <p:nvPr/>
          </p:nvSpPr>
          <p:spPr>
            <a:xfrm>
              <a:off x="-59811125" y="4322075"/>
              <a:ext cx="201650" cy="95325"/>
            </a:xfrm>
            <a:custGeom>
              <a:avLst/>
              <a:gdLst/>
              <a:ahLst/>
              <a:cxnLst/>
              <a:rect l="l" t="t" r="r" b="b"/>
              <a:pathLst>
                <a:path w="8066" h="3813" extrusionOk="0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79"/>
            <p:cNvSpPr/>
            <p:nvPr/>
          </p:nvSpPr>
          <p:spPr>
            <a:xfrm>
              <a:off x="-59700075" y="4102225"/>
              <a:ext cx="149675" cy="256525"/>
            </a:xfrm>
            <a:custGeom>
              <a:avLst/>
              <a:gdLst/>
              <a:ahLst/>
              <a:cxnLst/>
              <a:rect l="l" t="t" r="r" b="b"/>
              <a:pathLst>
                <a:path w="5987" h="10261" extrusionOk="0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79"/>
            <p:cNvSpPr/>
            <p:nvPr/>
          </p:nvSpPr>
          <p:spPr>
            <a:xfrm>
              <a:off x="-59742600" y="4187375"/>
              <a:ext cx="63025" cy="144950"/>
            </a:xfrm>
            <a:custGeom>
              <a:avLst/>
              <a:gdLst/>
              <a:ahLst/>
              <a:cxnLst/>
              <a:rect l="l" t="t" r="r" b="b"/>
              <a:pathLst>
                <a:path w="2521" h="5798" extrusionOk="0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4" name="Google Shape;1154;p79"/>
          <p:cNvGrpSpPr/>
          <p:nvPr/>
        </p:nvGrpSpPr>
        <p:grpSpPr>
          <a:xfrm>
            <a:off x="1446917" y="3345548"/>
            <a:ext cx="345974" cy="178373"/>
            <a:chOff x="213421" y="2051804"/>
            <a:chExt cx="345974" cy="178373"/>
          </a:xfrm>
        </p:grpSpPr>
        <p:sp>
          <p:nvSpPr>
            <p:cNvPr id="1155" name="Google Shape;1155;p79"/>
            <p:cNvSpPr/>
            <p:nvPr/>
          </p:nvSpPr>
          <p:spPr>
            <a:xfrm>
              <a:off x="414543" y="2098752"/>
              <a:ext cx="97266" cy="84518"/>
            </a:xfrm>
            <a:custGeom>
              <a:avLst/>
              <a:gdLst/>
              <a:ahLst/>
              <a:cxnLst/>
              <a:rect l="l" t="t" r="r" b="b"/>
              <a:pathLst>
                <a:path w="2167" h="1883" extrusionOk="0">
                  <a:moveTo>
                    <a:pt x="1614" y="732"/>
                  </a:moveTo>
                  <a:cubicBezTo>
                    <a:pt x="1659" y="732"/>
                    <a:pt x="1718" y="762"/>
                    <a:pt x="1763" y="792"/>
                  </a:cubicBezTo>
                  <a:cubicBezTo>
                    <a:pt x="1793" y="837"/>
                    <a:pt x="1823" y="897"/>
                    <a:pt x="1823" y="941"/>
                  </a:cubicBezTo>
                  <a:cubicBezTo>
                    <a:pt x="1823" y="1001"/>
                    <a:pt x="1793" y="1046"/>
                    <a:pt x="1763" y="1091"/>
                  </a:cubicBezTo>
                  <a:cubicBezTo>
                    <a:pt x="1718" y="1136"/>
                    <a:pt x="1659" y="1151"/>
                    <a:pt x="1614" y="1151"/>
                  </a:cubicBezTo>
                  <a:cubicBezTo>
                    <a:pt x="1554" y="1151"/>
                    <a:pt x="1509" y="1136"/>
                    <a:pt x="1464" y="1091"/>
                  </a:cubicBezTo>
                  <a:cubicBezTo>
                    <a:pt x="1420" y="1046"/>
                    <a:pt x="1405" y="1001"/>
                    <a:pt x="1405" y="941"/>
                  </a:cubicBezTo>
                  <a:cubicBezTo>
                    <a:pt x="1405" y="897"/>
                    <a:pt x="1420" y="837"/>
                    <a:pt x="1464" y="792"/>
                  </a:cubicBezTo>
                  <a:cubicBezTo>
                    <a:pt x="1509" y="762"/>
                    <a:pt x="1554" y="732"/>
                    <a:pt x="1614" y="732"/>
                  </a:cubicBezTo>
                  <a:close/>
                  <a:moveTo>
                    <a:pt x="1" y="0"/>
                  </a:moveTo>
                  <a:cubicBezTo>
                    <a:pt x="195" y="225"/>
                    <a:pt x="314" y="568"/>
                    <a:pt x="314" y="941"/>
                  </a:cubicBezTo>
                  <a:cubicBezTo>
                    <a:pt x="314" y="1330"/>
                    <a:pt x="195" y="1658"/>
                    <a:pt x="1" y="1882"/>
                  </a:cubicBezTo>
                  <a:lnTo>
                    <a:pt x="1808" y="1882"/>
                  </a:lnTo>
                  <a:cubicBezTo>
                    <a:pt x="1868" y="1733"/>
                    <a:pt x="2002" y="1599"/>
                    <a:pt x="2166" y="1539"/>
                  </a:cubicBezTo>
                  <a:lnTo>
                    <a:pt x="2166" y="344"/>
                  </a:lnTo>
                  <a:cubicBezTo>
                    <a:pt x="2002" y="284"/>
                    <a:pt x="1868" y="165"/>
                    <a:pt x="1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79"/>
            <p:cNvSpPr/>
            <p:nvPr/>
          </p:nvSpPr>
          <p:spPr>
            <a:xfrm>
              <a:off x="261042" y="2098752"/>
              <a:ext cx="97266" cy="84518"/>
            </a:xfrm>
            <a:custGeom>
              <a:avLst/>
              <a:gdLst/>
              <a:ahLst/>
              <a:cxnLst/>
              <a:rect l="l" t="t" r="r" b="b"/>
              <a:pathLst>
                <a:path w="2167" h="1883" extrusionOk="0">
                  <a:moveTo>
                    <a:pt x="553" y="732"/>
                  </a:moveTo>
                  <a:cubicBezTo>
                    <a:pt x="613" y="732"/>
                    <a:pt x="672" y="762"/>
                    <a:pt x="702" y="792"/>
                  </a:cubicBezTo>
                  <a:cubicBezTo>
                    <a:pt x="747" y="837"/>
                    <a:pt x="762" y="897"/>
                    <a:pt x="762" y="941"/>
                  </a:cubicBezTo>
                  <a:cubicBezTo>
                    <a:pt x="762" y="1001"/>
                    <a:pt x="747" y="1046"/>
                    <a:pt x="702" y="1091"/>
                  </a:cubicBezTo>
                  <a:cubicBezTo>
                    <a:pt x="672" y="1136"/>
                    <a:pt x="613" y="1151"/>
                    <a:pt x="553" y="1151"/>
                  </a:cubicBezTo>
                  <a:cubicBezTo>
                    <a:pt x="508" y="1151"/>
                    <a:pt x="448" y="1136"/>
                    <a:pt x="404" y="1091"/>
                  </a:cubicBezTo>
                  <a:cubicBezTo>
                    <a:pt x="374" y="1046"/>
                    <a:pt x="344" y="1001"/>
                    <a:pt x="344" y="941"/>
                  </a:cubicBezTo>
                  <a:cubicBezTo>
                    <a:pt x="344" y="897"/>
                    <a:pt x="374" y="837"/>
                    <a:pt x="404" y="792"/>
                  </a:cubicBezTo>
                  <a:cubicBezTo>
                    <a:pt x="448" y="762"/>
                    <a:pt x="508" y="732"/>
                    <a:pt x="553" y="732"/>
                  </a:cubicBezTo>
                  <a:close/>
                  <a:moveTo>
                    <a:pt x="359" y="0"/>
                  </a:moveTo>
                  <a:cubicBezTo>
                    <a:pt x="299" y="165"/>
                    <a:pt x="165" y="284"/>
                    <a:pt x="0" y="344"/>
                  </a:cubicBezTo>
                  <a:lnTo>
                    <a:pt x="0" y="1539"/>
                  </a:lnTo>
                  <a:cubicBezTo>
                    <a:pt x="165" y="1599"/>
                    <a:pt x="299" y="1733"/>
                    <a:pt x="359" y="1882"/>
                  </a:cubicBezTo>
                  <a:lnTo>
                    <a:pt x="2166" y="1882"/>
                  </a:lnTo>
                  <a:cubicBezTo>
                    <a:pt x="1972" y="1658"/>
                    <a:pt x="1852" y="1330"/>
                    <a:pt x="1852" y="941"/>
                  </a:cubicBezTo>
                  <a:cubicBezTo>
                    <a:pt x="1852" y="568"/>
                    <a:pt x="1972" y="225"/>
                    <a:pt x="2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79"/>
            <p:cNvSpPr/>
            <p:nvPr/>
          </p:nvSpPr>
          <p:spPr>
            <a:xfrm>
              <a:off x="213421" y="2051804"/>
              <a:ext cx="345974" cy="178373"/>
            </a:xfrm>
            <a:custGeom>
              <a:avLst/>
              <a:gdLst/>
              <a:ahLst/>
              <a:cxnLst/>
              <a:rect l="l" t="t" r="r" b="b"/>
              <a:pathLst>
                <a:path w="7708" h="3974" extrusionOk="0">
                  <a:moveTo>
                    <a:pt x="6468" y="628"/>
                  </a:moveTo>
                  <a:cubicBezTo>
                    <a:pt x="6573" y="628"/>
                    <a:pt x="6662" y="718"/>
                    <a:pt x="6662" y="837"/>
                  </a:cubicBezTo>
                  <a:cubicBezTo>
                    <a:pt x="6662" y="942"/>
                    <a:pt x="6752" y="1017"/>
                    <a:pt x="6856" y="1017"/>
                  </a:cubicBezTo>
                  <a:cubicBezTo>
                    <a:pt x="6961" y="1017"/>
                    <a:pt x="7051" y="1106"/>
                    <a:pt x="7051" y="1226"/>
                  </a:cubicBezTo>
                  <a:lnTo>
                    <a:pt x="7051" y="2749"/>
                  </a:lnTo>
                  <a:cubicBezTo>
                    <a:pt x="7051" y="2869"/>
                    <a:pt x="6961" y="2958"/>
                    <a:pt x="6856" y="2958"/>
                  </a:cubicBezTo>
                  <a:cubicBezTo>
                    <a:pt x="6752" y="2958"/>
                    <a:pt x="6662" y="3048"/>
                    <a:pt x="6662" y="3138"/>
                  </a:cubicBezTo>
                  <a:cubicBezTo>
                    <a:pt x="6662" y="3257"/>
                    <a:pt x="6573" y="3347"/>
                    <a:pt x="6468" y="3347"/>
                  </a:cubicBezTo>
                  <a:lnTo>
                    <a:pt x="1256" y="3347"/>
                  </a:lnTo>
                  <a:cubicBezTo>
                    <a:pt x="1136" y="3347"/>
                    <a:pt x="1046" y="3257"/>
                    <a:pt x="1046" y="3138"/>
                  </a:cubicBezTo>
                  <a:cubicBezTo>
                    <a:pt x="1046" y="3048"/>
                    <a:pt x="957" y="2958"/>
                    <a:pt x="867" y="2958"/>
                  </a:cubicBezTo>
                  <a:cubicBezTo>
                    <a:pt x="748" y="2958"/>
                    <a:pt x="658" y="2869"/>
                    <a:pt x="658" y="2749"/>
                  </a:cubicBezTo>
                  <a:lnTo>
                    <a:pt x="658" y="1226"/>
                  </a:lnTo>
                  <a:cubicBezTo>
                    <a:pt x="658" y="1106"/>
                    <a:pt x="748" y="1017"/>
                    <a:pt x="867" y="1017"/>
                  </a:cubicBezTo>
                  <a:cubicBezTo>
                    <a:pt x="957" y="1017"/>
                    <a:pt x="1046" y="942"/>
                    <a:pt x="1046" y="837"/>
                  </a:cubicBezTo>
                  <a:cubicBezTo>
                    <a:pt x="1046" y="718"/>
                    <a:pt x="1136" y="628"/>
                    <a:pt x="1256" y="628"/>
                  </a:cubicBezTo>
                  <a:close/>
                  <a:moveTo>
                    <a:pt x="210" y="1"/>
                  </a:moveTo>
                  <a:cubicBezTo>
                    <a:pt x="91" y="1"/>
                    <a:pt x="1" y="91"/>
                    <a:pt x="1" y="210"/>
                  </a:cubicBezTo>
                  <a:lnTo>
                    <a:pt x="1" y="3765"/>
                  </a:lnTo>
                  <a:cubicBezTo>
                    <a:pt x="1" y="3884"/>
                    <a:pt x="91" y="3974"/>
                    <a:pt x="210" y="3974"/>
                  </a:cubicBezTo>
                  <a:lnTo>
                    <a:pt x="7499" y="3974"/>
                  </a:lnTo>
                  <a:cubicBezTo>
                    <a:pt x="7618" y="3974"/>
                    <a:pt x="7708" y="3884"/>
                    <a:pt x="7708" y="3765"/>
                  </a:cubicBezTo>
                  <a:lnTo>
                    <a:pt x="7708" y="210"/>
                  </a:lnTo>
                  <a:cubicBezTo>
                    <a:pt x="7708" y="91"/>
                    <a:pt x="7618" y="1"/>
                    <a:pt x="74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79"/>
            <p:cNvSpPr/>
            <p:nvPr/>
          </p:nvSpPr>
          <p:spPr>
            <a:xfrm>
              <a:off x="362927" y="2102791"/>
              <a:ext cx="46995" cy="76439"/>
            </a:xfrm>
            <a:custGeom>
              <a:avLst/>
              <a:gdLst/>
              <a:ahLst/>
              <a:cxnLst/>
              <a:rect l="l" t="t" r="r" b="b"/>
              <a:pathLst>
                <a:path w="1047" h="1703" extrusionOk="0">
                  <a:moveTo>
                    <a:pt x="523" y="0"/>
                  </a:moveTo>
                  <a:cubicBezTo>
                    <a:pt x="240" y="0"/>
                    <a:pt x="1" y="388"/>
                    <a:pt x="1" y="851"/>
                  </a:cubicBezTo>
                  <a:cubicBezTo>
                    <a:pt x="1" y="1314"/>
                    <a:pt x="240" y="1703"/>
                    <a:pt x="523" y="1703"/>
                  </a:cubicBezTo>
                  <a:cubicBezTo>
                    <a:pt x="807" y="1703"/>
                    <a:pt x="1046" y="1314"/>
                    <a:pt x="1046" y="851"/>
                  </a:cubicBezTo>
                  <a:cubicBezTo>
                    <a:pt x="1046" y="388"/>
                    <a:pt x="807" y="0"/>
                    <a:pt x="5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9" name="Google Shape;1159;p79"/>
          <p:cNvSpPr/>
          <p:nvPr/>
        </p:nvSpPr>
        <p:spPr>
          <a:xfrm>
            <a:off x="2137237" y="3288266"/>
            <a:ext cx="226827" cy="292945"/>
          </a:xfrm>
          <a:custGeom>
            <a:avLst/>
            <a:gdLst/>
            <a:ahLst/>
            <a:cxnLst/>
            <a:rect l="l" t="t" r="r" b="b"/>
            <a:pathLst>
              <a:path w="4796" h="6194" extrusionOk="0">
                <a:moveTo>
                  <a:pt x="3472" y="0"/>
                </a:moveTo>
                <a:cubicBezTo>
                  <a:pt x="3295" y="0"/>
                  <a:pt x="3040" y="503"/>
                  <a:pt x="2847" y="503"/>
                </a:cubicBezTo>
                <a:cubicBezTo>
                  <a:pt x="2844" y="503"/>
                  <a:pt x="2841" y="503"/>
                  <a:pt x="2839" y="502"/>
                </a:cubicBezTo>
                <a:cubicBezTo>
                  <a:pt x="2689" y="488"/>
                  <a:pt x="2555" y="54"/>
                  <a:pt x="2406" y="54"/>
                </a:cubicBezTo>
                <a:cubicBezTo>
                  <a:pt x="2241" y="54"/>
                  <a:pt x="2107" y="502"/>
                  <a:pt x="1943" y="517"/>
                </a:cubicBezTo>
                <a:cubicBezTo>
                  <a:pt x="1940" y="518"/>
                  <a:pt x="1938" y="518"/>
                  <a:pt x="1935" y="518"/>
                </a:cubicBezTo>
                <a:cubicBezTo>
                  <a:pt x="1742" y="518"/>
                  <a:pt x="1512" y="1"/>
                  <a:pt x="1338" y="1"/>
                </a:cubicBezTo>
                <a:cubicBezTo>
                  <a:pt x="1325" y="1"/>
                  <a:pt x="1313" y="3"/>
                  <a:pt x="1300" y="10"/>
                </a:cubicBezTo>
                <a:cubicBezTo>
                  <a:pt x="1091" y="114"/>
                  <a:pt x="1271" y="697"/>
                  <a:pt x="1300" y="921"/>
                </a:cubicBezTo>
                <a:cubicBezTo>
                  <a:pt x="1315" y="1025"/>
                  <a:pt x="1345" y="1145"/>
                  <a:pt x="1420" y="1219"/>
                </a:cubicBezTo>
                <a:lnTo>
                  <a:pt x="3391" y="1219"/>
                </a:lnTo>
                <a:cubicBezTo>
                  <a:pt x="3451" y="1145"/>
                  <a:pt x="3496" y="1025"/>
                  <a:pt x="3511" y="921"/>
                </a:cubicBezTo>
                <a:cubicBezTo>
                  <a:pt x="3541" y="697"/>
                  <a:pt x="3705" y="114"/>
                  <a:pt x="3511" y="10"/>
                </a:cubicBezTo>
                <a:cubicBezTo>
                  <a:pt x="3498" y="3"/>
                  <a:pt x="3485" y="0"/>
                  <a:pt x="3472" y="0"/>
                </a:cubicBezTo>
                <a:close/>
                <a:moveTo>
                  <a:pt x="1360" y="1324"/>
                </a:moveTo>
                <a:cubicBezTo>
                  <a:pt x="1226" y="1324"/>
                  <a:pt x="1121" y="1429"/>
                  <a:pt x="1121" y="1563"/>
                </a:cubicBezTo>
                <a:cubicBezTo>
                  <a:pt x="1121" y="1682"/>
                  <a:pt x="1226" y="1787"/>
                  <a:pt x="1360" y="1787"/>
                </a:cubicBezTo>
                <a:lnTo>
                  <a:pt x="3451" y="1787"/>
                </a:lnTo>
                <a:cubicBezTo>
                  <a:pt x="3571" y="1787"/>
                  <a:pt x="3675" y="1682"/>
                  <a:pt x="3675" y="1563"/>
                </a:cubicBezTo>
                <a:cubicBezTo>
                  <a:pt x="3675" y="1429"/>
                  <a:pt x="3571" y="1324"/>
                  <a:pt x="3451" y="1324"/>
                </a:cubicBezTo>
                <a:close/>
                <a:moveTo>
                  <a:pt x="2256" y="3176"/>
                </a:moveTo>
                <a:cubicBezTo>
                  <a:pt x="2226" y="3176"/>
                  <a:pt x="2182" y="3191"/>
                  <a:pt x="2137" y="3191"/>
                </a:cubicBezTo>
                <a:lnTo>
                  <a:pt x="2017" y="3191"/>
                </a:lnTo>
                <a:cubicBezTo>
                  <a:pt x="1987" y="3191"/>
                  <a:pt x="1943" y="3206"/>
                  <a:pt x="1913" y="3206"/>
                </a:cubicBezTo>
                <a:cubicBezTo>
                  <a:pt x="1883" y="3221"/>
                  <a:pt x="1853" y="3236"/>
                  <a:pt x="1823" y="3251"/>
                </a:cubicBezTo>
                <a:cubicBezTo>
                  <a:pt x="1748" y="3281"/>
                  <a:pt x="1704" y="3385"/>
                  <a:pt x="1704" y="3564"/>
                </a:cubicBezTo>
                <a:cubicBezTo>
                  <a:pt x="1704" y="3684"/>
                  <a:pt x="1734" y="3758"/>
                  <a:pt x="1793" y="3818"/>
                </a:cubicBezTo>
                <a:cubicBezTo>
                  <a:pt x="1838" y="3848"/>
                  <a:pt x="1898" y="3878"/>
                  <a:pt x="1972" y="3893"/>
                </a:cubicBezTo>
                <a:cubicBezTo>
                  <a:pt x="2032" y="3908"/>
                  <a:pt x="2137" y="3908"/>
                  <a:pt x="2256" y="3923"/>
                </a:cubicBezTo>
                <a:lnTo>
                  <a:pt x="2256" y="3176"/>
                </a:lnTo>
                <a:close/>
                <a:moveTo>
                  <a:pt x="2540" y="4356"/>
                </a:moveTo>
                <a:lnTo>
                  <a:pt x="2540" y="5118"/>
                </a:lnTo>
                <a:cubicBezTo>
                  <a:pt x="2749" y="5118"/>
                  <a:pt x="2899" y="5103"/>
                  <a:pt x="2973" y="5058"/>
                </a:cubicBezTo>
                <a:cubicBezTo>
                  <a:pt x="3003" y="5028"/>
                  <a:pt x="3033" y="4998"/>
                  <a:pt x="3063" y="4953"/>
                </a:cubicBezTo>
                <a:cubicBezTo>
                  <a:pt x="3093" y="4909"/>
                  <a:pt x="3108" y="4849"/>
                  <a:pt x="3108" y="4744"/>
                </a:cubicBezTo>
                <a:cubicBezTo>
                  <a:pt x="3108" y="4625"/>
                  <a:pt x="3078" y="4535"/>
                  <a:pt x="3048" y="4490"/>
                </a:cubicBezTo>
                <a:cubicBezTo>
                  <a:pt x="3018" y="4431"/>
                  <a:pt x="2958" y="4401"/>
                  <a:pt x="2884" y="4386"/>
                </a:cubicBezTo>
                <a:cubicBezTo>
                  <a:pt x="2809" y="4371"/>
                  <a:pt x="2704" y="4356"/>
                  <a:pt x="2540" y="4356"/>
                </a:cubicBezTo>
                <a:close/>
                <a:moveTo>
                  <a:pt x="2540" y="2489"/>
                </a:moveTo>
                <a:lnTo>
                  <a:pt x="2540" y="2758"/>
                </a:lnTo>
                <a:cubicBezTo>
                  <a:pt x="2734" y="2758"/>
                  <a:pt x="2884" y="2773"/>
                  <a:pt x="3003" y="2788"/>
                </a:cubicBezTo>
                <a:cubicBezTo>
                  <a:pt x="3108" y="2803"/>
                  <a:pt x="3197" y="2847"/>
                  <a:pt x="3287" y="2892"/>
                </a:cubicBezTo>
                <a:cubicBezTo>
                  <a:pt x="3362" y="2952"/>
                  <a:pt x="3421" y="3027"/>
                  <a:pt x="3451" y="3131"/>
                </a:cubicBezTo>
                <a:cubicBezTo>
                  <a:pt x="3481" y="3236"/>
                  <a:pt x="3511" y="3385"/>
                  <a:pt x="3511" y="3564"/>
                </a:cubicBezTo>
                <a:lnTo>
                  <a:pt x="3048" y="3564"/>
                </a:lnTo>
                <a:cubicBezTo>
                  <a:pt x="3048" y="3460"/>
                  <a:pt x="3048" y="3400"/>
                  <a:pt x="3018" y="3340"/>
                </a:cubicBezTo>
                <a:cubicBezTo>
                  <a:pt x="3018" y="3295"/>
                  <a:pt x="2988" y="3266"/>
                  <a:pt x="2943" y="3236"/>
                </a:cubicBezTo>
                <a:cubicBezTo>
                  <a:pt x="2913" y="3221"/>
                  <a:pt x="2869" y="3206"/>
                  <a:pt x="2839" y="3191"/>
                </a:cubicBezTo>
                <a:lnTo>
                  <a:pt x="2674" y="3191"/>
                </a:lnTo>
                <a:cubicBezTo>
                  <a:pt x="2615" y="3191"/>
                  <a:pt x="2570" y="3191"/>
                  <a:pt x="2540" y="3176"/>
                </a:cubicBezTo>
                <a:lnTo>
                  <a:pt x="2540" y="3923"/>
                </a:lnTo>
                <a:cubicBezTo>
                  <a:pt x="2779" y="3923"/>
                  <a:pt x="2958" y="3953"/>
                  <a:pt x="3093" y="3968"/>
                </a:cubicBezTo>
                <a:cubicBezTo>
                  <a:pt x="3227" y="3997"/>
                  <a:pt x="3347" y="4042"/>
                  <a:pt x="3421" y="4117"/>
                </a:cubicBezTo>
                <a:cubicBezTo>
                  <a:pt x="3541" y="4236"/>
                  <a:pt x="3600" y="4446"/>
                  <a:pt x="3600" y="4729"/>
                </a:cubicBezTo>
                <a:cubicBezTo>
                  <a:pt x="3600" y="5088"/>
                  <a:pt x="3496" y="5312"/>
                  <a:pt x="3272" y="5416"/>
                </a:cubicBezTo>
                <a:cubicBezTo>
                  <a:pt x="3108" y="5506"/>
                  <a:pt x="2854" y="5551"/>
                  <a:pt x="2540" y="5551"/>
                </a:cubicBezTo>
                <a:lnTo>
                  <a:pt x="2540" y="5835"/>
                </a:lnTo>
                <a:lnTo>
                  <a:pt x="2241" y="5835"/>
                </a:lnTo>
                <a:lnTo>
                  <a:pt x="2241" y="5551"/>
                </a:lnTo>
                <a:cubicBezTo>
                  <a:pt x="2062" y="5551"/>
                  <a:pt x="1898" y="5536"/>
                  <a:pt x="1748" y="5506"/>
                </a:cubicBezTo>
                <a:cubicBezTo>
                  <a:pt x="1614" y="5476"/>
                  <a:pt x="1509" y="5431"/>
                  <a:pt x="1420" y="5357"/>
                </a:cubicBezTo>
                <a:cubicBezTo>
                  <a:pt x="1315" y="5267"/>
                  <a:pt x="1256" y="5177"/>
                  <a:pt x="1241" y="5073"/>
                </a:cubicBezTo>
                <a:cubicBezTo>
                  <a:pt x="1211" y="4968"/>
                  <a:pt x="1196" y="4819"/>
                  <a:pt x="1196" y="4625"/>
                </a:cubicBezTo>
                <a:lnTo>
                  <a:pt x="1659" y="4625"/>
                </a:lnTo>
                <a:cubicBezTo>
                  <a:pt x="1659" y="4789"/>
                  <a:pt x="1659" y="4879"/>
                  <a:pt x="1689" y="4938"/>
                </a:cubicBezTo>
                <a:cubicBezTo>
                  <a:pt x="1719" y="4998"/>
                  <a:pt x="1748" y="5028"/>
                  <a:pt x="1778" y="5058"/>
                </a:cubicBezTo>
                <a:cubicBezTo>
                  <a:pt x="1823" y="5088"/>
                  <a:pt x="1883" y="5103"/>
                  <a:pt x="1943" y="5103"/>
                </a:cubicBezTo>
                <a:cubicBezTo>
                  <a:pt x="2047" y="5118"/>
                  <a:pt x="2152" y="5118"/>
                  <a:pt x="2256" y="5118"/>
                </a:cubicBezTo>
                <a:lnTo>
                  <a:pt x="2256" y="4356"/>
                </a:lnTo>
                <a:cubicBezTo>
                  <a:pt x="2152" y="4341"/>
                  <a:pt x="2062" y="4326"/>
                  <a:pt x="1958" y="4326"/>
                </a:cubicBezTo>
                <a:cubicBezTo>
                  <a:pt x="1853" y="4311"/>
                  <a:pt x="1763" y="4296"/>
                  <a:pt x="1689" y="4266"/>
                </a:cubicBezTo>
                <a:cubicBezTo>
                  <a:pt x="1614" y="4251"/>
                  <a:pt x="1539" y="4222"/>
                  <a:pt x="1480" y="4192"/>
                </a:cubicBezTo>
                <a:cubicBezTo>
                  <a:pt x="1420" y="4147"/>
                  <a:pt x="1360" y="4087"/>
                  <a:pt x="1315" y="4027"/>
                </a:cubicBezTo>
                <a:cubicBezTo>
                  <a:pt x="1241" y="3923"/>
                  <a:pt x="1211" y="3773"/>
                  <a:pt x="1211" y="3564"/>
                </a:cubicBezTo>
                <a:cubicBezTo>
                  <a:pt x="1211" y="3310"/>
                  <a:pt x="1256" y="3116"/>
                  <a:pt x="1360" y="2997"/>
                </a:cubicBezTo>
                <a:cubicBezTo>
                  <a:pt x="1450" y="2892"/>
                  <a:pt x="1569" y="2818"/>
                  <a:pt x="1704" y="2788"/>
                </a:cubicBezTo>
                <a:cubicBezTo>
                  <a:pt x="1853" y="2758"/>
                  <a:pt x="2032" y="2758"/>
                  <a:pt x="2241" y="2758"/>
                </a:cubicBezTo>
                <a:lnTo>
                  <a:pt x="2241" y="2489"/>
                </a:lnTo>
                <a:close/>
                <a:moveTo>
                  <a:pt x="1271" y="1892"/>
                </a:moveTo>
                <a:lnTo>
                  <a:pt x="524" y="2369"/>
                </a:lnTo>
                <a:cubicBezTo>
                  <a:pt x="359" y="2474"/>
                  <a:pt x="210" y="2713"/>
                  <a:pt x="210" y="2907"/>
                </a:cubicBezTo>
                <a:lnTo>
                  <a:pt x="210" y="5596"/>
                </a:lnTo>
                <a:cubicBezTo>
                  <a:pt x="180" y="5611"/>
                  <a:pt x="150" y="5640"/>
                  <a:pt x="120" y="5670"/>
                </a:cubicBezTo>
                <a:cubicBezTo>
                  <a:pt x="1" y="5790"/>
                  <a:pt x="16" y="5999"/>
                  <a:pt x="135" y="6118"/>
                </a:cubicBezTo>
                <a:cubicBezTo>
                  <a:pt x="191" y="6167"/>
                  <a:pt x="267" y="6193"/>
                  <a:pt x="344" y="6193"/>
                </a:cubicBezTo>
                <a:cubicBezTo>
                  <a:pt x="431" y="6193"/>
                  <a:pt x="520" y="6160"/>
                  <a:pt x="583" y="6088"/>
                </a:cubicBezTo>
                <a:cubicBezTo>
                  <a:pt x="583" y="6088"/>
                  <a:pt x="583" y="6074"/>
                  <a:pt x="598" y="6074"/>
                </a:cubicBezTo>
                <a:lnTo>
                  <a:pt x="4213" y="6074"/>
                </a:lnTo>
                <a:cubicBezTo>
                  <a:pt x="4213" y="6088"/>
                  <a:pt x="4228" y="6088"/>
                  <a:pt x="4243" y="6103"/>
                </a:cubicBezTo>
                <a:cubicBezTo>
                  <a:pt x="4302" y="6163"/>
                  <a:pt x="4385" y="6193"/>
                  <a:pt x="4467" y="6193"/>
                </a:cubicBezTo>
                <a:cubicBezTo>
                  <a:pt x="4549" y="6193"/>
                  <a:pt x="4631" y="6163"/>
                  <a:pt x="4691" y="6103"/>
                </a:cubicBezTo>
                <a:cubicBezTo>
                  <a:pt x="4795" y="5969"/>
                  <a:pt x="4795" y="5775"/>
                  <a:pt x="4661" y="5655"/>
                </a:cubicBezTo>
                <a:cubicBezTo>
                  <a:pt x="4631" y="5625"/>
                  <a:pt x="4616" y="5611"/>
                  <a:pt x="4586" y="5596"/>
                </a:cubicBezTo>
                <a:lnTo>
                  <a:pt x="4586" y="2907"/>
                </a:lnTo>
                <a:cubicBezTo>
                  <a:pt x="4586" y="2713"/>
                  <a:pt x="4452" y="2474"/>
                  <a:pt x="4288" y="2369"/>
                </a:cubicBezTo>
                <a:lnTo>
                  <a:pt x="3526" y="1892"/>
                </a:lnTo>
                <a:cubicBezTo>
                  <a:pt x="3511" y="1892"/>
                  <a:pt x="3481" y="1906"/>
                  <a:pt x="3466" y="1906"/>
                </a:cubicBezTo>
                <a:lnTo>
                  <a:pt x="1345" y="1906"/>
                </a:lnTo>
                <a:cubicBezTo>
                  <a:pt x="1315" y="1906"/>
                  <a:pt x="1300" y="1892"/>
                  <a:pt x="1271" y="18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0" name="Google Shape;1160;p79"/>
          <p:cNvGrpSpPr/>
          <p:nvPr/>
        </p:nvGrpSpPr>
        <p:grpSpPr>
          <a:xfrm flipH="1">
            <a:off x="4967656" y="1636917"/>
            <a:ext cx="406246" cy="404235"/>
            <a:chOff x="-63679950" y="3360375"/>
            <a:chExt cx="318225" cy="316650"/>
          </a:xfrm>
        </p:grpSpPr>
        <p:sp>
          <p:nvSpPr>
            <p:cNvPr id="1161" name="Google Shape;1161;p79"/>
            <p:cNvSpPr/>
            <p:nvPr/>
          </p:nvSpPr>
          <p:spPr>
            <a:xfrm>
              <a:off x="-63497200" y="34234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79"/>
            <p:cNvSpPr/>
            <p:nvPr/>
          </p:nvSpPr>
          <p:spPr>
            <a:xfrm>
              <a:off x="-63516900" y="3485625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79"/>
            <p:cNvSpPr/>
            <p:nvPr/>
          </p:nvSpPr>
          <p:spPr>
            <a:xfrm>
              <a:off x="-63618500" y="3360375"/>
              <a:ext cx="256775" cy="256600"/>
            </a:xfrm>
            <a:custGeom>
              <a:avLst/>
              <a:gdLst/>
              <a:ahLst/>
              <a:cxnLst/>
              <a:rect l="l" t="t" r="r" b="b"/>
              <a:pathLst>
                <a:path w="10271" h="10264" extrusionOk="0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79"/>
            <p:cNvSpPr/>
            <p:nvPr/>
          </p:nvSpPr>
          <p:spPr>
            <a:xfrm>
              <a:off x="-63679950" y="3576200"/>
              <a:ext cx="102425" cy="100825"/>
            </a:xfrm>
            <a:custGeom>
              <a:avLst/>
              <a:gdLst/>
              <a:ahLst/>
              <a:cxnLst/>
              <a:rect l="l" t="t" r="r" b="b"/>
              <a:pathLst>
                <a:path w="4097" h="4033" extrusionOk="0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5" name="Google Shape;1165;p79"/>
          <p:cNvSpPr/>
          <p:nvPr/>
        </p:nvSpPr>
        <p:spPr>
          <a:xfrm>
            <a:off x="5577168" y="1644927"/>
            <a:ext cx="406246" cy="388217"/>
          </a:xfrm>
          <a:custGeom>
            <a:avLst/>
            <a:gdLst/>
            <a:ahLst/>
            <a:cxnLst/>
            <a:rect l="l" t="t" r="r" b="b"/>
            <a:pathLst>
              <a:path w="6304" h="6024" extrusionOk="0">
                <a:moveTo>
                  <a:pt x="2579" y="598"/>
                </a:moveTo>
                <a:cubicBezTo>
                  <a:pt x="3029" y="598"/>
                  <a:pt x="3481" y="770"/>
                  <a:pt x="3824" y="1114"/>
                </a:cubicBezTo>
                <a:cubicBezTo>
                  <a:pt x="4511" y="1801"/>
                  <a:pt x="4511" y="2921"/>
                  <a:pt x="3824" y="3608"/>
                </a:cubicBezTo>
                <a:cubicBezTo>
                  <a:pt x="3481" y="3952"/>
                  <a:pt x="3029" y="4123"/>
                  <a:pt x="2579" y="4123"/>
                </a:cubicBezTo>
                <a:cubicBezTo>
                  <a:pt x="2129" y="4123"/>
                  <a:pt x="1681" y="3952"/>
                  <a:pt x="1345" y="3608"/>
                </a:cubicBezTo>
                <a:cubicBezTo>
                  <a:pt x="658" y="2921"/>
                  <a:pt x="658" y="1801"/>
                  <a:pt x="1345" y="1114"/>
                </a:cubicBezTo>
                <a:cubicBezTo>
                  <a:pt x="1681" y="770"/>
                  <a:pt x="2129" y="598"/>
                  <a:pt x="2579" y="598"/>
                </a:cubicBezTo>
                <a:close/>
                <a:moveTo>
                  <a:pt x="2583" y="1"/>
                </a:moveTo>
                <a:cubicBezTo>
                  <a:pt x="1980" y="1"/>
                  <a:pt x="1375" y="232"/>
                  <a:pt x="912" y="695"/>
                </a:cubicBezTo>
                <a:cubicBezTo>
                  <a:pt x="1" y="1622"/>
                  <a:pt x="1" y="3115"/>
                  <a:pt x="912" y="4026"/>
                </a:cubicBezTo>
                <a:cubicBezTo>
                  <a:pt x="1373" y="4487"/>
                  <a:pt x="1975" y="4718"/>
                  <a:pt x="2578" y="4718"/>
                </a:cubicBezTo>
                <a:cubicBezTo>
                  <a:pt x="3050" y="4718"/>
                  <a:pt x="3522" y="4577"/>
                  <a:pt x="3929" y="4295"/>
                </a:cubicBezTo>
                <a:cubicBezTo>
                  <a:pt x="3944" y="4385"/>
                  <a:pt x="3989" y="4474"/>
                  <a:pt x="4063" y="4549"/>
                </a:cubicBezTo>
                <a:lnTo>
                  <a:pt x="5392" y="5878"/>
                </a:lnTo>
                <a:cubicBezTo>
                  <a:pt x="5490" y="5975"/>
                  <a:pt x="5617" y="6024"/>
                  <a:pt x="5743" y="6024"/>
                </a:cubicBezTo>
                <a:cubicBezTo>
                  <a:pt x="5870" y="6024"/>
                  <a:pt x="5997" y="5975"/>
                  <a:pt x="6094" y="5878"/>
                </a:cubicBezTo>
                <a:cubicBezTo>
                  <a:pt x="6304" y="5684"/>
                  <a:pt x="6304" y="5370"/>
                  <a:pt x="6094" y="5176"/>
                </a:cubicBezTo>
                <a:lnTo>
                  <a:pt x="4765" y="3847"/>
                </a:lnTo>
                <a:cubicBezTo>
                  <a:pt x="4691" y="3772"/>
                  <a:pt x="4601" y="3727"/>
                  <a:pt x="4511" y="3713"/>
                </a:cubicBezTo>
                <a:cubicBezTo>
                  <a:pt x="5154" y="2787"/>
                  <a:pt x="5064" y="1517"/>
                  <a:pt x="4242" y="695"/>
                </a:cubicBezTo>
                <a:cubicBezTo>
                  <a:pt x="3787" y="232"/>
                  <a:pt x="3186" y="1"/>
                  <a:pt x="25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79"/>
          <p:cNvSpPr/>
          <p:nvPr/>
        </p:nvSpPr>
        <p:spPr>
          <a:xfrm>
            <a:off x="6174538" y="1637119"/>
            <a:ext cx="422522" cy="403834"/>
          </a:xfrm>
          <a:custGeom>
            <a:avLst/>
            <a:gdLst/>
            <a:ahLst/>
            <a:cxnLst/>
            <a:rect l="l" t="t" r="r" b="b"/>
            <a:pathLst>
              <a:path w="6303" h="6024" extrusionOk="0">
                <a:moveTo>
                  <a:pt x="2582" y="0"/>
                </a:moveTo>
                <a:cubicBezTo>
                  <a:pt x="1979" y="0"/>
                  <a:pt x="1374" y="232"/>
                  <a:pt x="911" y="695"/>
                </a:cubicBezTo>
                <a:cubicBezTo>
                  <a:pt x="0" y="1606"/>
                  <a:pt x="0" y="3099"/>
                  <a:pt x="911" y="4026"/>
                </a:cubicBezTo>
                <a:cubicBezTo>
                  <a:pt x="1372" y="4487"/>
                  <a:pt x="1974" y="4717"/>
                  <a:pt x="2578" y="4717"/>
                </a:cubicBezTo>
                <a:cubicBezTo>
                  <a:pt x="3049" y="4717"/>
                  <a:pt x="3522" y="4576"/>
                  <a:pt x="3928" y="4294"/>
                </a:cubicBezTo>
                <a:cubicBezTo>
                  <a:pt x="3943" y="4384"/>
                  <a:pt x="3988" y="4474"/>
                  <a:pt x="4063" y="4548"/>
                </a:cubicBezTo>
                <a:lnTo>
                  <a:pt x="5392" y="5878"/>
                </a:lnTo>
                <a:cubicBezTo>
                  <a:pt x="5489" y="5975"/>
                  <a:pt x="5620" y="6023"/>
                  <a:pt x="5750" y="6023"/>
                </a:cubicBezTo>
                <a:cubicBezTo>
                  <a:pt x="5881" y="6023"/>
                  <a:pt x="6012" y="5975"/>
                  <a:pt x="6109" y="5878"/>
                </a:cubicBezTo>
                <a:cubicBezTo>
                  <a:pt x="6303" y="5683"/>
                  <a:pt x="6303" y="5370"/>
                  <a:pt x="6094" y="5176"/>
                </a:cubicBezTo>
                <a:lnTo>
                  <a:pt x="4765" y="3831"/>
                </a:lnTo>
                <a:cubicBezTo>
                  <a:pt x="4690" y="3772"/>
                  <a:pt x="4600" y="3727"/>
                  <a:pt x="4511" y="3697"/>
                </a:cubicBezTo>
                <a:cubicBezTo>
                  <a:pt x="4884" y="3159"/>
                  <a:pt x="5018" y="2487"/>
                  <a:pt x="4884" y="1875"/>
                </a:cubicBezTo>
                <a:lnTo>
                  <a:pt x="4884" y="1875"/>
                </a:lnTo>
                <a:lnTo>
                  <a:pt x="4331" y="2412"/>
                </a:lnTo>
                <a:cubicBezTo>
                  <a:pt x="4331" y="2846"/>
                  <a:pt x="4152" y="3279"/>
                  <a:pt x="3824" y="3607"/>
                </a:cubicBezTo>
                <a:cubicBezTo>
                  <a:pt x="3480" y="3951"/>
                  <a:pt x="3028" y="4123"/>
                  <a:pt x="2578" y="4123"/>
                </a:cubicBezTo>
                <a:cubicBezTo>
                  <a:pt x="2128" y="4123"/>
                  <a:pt x="1680" y="3951"/>
                  <a:pt x="1344" y="3607"/>
                </a:cubicBezTo>
                <a:cubicBezTo>
                  <a:pt x="657" y="2920"/>
                  <a:pt x="657" y="1800"/>
                  <a:pt x="1344" y="1113"/>
                </a:cubicBezTo>
                <a:cubicBezTo>
                  <a:pt x="1680" y="769"/>
                  <a:pt x="2128" y="598"/>
                  <a:pt x="2578" y="598"/>
                </a:cubicBezTo>
                <a:cubicBezTo>
                  <a:pt x="3028" y="598"/>
                  <a:pt x="3480" y="769"/>
                  <a:pt x="3824" y="1113"/>
                </a:cubicBezTo>
                <a:cubicBezTo>
                  <a:pt x="3928" y="1218"/>
                  <a:pt x="4003" y="1322"/>
                  <a:pt x="4077" y="1427"/>
                </a:cubicBezTo>
                <a:lnTo>
                  <a:pt x="2808" y="2666"/>
                </a:lnTo>
                <a:lnTo>
                  <a:pt x="1792" y="1696"/>
                </a:lnTo>
                <a:cubicBezTo>
                  <a:pt x="1733" y="1636"/>
                  <a:pt x="1654" y="1606"/>
                  <a:pt x="1578" y="1606"/>
                </a:cubicBezTo>
                <a:cubicBezTo>
                  <a:pt x="1501" y="1606"/>
                  <a:pt x="1426" y="1636"/>
                  <a:pt x="1374" y="1696"/>
                </a:cubicBezTo>
                <a:cubicBezTo>
                  <a:pt x="1255" y="1815"/>
                  <a:pt x="1255" y="2009"/>
                  <a:pt x="1374" y="2129"/>
                </a:cubicBezTo>
                <a:lnTo>
                  <a:pt x="2599" y="3309"/>
                </a:lnTo>
                <a:cubicBezTo>
                  <a:pt x="2659" y="3353"/>
                  <a:pt x="2733" y="3383"/>
                  <a:pt x="2808" y="3383"/>
                </a:cubicBezTo>
                <a:cubicBezTo>
                  <a:pt x="2883" y="3383"/>
                  <a:pt x="2957" y="3353"/>
                  <a:pt x="3017" y="3294"/>
                </a:cubicBezTo>
                <a:lnTo>
                  <a:pt x="5481" y="889"/>
                </a:lnTo>
                <a:cubicBezTo>
                  <a:pt x="5601" y="784"/>
                  <a:pt x="5601" y="590"/>
                  <a:pt x="5481" y="471"/>
                </a:cubicBezTo>
                <a:cubicBezTo>
                  <a:pt x="5422" y="411"/>
                  <a:pt x="5347" y="381"/>
                  <a:pt x="5272" y="381"/>
                </a:cubicBezTo>
                <a:cubicBezTo>
                  <a:pt x="5198" y="381"/>
                  <a:pt x="5123" y="411"/>
                  <a:pt x="5063" y="471"/>
                </a:cubicBezTo>
                <a:lnTo>
                  <a:pt x="4511" y="1008"/>
                </a:lnTo>
                <a:cubicBezTo>
                  <a:pt x="4436" y="889"/>
                  <a:pt x="4346" y="784"/>
                  <a:pt x="4242" y="695"/>
                </a:cubicBezTo>
                <a:cubicBezTo>
                  <a:pt x="3786" y="232"/>
                  <a:pt x="3185" y="0"/>
                  <a:pt x="258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7" name="Google Shape;1167;p79"/>
          <p:cNvGrpSpPr/>
          <p:nvPr/>
        </p:nvGrpSpPr>
        <p:grpSpPr>
          <a:xfrm>
            <a:off x="6851286" y="2710341"/>
            <a:ext cx="366364" cy="367290"/>
            <a:chOff x="-61784125" y="3377700"/>
            <a:chExt cx="316650" cy="317450"/>
          </a:xfrm>
        </p:grpSpPr>
        <p:sp>
          <p:nvSpPr>
            <p:cNvPr id="1168" name="Google Shape;1168;p79"/>
            <p:cNvSpPr/>
            <p:nvPr/>
          </p:nvSpPr>
          <p:spPr>
            <a:xfrm>
              <a:off x="-61688025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79"/>
            <p:cNvSpPr/>
            <p:nvPr/>
          </p:nvSpPr>
          <p:spPr>
            <a:xfrm>
              <a:off x="-61677800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79"/>
            <p:cNvSpPr/>
            <p:nvPr/>
          </p:nvSpPr>
          <p:spPr>
            <a:xfrm>
              <a:off x="-61667550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8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79"/>
            <p:cNvSpPr/>
            <p:nvPr/>
          </p:nvSpPr>
          <p:spPr>
            <a:xfrm>
              <a:off x="-61591150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79"/>
            <p:cNvSpPr/>
            <p:nvPr/>
          </p:nvSpPr>
          <p:spPr>
            <a:xfrm>
              <a:off x="-61570675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79"/>
            <p:cNvSpPr/>
            <p:nvPr/>
          </p:nvSpPr>
          <p:spPr>
            <a:xfrm>
              <a:off x="-61784125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79"/>
            <p:cNvSpPr/>
            <p:nvPr/>
          </p:nvSpPr>
          <p:spPr>
            <a:xfrm>
              <a:off x="-61763650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5" name="Google Shape;1175;p79"/>
          <p:cNvSpPr/>
          <p:nvPr/>
        </p:nvSpPr>
        <p:spPr>
          <a:xfrm>
            <a:off x="6233533" y="3267670"/>
            <a:ext cx="304533" cy="334139"/>
          </a:xfrm>
          <a:custGeom>
            <a:avLst/>
            <a:gdLst/>
            <a:ahLst/>
            <a:cxnLst/>
            <a:rect l="l" t="t" r="r" b="b"/>
            <a:pathLst>
              <a:path w="6439" h="7065" extrusionOk="0">
                <a:moveTo>
                  <a:pt x="1853" y="508"/>
                </a:moveTo>
                <a:cubicBezTo>
                  <a:pt x="2122" y="508"/>
                  <a:pt x="2331" y="657"/>
                  <a:pt x="2331" y="971"/>
                </a:cubicBezTo>
                <a:cubicBezTo>
                  <a:pt x="2331" y="1270"/>
                  <a:pt x="2122" y="1613"/>
                  <a:pt x="1853" y="1613"/>
                </a:cubicBezTo>
                <a:cubicBezTo>
                  <a:pt x="1584" y="1613"/>
                  <a:pt x="1360" y="1270"/>
                  <a:pt x="1360" y="971"/>
                </a:cubicBezTo>
                <a:cubicBezTo>
                  <a:pt x="1360" y="657"/>
                  <a:pt x="1584" y="508"/>
                  <a:pt x="1853" y="508"/>
                </a:cubicBezTo>
                <a:close/>
                <a:moveTo>
                  <a:pt x="927" y="0"/>
                </a:moveTo>
                <a:cubicBezTo>
                  <a:pt x="539" y="0"/>
                  <a:pt x="240" y="314"/>
                  <a:pt x="240" y="687"/>
                </a:cubicBezTo>
                <a:lnTo>
                  <a:pt x="240" y="3391"/>
                </a:lnTo>
                <a:cubicBezTo>
                  <a:pt x="240" y="3779"/>
                  <a:pt x="539" y="4078"/>
                  <a:pt x="927" y="4078"/>
                </a:cubicBezTo>
                <a:lnTo>
                  <a:pt x="1330" y="4078"/>
                </a:lnTo>
                <a:lnTo>
                  <a:pt x="1330" y="3555"/>
                </a:lnTo>
                <a:lnTo>
                  <a:pt x="1255" y="3555"/>
                </a:lnTo>
                <a:cubicBezTo>
                  <a:pt x="1136" y="3555"/>
                  <a:pt x="1046" y="3465"/>
                  <a:pt x="1046" y="3346"/>
                </a:cubicBezTo>
                <a:lnTo>
                  <a:pt x="1046" y="1957"/>
                </a:lnTo>
                <a:cubicBezTo>
                  <a:pt x="1046" y="1852"/>
                  <a:pt x="1136" y="1748"/>
                  <a:pt x="1255" y="1748"/>
                </a:cubicBezTo>
                <a:lnTo>
                  <a:pt x="1718" y="1748"/>
                </a:lnTo>
                <a:lnTo>
                  <a:pt x="1793" y="1852"/>
                </a:lnTo>
                <a:lnTo>
                  <a:pt x="1644" y="2689"/>
                </a:lnTo>
                <a:lnTo>
                  <a:pt x="1853" y="2883"/>
                </a:lnTo>
                <a:lnTo>
                  <a:pt x="2047" y="2689"/>
                </a:lnTo>
                <a:lnTo>
                  <a:pt x="1898" y="1852"/>
                </a:lnTo>
                <a:lnTo>
                  <a:pt x="1987" y="1748"/>
                </a:lnTo>
                <a:lnTo>
                  <a:pt x="2435" y="1748"/>
                </a:lnTo>
                <a:cubicBezTo>
                  <a:pt x="2510" y="1748"/>
                  <a:pt x="2570" y="1777"/>
                  <a:pt x="2615" y="1837"/>
                </a:cubicBezTo>
                <a:lnTo>
                  <a:pt x="2988" y="2360"/>
                </a:lnTo>
                <a:lnTo>
                  <a:pt x="3302" y="2166"/>
                </a:lnTo>
                <a:cubicBezTo>
                  <a:pt x="3334" y="2147"/>
                  <a:pt x="3370" y="2139"/>
                  <a:pt x="3406" y="2139"/>
                </a:cubicBezTo>
                <a:cubicBezTo>
                  <a:pt x="3483" y="2139"/>
                  <a:pt x="3559" y="2179"/>
                  <a:pt x="3600" y="2240"/>
                </a:cubicBezTo>
                <a:cubicBezTo>
                  <a:pt x="3660" y="2345"/>
                  <a:pt x="3615" y="2479"/>
                  <a:pt x="3526" y="2539"/>
                </a:cubicBezTo>
                <a:lnTo>
                  <a:pt x="3048" y="2823"/>
                </a:lnTo>
                <a:cubicBezTo>
                  <a:pt x="3016" y="2844"/>
                  <a:pt x="2981" y="2854"/>
                  <a:pt x="2945" y="2854"/>
                </a:cubicBezTo>
                <a:cubicBezTo>
                  <a:pt x="2879" y="2854"/>
                  <a:pt x="2812" y="2821"/>
                  <a:pt x="2764" y="2763"/>
                </a:cubicBezTo>
                <a:lnTo>
                  <a:pt x="2376" y="2226"/>
                </a:lnTo>
                <a:lnTo>
                  <a:pt x="2376" y="4078"/>
                </a:lnTo>
                <a:lnTo>
                  <a:pt x="5512" y="4078"/>
                </a:lnTo>
                <a:cubicBezTo>
                  <a:pt x="5886" y="4078"/>
                  <a:pt x="6199" y="3779"/>
                  <a:pt x="6199" y="3391"/>
                </a:cubicBezTo>
                <a:lnTo>
                  <a:pt x="6199" y="687"/>
                </a:lnTo>
                <a:cubicBezTo>
                  <a:pt x="6199" y="314"/>
                  <a:pt x="5900" y="0"/>
                  <a:pt x="5512" y="0"/>
                </a:cubicBezTo>
                <a:close/>
                <a:moveTo>
                  <a:pt x="1016" y="4496"/>
                </a:moveTo>
                <a:cubicBezTo>
                  <a:pt x="688" y="4496"/>
                  <a:pt x="404" y="4705"/>
                  <a:pt x="404" y="5093"/>
                </a:cubicBezTo>
                <a:cubicBezTo>
                  <a:pt x="404" y="5467"/>
                  <a:pt x="688" y="5900"/>
                  <a:pt x="1016" y="5900"/>
                </a:cubicBezTo>
                <a:cubicBezTo>
                  <a:pt x="1360" y="5900"/>
                  <a:pt x="1629" y="5467"/>
                  <a:pt x="1629" y="5093"/>
                </a:cubicBezTo>
                <a:cubicBezTo>
                  <a:pt x="1629" y="4705"/>
                  <a:pt x="1360" y="4496"/>
                  <a:pt x="1016" y="4496"/>
                </a:cubicBezTo>
                <a:close/>
                <a:moveTo>
                  <a:pt x="3212" y="4496"/>
                </a:moveTo>
                <a:cubicBezTo>
                  <a:pt x="2883" y="4496"/>
                  <a:pt x="2600" y="4705"/>
                  <a:pt x="2600" y="5093"/>
                </a:cubicBezTo>
                <a:cubicBezTo>
                  <a:pt x="2600" y="5467"/>
                  <a:pt x="2883" y="5900"/>
                  <a:pt x="3212" y="5900"/>
                </a:cubicBezTo>
                <a:cubicBezTo>
                  <a:pt x="3556" y="5900"/>
                  <a:pt x="3824" y="5467"/>
                  <a:pt x="3824" y="5093"/>
                </a:cubicBezTo>
                <a:cubicBezTo>
                  <a:pt x="3824" y="4705"/>
                  <a:pt x="3556" y="4496"/>
                  <a:pt x="3212" y="4496"/>
                </a:cubicBezTo>
                <a:close/>
                <a:moveTo>
                  <a:pt x="5408" y="4496"/>
                </a:moveTo>
                <a:cubicBezTo>
                  <a:pt x="5079" y="4496"/>
                  <a:pt x="4795" y="4705"/>
                  <a:pt x="4795" y="5093"/>
                </a:cubicBezTo>
                <a:cubicBezTo>
                  <a:pt x="4795" y="5467"/>
                  <a:pt x="5079" y="5900"/>
                  <a:pt x="5408" y="5900"/>
                </a:cubicBezTo>
                <a:cubicBezTo>
                  <a:pt x="5751" y="5900"/>
                  <a:pt x="6020" y="5467"/>
                  <a:pt x="6020" y="5093"/>
                </a:cubicBezTo>
                <a:cubicBezTo>
                  <a:pt x="6020" y="4705"/>
                  <a:pt x="5751" y="4496"/>
                  <a:pt x="5408" y="4496"/>
                </a:cubicBezTo>
                <a:close/>
                <a:moveTo>
                  <a:pt x="270" y="6079"/>
                </a:moveTo>
                <a:cubicBezTo>
                  <a:pt x="120" y="6079"/>
                  <a:pt x="1" y="6198"/>
                  <a:pt x="1" y="6348"/>
                </a:cubicBezTo>
                <a:lnTo>
                  <a:pt x="1" y="7065"/>
                </a:lnTo>
                <a:lnTo>
                  <a:pt x="2032" y="7065"/>
                </a:lnTo>
                <a:lnTo>
                  <a:pt x="2047" y="6348"/>
                </a:lnTo>
                <a:cubicBezTo>
                  <a:pt x="2047" y="6273"/>
                  <a:pt x="2017" y="6213"/>
                  <a:pt x="1957" y="6154"/>
                </a:cubicBezTo>
                <a:cubicBezTo>
                  <a:pt x="1913" y="6109"/>
                  <a:pt x="1838" y="6079"/>
                  <a:pt x="1778" y="6079"/>
                </a:cubicBezTo>
                <a:close/>
                <a:moveTo>
                  <a:pt x="2465" y="6079"/>
                </a:moveTo>
                <a:cubicBezTo>
                  <a:pt x="2316" y="6079"/>
                  <a:pt x="2196" y="6198"/>
                  <a:pt x="2196" y="6348"/>
                </a:cubicBezTo>
                <a:lnTo>
                  <a:pt x="2196" y="7065"/>
                </a:lnTo>
                <a:lnTo>
                  <a:pt x="4228" y="7065"/>
                </a:lnTo>
                <a:lnTo>
                  <a:pt x="4243" y="6348"/>
                </a:lnTo>
                <a:cubicBezTo>
                  <a:pt x="4243" y="6273"/>
                  <a:pt x="4213" y="6213"/>
                  <a:pt x="4153" y="6154"/>
                </a:cubicBezTo>
                <a:cubicBezTo>
                  <a:pt x="4108" y="6109"/>
                  <a:pt x="4034" y="6079"/>
                  <a:pt x="3974" y="6079"/>
                </a:cubicBezTo>
                <a:close/>
                <a:moveTo>
                  <a:pt x="4661" y="6079"/>
                </a:moveTo>
                <a:cubicBezTo>
                  <a:pt x="4511" y="6079"/>
                  <a:pt x="4392" y="6198"/>
                  <a:pt x="4392" y="6348"/>
                </a:cubicBezTo>
                <a:lnTo>
                  <a:pt x="4392" y="7065"/>
                </a:lnTo>
                <a:lnTo>
                  <a:pt x="6423" y="7065"/>
                </a:lnTo>
                <a:lnTo>
                  <a:pt x="6423" y="6348"/>
                </a:lnTo>
                <a:cubicBezTo>
                  <a:pt x="6438" y="6273"/>
                  <a:pt x="6408" y="6213"/>
                  <a:pt x="6349" y="6154"/>
                </a:cubicBezTo>
                <a:cubicBezTo>
                  <a:pt x="6304" y="6109"/>
                  <a:pt x="6229" y="6079"/>
                  <a:pt x="6154" y="607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79"/>
          <p:cNvSpPr/>
          <p:nvPr/>
        </p:nvSpPr>
        <p:spPr>
          <a:xfrm>
            <a:off x="6823694" y="3269088"/>
            <a:ext cx="358922" cy="331301"/>
          </a:xfrm>
          <a:custGeom>
            <a:avLst/>
            <a:gdLst/>
            <a:ahLst/>
            <a:cxnLst/>
            <a:rect l="l" t="t" r="r" b="b"/>
            <a:pathLst>
              <a:path w="7589" h="7005" extrusionOk="0">
                <a:moveTo>
                  <a:pt x="2570" y="0"/>
                </a:moveTo>
                <a:cubicBezTo>
                  <a:pt x="2480" y="0"/>
                  <a:pt x="2406" y="75"/>
                  <a:pt x="2406" y="164"/>
                </a:cubicBezTo>
                <a:cubicBezTo>
                  <a:pt x="2406" y="254"/>
                  <a:pt x="2480" y="329"/>
                  <a:pt x="2570" y="329"/>
                </a:cubicBezTo>
                <a:lnTo>
                  <a:pt x="7424" y="329"/>
                </a:lnTo>
                <a:cubicBezTo>
                  <a:pt x="7514" y="329"/>
                  <a:pt x="7588" y="254"/>
                  <a:pt x="7588" y="164"/>
                </a:cubicBezTo>
                <a:cubicBezTo>
                  <a:pt x="7588" y="75"/>
                  <a:pt x="7514" y="0"/>
                  <a:pt x="7424" y="0"/>
                </a:cubicBezTo>
                <a:close/>
                <a:moveTo>
                  <a:pt x="1121" y="134"/>
                </a:moveTo>
                <a:cubicBezTo>
                  <a:pt x="748" y="134"/>
                  <a:pt x="449" y="359"/>
                  <a:pt x="449" y="792"/>
                </a:cubicBezTo>
                <a:cubicBezTo>
                  <a:pt x="449" y="1210"/>
                  <a:pt x="748" y="1673"/>
                  <a:pt x="1121" y="1673"/>
                </a:cubicBezTo>
                <a:cubicBezTo>
                  <a:pt x="1495" y="1673"/>
                  <a:pt x="1808" y="1210"/>
                  <a:pt x="1808" y="792"/>
                </a:cubicBezTo>
                <a:cubicBezTo>
                  <a:pt x="1808" y="359"/>
                  <a:pt x="1495" y="134"/>
                  <a:pt x="1121" y="134"/>
                </a:cubicBezTo>
                <a:close/>
                <a:moveTo>
                  <a:pt x="2660" y="478"/>
                </a:moveTo>
                <a:cubicBezTo>
                  <a:pt x="2525" y="478"/>
                  <a:pt x="2406" y="597"/>
                  <a:pt x="2406" y="732"/>
                </a:cubicBezTo>
                <a:lnTo>
                  <a:pt x="2406" y="1957"/>
                </a:lnTo>
                <a:lnTo>
                  <a:pt x="2779" y="2464"/>
                </a:lnTo>
                <a:lnTo>
                  <a:pt x="3063" y="2300"/>
                </a:lnTo>
                <a:cubicBezTo>
                  <a:pt x="3137" y="2255"/>
                  <a:pt x="3227" y="2225"/>
                  <a:pt x="3317" y="2225"/>
                </a:cubicBezTo>
                <a:cubicBezTo>
                  <a:pt x="3496" y="2225"/>
                  <a:pt x="3660" y="2330"/>
                  <a:pt x="3750" y="2479"/>
                </a:cubicBezTo>
                <a:cubicBezTo>
                  <a:pt x="3810" y="2584"/>
                  <a:pt x="3825" y="2718"/>
                  <a:pt x="3795" y="2853"/>
                </a:cubicBezTo>
                <a:cubicBezTo>
                  <a:pt x="3765" y="2987"/>
                  <a:pt x="3690" y="3092"/>
                  <a:pt x="3571" y="3152"/>
                </a:cubicBezTo>
                <a:lnTo>
                  <a:pt x="2913" y="3555"/>
                </a:lnTo>
                <a:cubicBezTo>
                  <a:pt x="2824" y="3600"/>
                  <a:pt x="2749" y="3629"/>
                  <a:pt x="2660" y="3629"/>
                </a:cubicBezTo>
                <a:cubicBezTo>
                  <a:pt x="2570" y="3629"/>
                  <a:pt x="2480" y="3600"/>
                  <a:pt x="2406" y="3555"/>
                </a:cubicBezTo>
                <a:lnTo>
                  <a:pt x="2406" y="4302"/>
                </a:lnTo>
                <a:cubicBezTo>
                  <a:pt x="2406" y="4436"/>
                  <a:pt x="2525" y="4555"/>
                  <a:pt x="2660" y="4555"/>
                </a:cubicBezTo>
                <a:lnTo>
                  <a:pt x="7319" y="4555"/>
                </a:lnTo>
                <a:cubicBezTo>
                  <a:pt x="7469" y="4555"/>
                  <a:pt x="7573" y="4436"/>
                  <a:pt x="7573" y="4302"/>
                </a:cubicBezTo>
                <a:lnTo>
                  <a:pt x="7573" y="732"/>
                </a:lnTo>
                <a:cubicBezTo>
                  <a:pt x="7573" y="597"/>
                  <a:pt x="7469" y="478"/>
                  <a:pt x="7319" y="478"/>
                </a:cubicBezTo>
                <a:close/>
                <a:moveTo>
                  <a:pt x="3869" y="4675"/>
                </a:moveTo>
                <a:cubicBezTo>
                  <a:pt x="3780" y="4675"/>
                  <a:pt x="3705" y="4750"/>
                  <a:pt x="3705" y="4839"/>
                </a:cubicBezTo>
                <a:cubicBezTo>
                  <a:pt x="3705" y="4929"/>
                  <a:pt x="3780" y="5004"/>
                  <a:pt x="3869" y="5004"/>
                </a:cubicBezTo>
                <a:lnTo>
                  <a:pt x="4825" y="5004"/>
                </a:lnTo>
                <a:lnTo>
                  <a:pt x="4825" y="6124"/>
                </a:lnTo>
                <a:lnTo>
                  <a:pt x="4422" y="6124"/>
                </a:lnTo>
                <a:cubicBezTo>
                  <a:pt x="4317" y="6124"/>
                  <a:pt x="4243" y="6198"/>
                  <a:pt x="4243" y="6288"/>
                </a:cubicBezTo>
                <a:cubicBezTo>
                  <a:pt x="4243" y="6378"/>
                  <a:pt x="4317" y="6452"/>
                  <a:pt x="4422" y="6452"/>
                </a:cubicBezTo>
                <a:lnTo>
                  <a:pt x="5572" y="6452"/>
                </a:lnTo>
                <a:cubicBezTo>
                  <a:pt x="5662" y="6452"/>
                  <a:pt x="5736" y="6378"/>
                  <a:pt x="5736" y="6288"/>
                </a:cubicBezTo>
                <a:cubicBezTo>
                  <a:pt x="5736" y="6198"/>
                  <a:pt x="5662" y="6124"/>
                  <a:pt x="5572" y="6124"/>
                </a:cubicBezTo>
                <a:lnTo>
                  <a:pt x="5154" y="6124"/>
                </a:lnTo>
                <a:lnTo>
                  <a:pt x="5154" y="5004"/>
                </a:lnTo>
                <a:lnTo>
                  <a:pt x="6110" y="5004"/>
                </a:lnTo>
                <a:cubicBezTo>
                  <a:pt x="6199" y="5004"/>
                  <a:pt x="6274" y="4929"/>
                  <a:pt x="6274" y="4839"/>
                </a:cubicBezTo>
                <a:cubicBezTo>
                  <a:pt x="6274" y="4750"/>
                  <a:pt x="6199" y="4675"/>
                  <a:pt x="6110" y="4675"/>
                </a:cubicBezTo>
                <a:close/>
                <a:moveTo>
                  <a:pt x="300" y="1882"/>
                </a:moveTo>
                <a:cubicBezTo>
                  <a:pt x="135" y="1882"/>
                  <a:pt x="1" y="2016"/>
                  <a:pt x="1" y="2181"/>
                </a:cubicBezTo>
                <a:lnTo>
                  <a:pt x="1" y="4122"/>
                </a:lnTo>
                <a:cubicBezTo>
                  <a:pt x="1" y="4287"/>
                  <a:pt x="135" y="4421"/>
                  <a:pt x="300" y="4421"/>
                </a:cubicBezTo>
                <a:cubicBezTo>
                  <a:pt x="330" y="4421"/>
                  <a:pt x="359" y="4421"/>
                  <a:pt x="389" y="4406"/>
                </a:cubicBezTo>
                <a:lnTo>
                  <a:pt x="389" y="6617"/>
                </a:lnTo>
                <a:cubicBezTo>
                  <a:pt x="389" y="6826"/>
                  <a:pt x="569" y="7005"/>
                  <a:pt x="793" y="7005"/>
                </a:cubicBezTo>
                <a:cubicBezTo>
                  <a:pt x="927" y="7005"/>
                  <a:pt x="1061" y="6945"/>
                  <a:pt x="1121" y="6826"/>
                </a:cubicBezTo>
                <a:cubicBezTo>
                  <a:pt x="1196" y="6945"/>
                  <a:pt x="1315" y="7005"/>
                  <a:pt x="1465" y="7005"/>
                </a:cubicBezTo>
                <a:cubicBezTo>
                  <a:pt x="1674" y="7005"/>
                  <a:pt x="1853" y="6826"/>
                  <a:pt x="1853" y="6617"/>
                </a:cubicBezTo>
                <a:lnTo>
                  <a:pt x="1853" y="2554"/>
                </a:lnTo>
                <a:lnTo>
                  <a:pt x="2406" y="3301"/>
                </a:lnTo>
                <a:cubicBezTo>
                  <a:pt x="2473" y="3387"/>
                  <a:pt x="2565" y="3430"/>
                  <a:pt x="2658" y="3430"/>
                </a:cubicBezTo>
                <a:cubicBezTo>
                  <a:pt x="2709" y="3430"/>
                  <a:pt x="2761" y="3417"/>
                  <a:pt x="2809" y="3390"/>
                </a:cubicBezTo>
                <a:lnTo>
                  <a:pt x="3466" y="2987"/>
                </a:lnTo>
                <a:cubicBezTo>
                  <a:pt x="3615" y="2898"/>
                  <a:pt x="3660" y="2718"/>
                  <a:pt x="3571" y="2569"/>
                </a:cubicBezTo>
                <a:cubicBezTo>
                  <a:pt x="3513" y="2482"/>
                  <a:pt x="3417" y="2433"/>
                  <a:pt x="3321" y="2433"/>
                </a:cubicBezTo>
                <a:cubicBezTo>
                  <a:pt x="3268" y="2433"/>
                  <a:pt x="3215" y="2448"/>
                  <a:pt x="3167" y="2479"/>
                </a:cubicBezTo>
                <a:lnTo>
                  <a:pt x="2734" y="2733"/>
                </a:lnTo>
                <a:lnTo>
                  <a:pt x="2197" y="2001"/>
                </a:lnTo>
                <a:cubicBezTo>
                  <a:pt x="2137" y="1927"/>
                  <a:pt x="2047" y="1882"/>
                  <a:pt x="1958" y="1882"/>
                </a:cubicBezTo>
                <a:lnTo>
                  <a:pt x="1315" y="1882"/>
                </a:lnTo>
                <a:lnTo>
                  <a:pt x="1196" y="2031"/>
                </a:lnTo>
                <a:lnTo>
                  <a:pt x="1405" y="3211"/>
                </a:lnTo>
                <a:lnTo>
                  <a:pt x="1121" y="3465"/>
                </a:lnTo>
                <a:lnTo>
                  <a:pt x="852" y="3211"/>
                </a:lnTo>
                <a:lnTo>
                  <a:pt x="1046" y="2031"/>
                </a:lnTo>
                <a:lnTo>
                  <a:pt x="942" y="18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79"/>
          <p:cNvSpPr/>
          <p:nvPr/>
        </p:nvSpPr>
        <p:spPr>
          <a:xfrm>
            <a:off x="7956113" y="3289898"/>
            <a:ext cx="363131" cy="289682"/>
          </a:xfrm>
          <a:custGeom>
            <a:avLst/>
            <a:gdLst/>
            <a:ahLst/>
            <a:cxnLst/>
            <a:rect l="l" t="t" r="r" b="b"/>
            <a:pathLst>
              <a:path w="7678" h="6125" extrusionOk="0">
                <a:moveTo>
                  <a:pt x="5631" y="1823"/>
                </a:moveTo>
                <a:cubicBezTo>
                  <a:pt x="5034" y="1823"/>
                  <a:pt x="4571" y="2181"/>
                  <a:pt x="4571" y="2853"/>
                </a:cubicBezTo>
                <a:cubicBezTo>
                  <a:pt x="4571" y="3525"/>
                  <a:pt x="5034" y="4257"/>
                  <a:pt x="5631" y="4257"/>
                </a:cubicBezTo>
                <a:cubicBezTo>
                  <a:pt x="6214" y="4257"/>
                  <a:pt x="6692" y="3525"/>
                  <a:pt x="6692" y="2853"/>
                </a:cubicBezTo>
                <a:cubicBezTo>
                  <a:pt x="6692" y="2181"/>
                  <a:pt x="6214" y="1823"/>
                  <a:pt x="5631" y="1823"/>
                </a:cubicBezTo>
                <a:close/>
                <a:moveTo>
                  <a:pt x="4227" y="1240"/>
                </a:moveTo>
                <a:lnTo>
                  <a:pt x="4227" y="4302"/>
                </a:lnTo>
                <a:lnTo>
                  <a:pt x="4810" y="4033"/>
                </a:lnTo>
                <a:cubicBezTo>
                  <a:pt x="4526" y="3719"/>
                  <a:pt x="4362" y="3271"/>
                  <a:pt x="4362" y="2853"/>
                </a:cubicBezTo>
                <a:cubicBezTo>
                  <a:pt x="4362" y="2286"/>
                  <a:pt x="4661" y="1867"/>
                  <a:pt x="5153" y="1703"/>
                </a:cubicBezTo>
                <a:lnTo>
                  <a:pt x="5153" y="1240"/>
                </a:lnTo>
                <a:close/>
                <a:moveTo>
                  <a:pt x="1300" y="3032"/>
                </a:moveTo>
                <a:lnTo>
                  <a:pt x="1300" y="4406"/>
                </a:lnTo>
                <a:lnTo>
                  <a:pt x="2226" y="4406"/>
                </a:lnTo>
                <a:lnTo>
                  <a:pt x="2226" y="3032"/>
                </a:lnTo>
                <a:close/>
                <a:moveTo>
                  <a:pt x="2764" y="2106"/>
                </a:moveTo>
                <a:lnTo>
                  <a:pt x="2764" y="4406"/>
                </a:lnTo>
                <a:lnTo>
                  <a:pt x="3690" y="4406"/>
                </a:lnTo>
                <a:lnTo>
                  <a:pt x="3690" y="2106"/>
                </a:lnTo>
                <a:close/>
                <a:moveTo>
                  <a:pt x="299" y="0"/>
                </a:moveTo>
                <a:cubicBezTo>
                  <a:pt x="135" y="0"/>
                  <a:pt x="1" y="135"/>
                  <a:pt x="1" y="299"/>
                </a:cubicBezTo>
                <a:lnTo>
                  <a:pt x="1" y="5347"/>
                </a:lnTo>
                <a:cubicBezTo>
                  <a:pt x="1" y="5512"/>
                  <a:pt x="135" y="5646"/>
                  <a:pt x="299" y="5646"/>
                </a:cubicBezTo>
                <a:lnTo>
                  <a:pt x="3376" y="5646"/>
                </a:lnTo>
                <a:lnTo>
                  <a:pt x="3376" y="5362"/>
                </a:lnTo>
                <a:cubicBezTo>
                  <a:pt x="3376" y="5258"/>
                  <a:pt x="3391" y="5153"/>
                  <a:pt x="3436" y="5049"/>
                </a:cubicBezTo>
                <a:lnTo>
                  <a:pt x="598" y="5049"/>
                </a:lnTo>
                <a:lnTo>
                  <a:pt x="598" y="598"/>
                </a:lnTo>
                <a:lnTo>
                  <a:pt x="5840" y="598"/>
                </a:lnTo>
                <a:lnTo>
                  <a:pt x="5840" y="1643"/>
                </a:lnTo>
                <a:cubicBezTo>
                  <a:pt x="6079" y="1673"/>
                  <a:pt x="6289" y="1763"/>
                  <a:pt x="6438" y="1882"/>
                </a:cubicBezTo>
                <a:lnTo>
                  <a:pt x="6438" y="299"/>
                </a:lnTo>
                <a:cubicBezTo>
                  <a:pt x="6438" y="135"/>
                  <a:pt x="6303" y="0"/>
                  <a:pt x="6139" y="0"/>
                </a:cubicBezTo>
                <a:close/>
                <a:moveTo>
                  <a:pt x="4780" y="4257"/>
                </a:moveTo>
                <a:lnTo>
                  <a:pt x="4123" y="4586"/>
                </a:lnTo>
                <a:cubicBezTo>
                  <a:pt x="3824" y="4720"/>
                  <a:pt x="3570" y="5079"/>
                  <a:pt x="3570" y="5362"/>
                </a:cubicBezTo>
                <a:lnTo>
                  <a:pt x="3570" y="6124"/>
                </a:lnTo>
                <a:lnTo>
                  <a:pt x="7678" y="6124"/>
                </a:lnTo>
                <a:lnTo>
                  <a:pt x="7678" y="5362"/>
                </a:lnTo>
                <a:cubicBezTo>
                  <a:pt x="7678" y="5079"/>
                  <a:pt x="7439" y="4720"/>
                  <a:pt x="7140" y="4586"/>
                </a:cubicBezTo>
                <a:lnTo>
                  <a:pt x="6453" y="4257"/>
                </a:lnTo>
                <a:lnTo>
                  <a:pt x="5990" y="5198"/>
                </a:lnTo>
                <a:lnTo>
                  <a:pt x="5766" y="4586"/>
                </a:lnTo>
                <a:cubicBezTo>
                  <a:pt x="5721" y="4586"/>
                  <a:pt x="5676" y="4601"/>
                  <a:pt x="5631" y="4601"/>
                </a:cubicBezTo>
                <a:cubicBezTo>
                  <a:pt x="5587" y="4601"/>
                  <a:pt x="5527" y="4586"/>
                  <a:pt x="5482" y="4586"/>
                </a:cubicBezTo>
                <a:lnTo>
                  <a:pt x="5243" y="5228"/>
                </a:lnTo>
                <a:lnTo>
                  <a:pt x="4780" y="42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79"/>
          <p:cNvSpPr/>
          <p:nvPr/>
        </p:nvSpPr>
        <p:spPr>
          <a:xfrm>
            <a:off x="6246988" y="2710290"/>
            <a:ext cx="277622" cy="367388"/>
          </a:xfrm>
          <a:custGeom>
            <a:avLst/>
            <a:gdLst/>
            <a:ahLst/>
            <a:cxnLst/>
            <a:rect l="l" t="t" r="r" b="b"/>
            <a:pathLst>
              <a:path w="5870" h="7768" extrusionOk="0">
                <a:moveTo>
                  <a:pt x="2704" y="1"/>
                </a:moveTo>
                <a:cubicBezTo>
                  <a:pt x="2629" y="16"/>
                  <a:pt x="2569" y="46"/>
                  <a:pt x="2524" y="105"/>
                </a:cubicBezTo>
                <a:cubicBezTo>
                  <a:pt x="2465" y="165"/>
                  <a:pt x="2405" y="255"/>
                  <a:pt x="2330" y="389"/>
                </a:cubicBezTo>
                <a:lnTo>
                  <a:pt x="2629" y="538"/>
                </a:lnTo>
                <a:lnTo>
                  <a:pt x="2659" y="464"/>
                </a:lnTo>
                <a:cubicBezTo>
                  <a:pt x="2659" y="449"/>
                  <a:pt x="2674" y="449"/>
                  <a:pt x="2674" y="434"/>
                </a:cubicBezTo>
                <a:cubicBezTo>
                  <a:pt x="2704" y="374"/>
                  <a:pt x="2733" y="329"/>
                  <a:pt x="2763" y="314"/>
                </a:cubicBezTo>
                <a:cubicBezTo>
                  <a:pt x="2778" y="307"/>
                  <a:pt x="2797" y="303"/>
                  <a:pt x="2816" y="303"/>
                </a:cubicBezTo>
                <a:cubicBezTo>
                  <a:pt x="2834" y="303"/>
                  <a:pt x="2853" y="307"/>
                  <a:pt x="2868" y="314"/>
                </a:cubicBezTo>
                <a:cubicBezTo>
                  <a:pt x="2913" y="314"/>
                  <a:pt x="2958" y="344"/>
                  <a:pt x="3047" y="374"/>
                </a:cubicBezTo>
                <a:cubicBezTo>
                  <a:pt x="3107" y="404"/>
                  <a:pt x="3152" y="434"/>
                  <a:pt x="3182" y="464"/>
                </a:cubicBezTo>
                <a:cubicBezTo>
                  <a:pt x="3226" y="479"/>
                  <a:pt x="3241" y="509"/>
                  <a:pt x="3241" y="538"/>
                </a:cubicBezTo>
                <a:cubicBezTo>
                  <a:pt x="3256" y="583"/>
                  <a:pt x="3241" y="658"/>
                  <a:pt x="3196" y="748"/>
                </a:cubicBezTo>
                <a:cubicBezTo>
                  <a:pt x="3167" y="822"/>
                  <a:pt x="3122" y="867"/>
                  <a:pt x="3077" y="897"/>
                </a:cubicBezTo>
                <a:cubicBezTo>
                  <a:pt x="3047" y="912"/>
                  <a:pt x="3032" y="912"/>
                  <a:pt x="3002" y="912"/>
                </a:cubicBezTo>
                <a:lnTo>
                  <a:pt x="2928" y="912"/>
                </a:lnTo>
                <a:cubicBezTo>
                  <a:pt x="2898" y="912"/>
                  <a:pt x="2853" y="912"/>
                  <a:pt x="2808" y="897"/>
                </a:cubicBezTo>
                <a:cubicBezTo>
                  <a:pt x="2719" y="897"/>
                  <a:pt x="2644" y="912"/>
                  <a:pt x="2584" y="927"/>
                </a:cubicBezTo>
                <a:cubicBezTo>
                  <a:pt x="2539" y="942"/>
                  <a:pt x="2495" y="972"/>
                  <a:pt x="2465" y="1016"/>
                </a:cubicBezTo>
                <a:cubicBezTo>
                  <a:pt x="2435" y="1061"/>
                  <a:pt x="2405" y="1121"/>
                  <a:pt x="2360" y="1211"/>
                </a:cubicBezTo>
                <a:lnTo>
                  <a:pt x="2644" y="1345"/>
                </a:lnTo>
                <a:cubicBezTo>
                  <a:pt x="2674" y="1285"/>
                  <a:pt x="2704" y="1255"/>
                  <a:pt x="2719" y="1240"/>
                </a:cubicBezTo>
                <a:cubicBezTo>
                  <a:pt x="2733" y="1211"/>
                  <a:pt x="2763" y="1196"/>
                  <a:pt x="2793" y="1196"/>
                </a:cubicBezTo>
                <a:cubicBezTo>
                  <a:pt x="2823" y="1196"/>
                  <a:pt x="2853" y="1181"/>
                  <a:pt x="2883" y="1181"/>
                </a:cubicBezTo>
                <a:cubicBezTo>
                  <a:pt x="2913" y="1181"/>
                  <a:pt x="2943" y="1181"/>
                  <a:pt x="3002" y="1196"/>
                </a:cubicBezTo>
                <a:lnTo>
                  <a:pt x="3122" y="1196"/>
                </a:lnTo>
                <a:cubicBezTo>
                  <a:pt x="3196" y="1196"/>
                  <a:pt x="3256" y="1166"/>
                  <a:pt x="3316" y="1136"/>
                </a:cubicBezTo>
                <a:cubicBezTo>
                  <a:pt x="3376" y="1091"/>
                  <a:pt x="3421" y="1016"/>
                  <a:pt x="3480" y="897"/>
                </a:cubicBezTo>
                <a:cubicBezTo>
                  <a:pt x="3570" y="733"/>
                  <a:pt x="3585" y="598"/>
                  <a:pt x="3555" y="494"/>
                </a:cubicBezTo>
                <a:cubicBezTo>
                  <a:pt x="3525" y="374"/>
                  <a:pt x="3406" y="255"/>
                  <a:pt x="3182" y="135"/>
                </a:cubicBezTo>
                <a:cubicBezTo>
                  <a:pt x="3077" y="90"/>
                  <a:pt x="2987" y="60"/>
                  <a:pt x="2913" y="31"/>
                </a:cubicBezTo>
                <a:cubicBezTo>
                  <a:pt x="2838" y="1"/>
                  <a:pt x="2778" y="1"/>
                  <a:pt x="2704" y="1"/>
                </a:cubicBezTo>
                <a:close/>
                <a:moveTo>
                  <a:pt x="2241" y="1435"/>
                </a:moveTo>
                <a:lnTo>
                  <a:pt x="2091" y="1748"/>
                </a:lnTo>
                <a:lnTo>
                  <a:pt x="2390" y="1898"/>
                </a:lnTo>
                <a:lnTo>
                  <a:pt x="2539" y="1584"/>
                </a:lnTo>
                <a:lnTo>
                  <a:pt x="2241" y="1435"/>
                </a:lnTo>
                <a:close/>
                <a:moveTo>
                  <a:pt x="5026" y="1677"/>
                </a:moveTo>
                <a:cubicBezTo>
                  <a:pt x="4989" y="1677"/>
                  <a:pt x="4951" y="1681"/>
                  <a:pt x="4914" y="1688"/>
                </a:cubicBezTo>
                <a:cubicBezTo>
                  <a:pt x="4854" y="1703"/>
                  <a:pt x="4795" y="1748"/>
                  <a:pt x="4750" y="1808"/>
                </a:cubicBezTo>
                <a:cubicBezTo>
                  <a:pt x="4690" y="1883"/>
                  <a:pt x="4645" y="1987"/>
                  <a:pt x="4600" y="2122"/>
                </a:cubicBezTo>
                <a:lnTo>
                  <a:pt x="4899" y="2226"/>
                </a:lnTo>
                <a:lnTo>
                  <a:pt x="4929" y="2152"/>
                </a:lnTo>
                <a:cubicBezTo>
                  <a:pt x="4929" y="2137"/>
                  <a:pt x="4944" y="2122"/>
                  <a:pt x="4929" y="2122"/>
                </a:cubicBezTo>
                <a:cubicBezTo>
                  <a:pt x="4959" y="2047"/>
                  <a:pt x="4989" y="2002"/>
                  <a:pt x="5019" y="1987"/>
                </a:cubicBezTo>
                <a:cubicBezTo>
                  <a:pt x="5040" y="1977"/>
                  <a:pt x="5061" y="1966"/>
                  <a:pt x="5087" y="1966"/>
                </a:cubicBezTo>
                <a:cubicBezTo>
                  <a:pt x="5098" y="1966"/>
                  <a:pt x="5110" y="1968"/>
                  <a:pt x="5123" y="1972"/>
                </a:cubicBezTo>
                <a:cubicBezTo>
                  <a:pt x="5153" y="1972"/>
                  <a:pt x="5213" y="1987"/>
                  <a:pt x="5302" y="2017"/>
                </a:cubicBezTo>
                <a:cubicBezTo>
                  <a:pt x="5362" y="2032"/>
                  <a:pt x="5422" y="2062"/>
                  <a:pt x="5452" y="2077"/>
                </a:cubicBezTo>
                <a:cubicBezTo>
                  <a:pt x="5482" y="2092"/>
                  <a:pt x="5512" y="2122"/>
                  <a:pt x="5526" y="2152"/>
                </a:cubicBezTo>
                <a:cubicBezTo>
                  <a:pt x="5541" y="2196"/>
                  <a:pt x="5541" y="2271"/>
                  <a:pt x="5497" y="2361"/>
                </a:cubicBezTo>
                <a:cubicBezTo>
                  <a:pt x="5467" y="2450"/>
                  <a:pt x="5437" y="2495"/>
                  <a:pt x="5392" y="2525"/>
                </a:cubicBezTo>
                <a:cubicBezTo>
                  <a:pt x="5377" y="2540"/>
                  <a:pt x="5347" y="2555"/>
                  <a:pt x="5332" y="2555"/>
                </a:cubicBezTo>
                <a:lnTo>
                  <a:pt x="5243" y="2555"/>
                </a:lnTo>
                <a:cubicBezTo>
                  <a:pt x="5213" y="2570"/>
                  <a:pt x="5183" y="2570"/>
                  <a:pt x="5138" y="2570"/>
                </a:cubicBezTo>
                <a:cubicBezTo>
                  <a:pt x="5034" y="2570"/>
                  <a:pt x="4974" y="2585"/>
                  <a:pt x="4914" y="2615"/>
                </a:cubicBezTo>
                <a:cubicBezTo>
                  <a:pt x="4869" y="2644"/>
                  <a:pt x="4839" y="2674"/>
                  <a:pt x="4810" y="2719"/>
                </a:cubicBezTo>
                <a:cubicBezTo>
                  <a:pt x="4780" y="2764"/>
                  <a:pt x="4750" y="2824"/>
                  <a:pt x="4720" y="2928"/>
                </a:cubicBezTo>
                <a:lnTo>
                  <a:pt x="5034" y="3033"/>
                </a:lnTo>
                <a:cubicBezTo>
                  <a:pt x="5049" y="2958"/>
                  <a:pt x="5063" y="2928"/>
                  <a:pt x="5078" y="2898"/>
                </a:cubicBezTo>
                <a:cubicBezTo>
                  <a:pt x="5093" y="2883"/>
                  <a:pt x="5123" y="2868"/>
                  <a:pt x="5153" y="2853"/>
                </a:cubicBezTo>
                <a:cubicBezTo>
                  <a:pt x="5183" y="2839"/>
                  <a:pt x="5213" y="2839"/>
                  <a:pt x="5243" y="2839"/>
                </a:cubicBezTo>
                <a:cubicBezTo>
                  <a:pt x="5258" y="2824"/>
                  <a:pt x="5302" y="2824"/>
                  <a:pt x="5362" y="2824"/>
                </a:cubicBezTo>
                <a:cubicBezTo>
                  <a:pt x="5407" y="2824"/>
                  <a:pt x="5452" y="2824"/>
                  <a:pt x="5482" y="2809"/>
                </a:cubicBezTo>
                <a:cubicBezTo>
                  <a:pt x="5556" y="2794"/>
                  <a:pt x="5616" y="2764"/>
                  <a:pt x="5661" y="2719"/>
                </a:cubicBezTo>
                <a:cubicBezTo>
                  <a:pt x="5706" y="2674"/>
                  <a:pt x="5751" y="2600"/>
                  <a:pt x="5795" y="2480"/>
                </a:cubicBezTo>
                <a:cubicBezTo>
                  <a:pt x="5855" y="2301"/>
                  <a:pt x="5870" y="2166"/>
                  <a:pt x="5825" y="2062"/>
                </a:cubicBezTo>
                <a:cubicBezTo>
                  <a:pt x="5780" y="1942"/>
                  <a:pt x="5631" y="1853"/>
                  <a:pt x="5407" y="1763"/>
                </a:cubicBezTo>
                <a:cubicBezTo>
                  <a:pt x="5302" y="1733"/>
                  <a:pt x="5213" y="1703"/>
                  <a:pt x="5138" y="1688"/>
                </a:cubicBezTo>
                <a:cubicBezTo>
                  <a:pt x="5101" y="1681"/>
                  <a:pt x="5063" y="1677"/>
                  <a:pt x="5026" y="1677"/>
                </a:cubicBezTo>
                <a:close/>
                <a:moveTo>
                  <a:pt x="732" y="1843"/>
                </a:moveTo>
                <a:cubicBezTo>
                  <a:pt x="647" y="1843"/>
                  <a:pt x="538" y="1870"/>
                  <a:pt x="404" y="1927"/>
                </a:cubicBezTo>
                <a:cubicBezTo>
                  <a:pt x="314" y="1972"/>
                  <a:pt x="254" y="2002"/>
                  <a:pt x="194" y="2047"/>
                </a:cubicBezTo>
                <a:cubicBezTo>
                  <a:pt x="135" y="2077"/>
                  <a:pt x="90" y="2122"/>
                  <a:pt x="45" y="2181"/>
                </a:cubicBezTo>
                <a:cubicBezTo>
                  <a:pt x="15" y="2226"/>
                  <a:pt x="0" y="2286"/>
                  <a:pt x="15" y="2346"/>
                </a:cubicBezTo>
                <a:cubicBezTo>
                  <a:pt x="15" y="2420"/>
                  <a:pt x="45" y="2525"/>
                  <a:pt x="105" y="2644"/>
                </a:cubicBezTo>
                <a:lnTo>
                  <a:pt x="359" y="2525"/>
                </a:lnTo>
                <a:lnTo>
                  <a:pt x="329" y="2465"/>
                </a:lnTo>
                <a:cubicBezTo>
                  <a:pt x="329" y="2450"/>
                  <a:pt x="329" y="2435"/>
                  <a:pt x="314" y="2435"/>
                </a:cubicBezTo>
                <a:cubicBezTo>
                  <a:pt x="299" y="2376"/>
                  <a:pt x="284" y="2331"/>
                  <a:pt x="299" y="2301"/>
                </a:cubicBezTo>
                <a:cubicBezTo>
                  <a:pt x="299" y="2271"/>
                  <a:pt x="314" y="2256"/>
                  <a:pt x="344" y="2226"/>
                </a:cubicBezTo>
                <a:cubicBezTo>
                  <a:pt x="374" y="2211"/>
                  <a:pt x="418" y="2181"/>
                  <a:pt x="493" y="2152"/>
                </a:cubicBezTo>
                <a:cubicBezTo>
                  <a:pt x="553" y="2122"/>
                  <a:pt x="598" y="2107"/>
                  <a:pt x="628" y="2107"/>
                </a:cubicBezTo>
                <a:cubicBezTo>
                  <a:pt x="642" y="2099"/>
                  <a:pt x="657" y="2096"/>
                  <a:pt x="672" y="2096"/>
                </a:cubicBezTo>
                <a:cubicBezTo>
                  <a:pt x="687" y="2096"/>
                  <a:pt x="702" y="2099"/>
                  <a:pt x="717" y="2107"/>
                </a:cubicBezTo>
                <a:cubicBezTo>
                  <a:pt x="747" y="2122"/>
                  <a:pt x="792" y="2181"/>
                  <a:pt x="822" y="2256"/>
                </a:cubicBezTo>
                <a:cubicBezTo>
                  <a:pt x="852" y="2331"/>
                  <a:pt x="867" y="2376"/>
                  <a:pt x="852" y="2435"/>
                </a:cubicBezTo>
                <a:cubicBezTo>
                  <a:pt x="852" y="2450"/>
                  <a:pt x="837" y="2465"/>
                  <a:pt x="822" y="2480"/>
                </a:cubicBezTo>
                <a:cubicBezTo>
                  <a:pt x="807" y="2495"/>
                  <a:pt x="792" y="2510"/>
                  <a:pt x="777" y="2540"/>
                </a:cubicBezTo>
                <a:cubicBezTo>
                  <a:pt x="762" y="2555"/>
                  <a:pt x="732" y="2585"/>
                  <a:pt x="702" y="2600"/>
                </a:cubicBezTo>
                <a:cubicBezTo>
                  <a:pt x="657" y="2659"/>
                  <a:pt x="613" y="2719"/>
                  <a:pt x="598" y="2764"/>
                </a:cubicBezTo>
                <a:cubicBezTo>
                  <a:pt x="583" y="2809"/>
                  <a:pt x="583" y="2853"/>
                  <a:pt x="598" y="2898"/>
                </a:cubicBezTo>
                <a:cubicBezTo>
                  <a:pt x="598" y="2943"/>
                  <a:pt x="628" y="3003"/>
                  <a:pt x="657" y="3078"/>
                </a:cubicBezTo>
                <a:lnTo>
                  <a:pt x="911" y="2958"/>
                </a:lnTo>
                <a:cubicBezTo>
                  <a:pt x="896" y="2913"/>
                  <a:pt x="881" y="2868"/>
                  <a:pt x="881" y="2853"/>
                </a:cubicBezTo>
                <a:cubicBezTo>
                  <a:pt x="867" y="2839"/>
                  <a:pt x="881" y="2809"/>
                  <a:pt x="896" y="2779"/>
                </a:cubicBezTo>
                <a:cubicBezTo>
                  <a:pt x="911" y="2749"/>
                  <a:pt x="926" y="2734"/>
                  <a:pt x="941" y="2719"/>
                </a:cubicBezTo>
                <a:cubicBezTo>
                  <a:pt x="956" y="2704"/>
                  <a:pt x="971" y="2674"/>
                  <a:pt x="1016" y="2644"/>
                </a:cubicBezTo>
                <a:cubicBezTo>
                  <a:pt x="1046" y="2600"/>
                  <a:pt x="1061" y="2585"/>
                  <a:pt x="1076" y="2555"/>
                </a:cubicBezTo>
                <a:cubicBezTo>
                  <a:pt x="1120" y="2510"/>
                  <a:pt x="1135" y="2450"/>
                  <a:pt x="1150" y="2390"/>
                </a:cubicBezTo>
                <a:cubicBezTo>
                  <a:pt x="1150" y="2331"/>
                  <a:pt x="1135" y="2256"/>
                  <a:pt x="1091" y="2152"/>
                </a:cubicBezTo>
                <a:cubicBezTo>
                  <a:pt x="1016" y="2002"/>
                  <a:pt x="941" y="1913"/>
                  <a:pt x="852" y="1868"/>
                </a:cubicBezTo>
                <a:cubicBezTo>
                  <a:pt x="819" y="1852"/>
                  <a:pt x="780" y="1843"/>
                  <a:pt x="732" y="1843"/>
                </a:cubicBezTo>
                <a:close/>
                <a:moveTo>
                  <a:pt x="1001" y="3167"/>
                </a:moveTo>
                <a:lnTo>
                  <a:pt x="747" y="3287"/>
                </a:lnTo>
                <a:lnTo>
                  <a:pt x="867" y="3555"/>
                </a:lnTo>
                <a:lnTo>
                  <a:pt x="1135" y="3451"/>
                </a:lnTo>
                <a:lnTo>
                  <a:pt x="1001" y="3167"/>
                </a:lnTo>
                <a:close/>
                <a:moveTo>
                  <a:pt x="4645" y="3167"/>
                </a:moveTo>
                <a:lnTo>
                  <a:pt x="4526" y="3496"/>
                </a:lnTo>
                <a:lnTo>
                  <a:pt x="4839" y="3600"/>
                </a:lnTo>
                <a:lnTo>
                  <a:pt x="4944" y="3272"/>
                </a:lnTo>
                <a:lnTo>
                  <a:pt x="4645" y="3167"/>
                </a:lnTo>
                <a:close/>
                <a:moveTo>
                  <a:pt x="2913" y="2062"/>
                </a:moveTo>
                <a:cubicBezTo>
                  <a:pt x="2136" y="2062"/>
                  <a:pt x="1509" y="2525"/>
                  <a:pt x="1509" y="3421"/>
                </a:cubicBezTo>
                <a:cubicBezTo>
                  <a:pt x="1509" y="4317"/>
                  <a:pt x="2136" y="5288"/>
                  <a:pt x="2913" y="5288"/>
                </a:cubicBezTo>
                <a:cubicBezTo>
                  <a:pt x="3704" y="5288"/>
                  <a:pt x="4332" y="4317"/>
                  <a:pt x="4332" y="3421"/>
                </a:cubicBezTo>
                <a:cubicBezTo>
                  <a:pt x="4332" y="2525"/>
                  <a:pt x="3704" y="2062"/>
                  <a:pt x="2913" y="2062"/>
                </a:cubicBezTo>
                <a:close/>
                <a:moveTo>
                  <a:pt x="1793" y="5288"/>
                </a:moveTo>
                <a:lnTo>
                  <a:pt x="911" y="5721"/>
                </a:lnTo>
                <a:cubicBezTo>
                  <a:pt x="508" y="5900"/>
                  <a:pt x="179" y="6378"/>
                  <a:pt x="179" y="6752"/>
                </a:cubicBezTo>
                <a:lnTo>
                  <a:pt x="179" y="7767"/>
                </a:lnTo>
                <a:lnTo>
                  <a:pt x="5661" y="7767"/>
                </a:lnTo>
                <a:lnTo>
                  <a:pt x="5661" y="6752"/>
                </a:lnTo>
                <a:cubicBezTo>
                  <a:pt x="5661" y="6378"/>
                  <a:pt x="5332" y="5900"/>
                  <a:pt x="4929" y="5721"/>
                </a:cubicBezTo>
                <a:lnTo>
                  <a:pt x="4018" y="5288"/>
                </a:lnTo>
                <a:lnTo>
                  <a:pt x="3406" y="6543"/>
                </a:lnTo>
                <a:lnTo>
                  <a:pt x="3107" y="5721"/>
                </a:lnTo>
                <a:cubicBezTo>
                  <a:pt x="3047" y="5736"/>
                  <a:pt x="2987" y="5751"/>
                  <a:pt x="2913" y="5751"/>
                </a:cubicBezTo>
                <a:cubicBezTo>
                  <a:pt x="2853" y="5751"/>
                  <a:pt x="2793" y="5736"/>
                  <a:pt x="2733" y="5721"/>
                </a:cubicBezTo>
                <a:lnTo>
                  <a:pt x="2420" y="6573"/>
                </a:lnTo>
                <a:lnTo>
                  <a:pt x="1793" y="52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79"/>
          <p:cNvSpPr/>
          <p:nvPr/>
        </p:nvSpPr>
        <p:spPr>
          <a:xfrm>
            <a:off x="7406891" y="3251400"/>
            <a:ext cx="322883" cy="366678"/>
          </a:xfrm>
          <a:custGeom>
            <a:avLst/>
            <a:gdLst/>
            <a:ahLst/>
            <a:cxnLst/>
            <a:rect l="l" t="t" r="r" b="b"/>
            <a:pathLst>
              <a:path w="6827" h="7753" extrusionOk="0">
                <a:moveTo>
                  <a:pt x="1270" y="0"/>
                </a:moveTo>
                <a:cubicBezTo>
                  <a:pt x="852" y="0"/>
                  <a:pt x="509" y="254"/>
                  <a:pt x="509" y="732"/>
                </a:cubicBezTo>
                <a:cubicBezTo>
                  <a:pt x="509" y="1225"/>
                  <a:pt x="852" y="1748"/>
                  <a:pt x="1270" y="1748"/>
                </a:cubicBezTo>
                <a:cubicBezTo>
                  <a:pt x="1689" y="1748"/>
                  <a:pt x="2032" y="1225"/>
                  <a:pt x="2032" y="732"/>
                </a:cubicBezTo>
                <a:cubicBezTo>
                  <a:pt x="2032" y="254"/>
                  <a:pt x="1689" y="0"/>
                  <a:pt x="1270" y="0"/>
                </a:cubicBezTo>
                <a:close/>
                <a:moveTo>
                  <a:pt x="5109" y="598"/>
                </a:moveTo>
                <a:cubicBezTo>
                  <a:pt x="5019" y="598"/>
                  <a:pt x="4930" y="672"/>
                  <a:pt x="4930" y="762"/>
                </a:cubicBezTo>
                <a:lnTo>
                  <a:pt x="4930" y="1285"/>
                </a:lnTo>
                <a:lnTo>
                  <a:pt x="3436" y="1285"/>
                </a:lnTo>
                <a:cubicBezTo>
                  <a:pt x="3287" y="1285"/>
                  <a:pt x="3167" y="1404"/>
                  <a:pt x="3167" y="1554"/>
                </a:cubicBezTo>
                <a:lnTo>
                  <a:pt x="3167" y="3615"/>
                </a:lnTo>
                <a:lnTo>
                  <a:pt x="2689" y="3615"/>
                </a:lnTo>
                <a:lnTo>
                  <a:pt x="2689" y="4138"/>
                </a:lnTo>
                <a:lnTo>
                  <a:pt x="3167" y="4138"/>
                </a:lnTo>
                <a:lnTo>
                  <a:pt x="3167" y="6199"/>
                </a:lnTo>
                <a:cubicBezTo>
                  <a:pt x="3167" y="6333"/>
                  <a:pt x="3287" y="6453"/>
                  <a:pt x="3436" y="6453"/>
                </a:cubicBezTo>
                <a:lnTo>
                  <a:pt x="4930" y="6453"/>
                </a:lnTo>
                <a:lnTo>
                  <a:pt x="4930" y="6975"/>
                </a:lnTo>
                <a:cubicBezTo>
                  <a:pt x="4930" y="7080"/>
                  <a:pt x="5019" y="7155"/>
                  <a:pt x="5109" y="7155"/>
                </a:cubicBezTo>
                <a:lnTo>
                  <a:pt x="6647" y="7155"/>
                </a:lnTo>
                <a:cubicBezTo>
                  <a:pt x="6737" y="7155"/>
                  <a:pt x="6827" y="7080"/>
                  <a:pt x="6827" y="6975"/>
                </a:cubicBezTo>
                <a:lnTo>
                  <a:pt x="6827" y="5452"/>
                </a:lnTo>
                <a:cubicBezTo>
                  <a:pt x="6827" y="5347"/>
                  <a:pt x="6737" y="5273"/>
                  <a:pt x="6647" y="5273"/>
                </a:cubicBezTo>
                <a:lnTo>
                  <a:pt x="5109" y="5273"/>
                </a:lnTo>
                <a:cubicBezTo>
                  <a:pt x="5019" y="5273"/>
                  <a:pt x="4930" y="5347"/>
                  <a:pt x="4930" y="5452"/>
                </a:cubicBezTo>
                <a:lnTo>
                  <a:pt x="4930" y="5930"/>
                </a:lnTo>
                <a:lnTo>
                  <a:pt x="3690" y="5930"/>
                </a:lnTo>
                <a:lnTo>
                  <a:pt x="3690" y="4138"/>
                </a:lnTo>
                <a:lnTo>
                  <a:pt x="4930" y="4138"/>
                </a:lnTo>
                <a:lnTo>
                  <a:pt x="4930" y="4630"/>
                </a:lnTo>
                <a:cubicBezTo>
                  <a:pt x="4930" y="4735"/>
                  <a:pt x="5019" y="4810"/>
                  <a:pt x="5109" y="4810"/>
                </a:cubicBezTo>
                <a:lnTo>
                  <a:pt x="6647" y="4810"/>
                </a:lnTo>
                <a:cubicBezTo>
                  <a:pt x="6737" y="4810"/>
                  <a:pt x="6827" y="4735"/>
                  <a:pt x="6827" y="4630"/>
                </a:cubicBezTo>
                <a:lnTo>
                  <a:pt x="6827" y="3107"/>
                </a:lnTo>
                <a:cubicBezTo>
                  <a:pt x="6827" y="3017"/>
                  <a:pt x="6737" y="2928"/>
                  <a:pt x="6647" y="2928"/>
                </a:cubicBezTo>
                <a:lnTo>
                  <a:pt x="5109" y="2928"/>
                </a:lnTo>
                <a:cubicBezTo>
                  <a:pt x="5019" y="2928"/>
                  <a:pt x="4930" y="3017"/>
                  <a:pt x="4930" y="3107"/>
                </a:cubicBezTo>
                <a:lnTo>
                  <a:pt x="4930" y="3615"/>
                </a:lnTo>
                <a:lnTo>
                  <a:pt x="3690" y="3615"/>
                </a:lnTo>
                <a:lnTo>
                  <a:pt x="3690" y="1822"/>
                </a:lnTo>
                <a:lnTo>
                  <a:pt x="4930" y="1822"/>
                </a:lnTo>
                <a:lnTo>
                  <a:pt x="4930" y="2300"/>
                </a:lnTo>
                <a:cubicBezTo>
                  <a:pt x="4930" y="2390"/>
                  <a:pt x="5019" y="2480"/>
                  <a:pt x="5109" y="2480"/>
                </a:cubicBezTo>
                <a:lnTo>
                  <a:pt x="6647" y="2480"/>
                </a:lnTo>
                <a:cubicBezTo>
                  <a:pt x="6737" y="2480"/>
                  <a:pt x="6827" y="2390"/>
                  <a:pt x="6827" y="2300"/>
                </a:cubicBezTo>
                <a:lnTo>
                  <a:pt x="6827" y="762"/>
                </a:lnTo>
                <a:cubicBezTo>
                  <a:pt x="6827" y="672"/>
                  <a:pt x="6737" y="598"/>
                  <a:pt x="6647" y="598"/>
                </a:cubicBezTo>
                <a:close/>
                <a:moveTo>
                  <a:pt x="344" y="1972"/>
                </a:moveTo>
                <a:cubicBezTo>
                  <a:pt x="150" y="1972"/>
                  <a:pt x="1" y="2121"/>
                  <a:pt x="1" y="2315"/>
                </a:cubicBezTo>
                <a:lnTo>
                  <a:pt x="1" y="4436"/>
                </a:lnTo>
                <a:cubicBezTo>
                  <a:pt x="1" y="4615"/>
                  <a:pt x="150" y="4765"/>
                  <a:pt x="344" y="4765"/>
                </a:cubicBezTo>
                <a:cubicBezTo>
                  <a:pt x="374" y="4765"/>
                  <a:pt x="419" y="4765"/>
                  <a:pt x="449" y="4750"/>
                </a:cubicBezTo>
                <a:lnTo>
                  <a:pt x="449" y="7304"/>
                </a:lnTo>
                <a:cubicBezTo>
                  <a:pt x="449" y="7543"/>
                  <a:pt x="658" y="7752"/>
                  <a:pt x="897" y="7752"/>
                </a:cubicBezTo>
                <a:cubicBezTo>
                  <a:pt x="1061" y="7752"/>
                  <a:pt x="1196" y="7662"/>
                  <a:pt x="1270" y="7543"/>
                </a:cubicBezTo>
                <a:cubicBezTo>
                  <a:pt x="1345" y="7662"/>
                  <a:pt x="1494" y="7752"/>
                  <a:pt x="1644" y="7752"/>
                </a:cubicBezTo>
                <a:cubicBezTo>
                  <a:pt x="1898" y="7752"/>
                  <a:pt x="2092" y="7543"/>
                  <a:pt x="2092" y="7304"/>
                </a:cubicBezTo>
                <a:lnTo>
                  <a:pt x="2092" y="4735"/>
                </a:lnTo>
                <a:cubicBezTo>
                  <a:pt x="2122" y="4735"/>
                  <a:pt x="2152" y="4750"/>
                  <a:pt x="2181" y="4750"/>
                </a:cubicBezTo>
                <a:cubicBezTo>
                  <a:pt x="2376" y="4750"/>
                  <a:pt x="2525" y="4601"/>
                  <a:pt x="2525" y="4406"/>
                </a:cubicBezTo>
                <a:lnTo>
                  <a:pt x="2540" y="2315"/>
                </a:lnTo>
                <a:cubicBezTo>
                  <a:pt x="2540" y="2226"/>
                  <a:pt x="2510" y="2136"/>
                  <a:pt x="2450" y="2076"/>
                </a:cubicBezTo>
                <a:cubicBezTo>
                  <a:pt x="2376" y="2017"/>
                  <a:pt x="2301" y="1972"/>
                  <a:pt x="2211" y="1972"/>
                </a:cubicBezTo>
                <a:lnTo>
                  <a:pt x="1479" y="1972"/>
                </a:lnTo>
                <a:lnTo>
                  <a:pt x="1360" y="2136"/>
                </a:lnTo>
                <a:lnTo>
                  <a:pt x="1584" y="3465"/>
                </a:lnTo>
                <a:lnTo>
                  <a:pt x="1270" y="3764"/>
                </a:lnTo>
                <a:lnTo>
                  <a:pt x="957" y="3465"/>
                </a:lnTo>
                <a:lnTo>
                  <a:pt x="1196" y="2136"/>
                </a:lnTo>
                <a:lnTo>
                  <a:pt x="1061" y="19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0" name="Google Shape;1180;p79"/>
          <p:cNvGrpSpPr/>
          <p:nvPr/>
        </p:nvGrpSpPr>
        <p:grpSpPr>
          <a:xfrm>
            <a:off x="7395004" y="2774298"/>
            <a:ext cx="346635" cy="239367"/>
            <a:chOff x="4510555" y="651678"/>
            <a:chExt cx="346635" cy="239367"/>
          </a:xfrm>
        </p:grpSpPr>
        <p:sp>
          <p:nvSpPr>
            <p:cNvPr id="1181" name="Google Shape;1181;p79"/>
            <p:cNvSpPr/>
            <p:nvPr/>
          </p:nvSpPr>
          <p:spPr>
            <a:xfrm>
              <a:off x="4554137" y="688527"/>
              <a:ext cx="69078" cy="83845"/>
            </a:xfrm>
            <a:custGeom>
              <a:avLst/>
              <a:gdLst/>
              <a:ahLst/>
              <a:cxnLst/>
              <a:rect l="l" t="t" r="r" b="b"/>
              <a:pathLst>
                <a:path w="1539" h="1868" extrusionOk="0">
                  <a:moveTo>
                    <a:pt x="762" y="0"/>
                  </a:moveTo>
                  <a:cubicBezTo>
                    <a:pt x="299" y="0"/>
                    <a:pt x="0" y="299"/>
                    <a:pt x="0" y="777"/>
                  </a:cubicBezTo>
                  <a:cubicBezTo>
                    <a:pt x="0" y="1330"/>
                    <a:pt x="374" y="1867"/>
                    <a:pt x="762" y="1867"/>
                  </a:cubicBezTo>
                  <a:cubicBezTo>
                    <a:pt x="1150" y="1867"/>
                    <a:pt x="1539" y="1330"/>
                    <a:pt x="1539" y="777"/>
                  </a:cubicBezTo>
                  <a:cubicBezTo>
                    <a:pt x="1539" y="299"/>
                    <a:pt x="1240" y="0"/>
                    <a:pt x="7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79"/>
            <p:cNvSpPr/>
            <p:nvPr/>
          </p:nvSpPr>
          <p:spPr>
            <a:xfrm>
              <a:off x="4745159" y="688527"/>
              <a:ext cx="69123" cy="83845"/>
            </a:xfrm>
            <a:custGeom>
              <a:avLst/>
              <a:gdLst/>
              <a:ahLst/>
              <a:cxnLst/>
              <a:rect l="l" t="t" r="r" b="b"/>
              <a:pathLst>
                <a:path w="1540" h="1868" extrusionOk="0">
                  <a:moveTo>
                    <a:pt x="763" y="0"/>
                  </a:moveTo>
                  <a:cubicBezTo>
                    <a:pt x="300" y="0"/>
                    <a:pt x="1" y="299"/>
                    <a:pt x="1" y="777"/>
                  </a:cubicBezTo>
                  <a:cubicBezTo>
                    <a:pt x="1" y="1330"/>
                    <a:pt x="374" y="1867"/>
                    <a:pt x="763" y="1867"/>
                  </a:cubicBezTo>
                  <a:cubicBezTo>
                    <a:pt x="1166" y="1867"/>
                    <a:pt x="1539" y="1330"/>
                    <a:pt x="1539" y="777"/>
                  </a:cubicBezTo>
                  <a:cubicBezTo>
                    <a:pt x="1539" y="299"/>
                    <a:pt x="1241" y="0"/>
                    <a:pt x="7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79"/>
            <p:cNvSpPr/>
            <p:nvPr/>
          </p:nvSpPr>
          <p:spPr>
            <a:xfrm>
              <a:off x="4796102" y="781705"/>
              <a:ext cx="61088" cy="75811"/>
            </a:xfrm>
            <a:custGeom>
              <a:avLst/>
              <a:gdLst/>
              <a:ahLst/>
              <a:cxnLst/>
              <a:rect l="l" t="t" r="r" b="b"/>
              <a:pathLst>
                <a:path w="1361" h="1689" extrusionOk="0">
                  <a:moveTo>
                    <a:pt x="374" y="1"/>
                  </a:moveTo>
                  <a:cubicBezTo>
                    <a:pt x="330" y="210"/>
                    <a:pt x="195" y="389"/>
                    <a:pt x="1" y="493"/>
                  </a:cubicBezTo>
                  <a:cubicBezTo>
                    <a:pt x="91" y="628"/>
                    <a:pt x="135" y="777"/>
                    <a:pt x="165" y="942"/>
                  </a:cubicBezTo>
                  <a:cubicBezTo>
                    <a:pt x="180" y="1106"/>
                    <a:pt x="225" y="1360"/>
                    <a:pt x="255" y="1688"/>
                  </a:cubicBezTo>
                  <a:lnTo>
                    <a:pt x="1121" y="1688"/>
                  </a:lnTo>
                  <a:cubicBezTo>
                    <a:pt x="1181" y="1688"/>
                    <a:pt x="1256" y="1658"/>
                    <a:pt x="1300" y="1614"/>
                  </a:cubicBezTo>
                  <a:cubicBezTo>
                    <a:pt x="1345" y="1554"/>
                    <a:pt x="1360" y="1494"/>
                    <a:pt x="1360" y="1419"/>
                  </a:cubicBezTo>
                  <a:cubicBezTo>
                    <a:pt x="1315" y="1091"/>
                    <a:pt x="1285" y="837"/>
                    <a:pt x="1256" y="688"/>
                  </a:cubicBezTo>
                  <a:cubicBezTo>
                    <a:pt x="1211" y="404"/>
                    <a:pt x="972" y="150"/>
                    <a:pt x="673" y="75"/>
                  </a:cubicBezTo>
                  <a:lnTo>
                    <a:pt x="3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79"/>
            <p:cNvSpPr/>
            <p:nvPr/>
          </p:nvSpPr>
          <p:spPr>
            <a:xfrm>
              <a:off x="4510555" y="781705"/>
              <a:ext cx="61044" cy="75811"/>
            </a:xfrm>
            <a:custGeom>
              <a:avLst/>
              <a:gdLst/>
              <a:ahLst/>
              <a:cxnLst/>
              <a:rect l="l" t="t" r="r" b="b"/>
              <a:pathLst>
                <a:path w="1360" h="1689" extrusionOk="0">
                  <a:moveTo>
                    <a:pt x="986" y="1"/>
                  </a:moveTo>
                  <a:lnTo>
                    <a:pt x="702" y="75"/>
                  </a:lnTo>
                  <a:cubicBezTo>
                    <a:pt x="389" y="150"/>
                    <a:pt x="150" y="404"/>
                    <a:pt x="105" y="688"/>
                  </a:cubicBezTo>
                  <a:cubicBezTo>
                    <a:pt x="90" y="837"/>
                    <a:pt x="60" y="1091"/>
                    <a:pt x="15" y="1419"/>
                  </a:cubicBezTo>
                  <a:cubicBezTo>
                    <a:pt x="0" y="1494"/>
                    <a:pt x="30" y="1554"/>
                    <a:pt x="75" y="1614"/>
                  </a:cubicBezTo>
                  <a:cubicBezTo>
                    <a:pt x="120" y="1658"/>
                    <a:pt x="180" y="1688"/>
                    <a:pt x="254" y="1688"/>
                  </a:cubicBezTo>
                  <a:lnTo>
                    <a:pt x="1106" y="1688"/>
                  </a:lnTo>
                  <a:cubicBezTo>
                    <a:pt x="1150" y="1360"/>
                    <a:pt x="1180" y="1106"/>
                    <a:pt x="1210" y="942"/>
                  </a:cubicBezTo>
                  <a:cubicBezTo>
                    <a:pt x="1240" y="777"/>
                    <a:pt x="1285" y="628"/>
                    <a:pt x="1359" y="493"/>
                  </a:cubicBezTo>
                  <a:cubicBezTo>
                    <a:pt x="1180" y="389"/>
                    <a:pt x="1046" y="210"/>
                    <a:pt x="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79"/>
            <p:cNvSpPr/>
            <p:nvPr/>
          </p:nvSpPr>
          <p:spPr>
            <a:xfrm>
              <a:off x="4574917" y="780359"/>
              <a:ext cx="218590" cy="110686"/>
            </a:xfrm>
            <a:custGeom>
              <a:avLst/>
              <a:gdLst/>
              <a:ahLst/>
              <a:cxnLst/>
              <a:rect l="l" t="t" r="r" b="b"/>
              <a:pathLst>
                <a:path w="4870" h="2466" extrusionOk="0">
                  <a:moveTo>
                    <a:pt x="1464" y="1"/>
                  </a:moveTo>
                  <a:lnTo>
                    <a:pt x="1001" y="120"/>
                  </a:lnTo>
                  <a:cubicBezTo>
                    <a:pt x="553" y="240"/>
                    <a:pt x="194" y="598"/>
                    <a:pt x="135" y="1016"/>
                  </a:cubicBezTo>
                  <a:cubicBezTo>
                    <a:pt x="105" y="1225"/>
                    <a:pt x="60" y="1569"/>
                    <a:pt x="0" y="2017"/>
                  </a:cubicBezTo>
                  <a:cubicBezTo>
                    <a:pt x="0" y="2137"/>
                    <a:pt x="30" y="2241"/>
                    <a:pt x="105" y="2331"/>
                  </a:cubicBezTo>
                  <a:cubicBezTo>
                    <a:pt x="179" y="2420"/>
                    <a:pt x="284" y="2465"/>
                    <a:pt x="403" y="2465"/>
                  </a:cubicBezTo>
                  <a:lnTo>
                    <a:pt x="4466" y="2465"/>
                  </a:lnTo>
                  <a:cubicBezTo>
                    <a:pt x="4571" y="2465"/>
                    <a:pt x="4690" y="2420"/>
                    <a:pt x="4765" y="2331"/>
                  </a:cubicBezTo>
                  <a:cubicBezTo>
                    <a:pt x="4839" y="2241"/>
                    <a:pt x="4869" y="2137"/>
                    <a:pt x="4854" y="2017"/>
                  </a:cubicBezTo>
                  <a:cubicBezTo>
                    <a:pt x="4809" y="1569"/>
                    <a:pt x="4765" y="1225"/>
                    <a:pt x="4735" y="1016"/>
                  </a:cubicBezTo>
                  <a:cubicBezTo>
                    <a:pt x="4660" y="598"/>
                    <a:pt x="4317" y="240"/>
                    <a:pt x="3869" y="120"/>
                  </a:cubicBezTo>
                  <a:lnTo>
                    <a:pt x="3406" y="1"/>
                  </a:lnTo>
                  <a:cubicBezTo>
                    <a:pt x="3316" y="464"/>
                    <a:pt x="2913" y="822"/>
                    <a:pt x="2435" y="822"/>
                  </a:cubicBezTo>
                  <a:cubicBezTo>
                    <a:pt x="1942" y="822"/>
                    <a:pt x="1539" y="464"/>
                    <a:pt x="14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79"/>
            <p:cNvSpPr/>
            <p:nvPr/>
          </p:nvSpPr>
          <p:spPr>
            <a:xfrm>
              <a:off x="4633221" y="651678"/>
              <a:ext cx="101261" cy="120696"/>
            </a:xfrm>
            <a:custGeom>
              <a:avLst/>
              <a:gdLst/>
              <a:ahLst/>
              <a:cxnLst/>
              <a:rect l="l" t="t" r="r" b="b"/>
              <a:pathLst>
                <a:path w="2256" h="2689" extrusionOk="0">
                  <a:moveTo>
                    <a:pt x="1136" y="0"/>
                  </a:moveTo>
                  <a:cubicBezTo>
                    <a:pt x="449" y="0"/>
                    <a:pt x="1" y="448"/>
                    <a:pt x="1" y="1135"/>
                  </a:cubicBezTo>
                  <a:cubicBezTo>
                    <a:pt x="1" y="1852"/>
                    <a:pt x="493" y="2688"/>
                    <a:pt x="1136" y="2688"/>
                  </a:cubicBezTo>
                  <a:cubicBezTo>
                    <a:pt x="1763" y="2688"/>
                    <a:pt x="2256" y="1852"/>
                    <a:pt x="2256" y="1135"/>
                  </a:cubicBezTo>
                  <a:cubicBezTo>
                    <a:pt x="2256" y="448"/>
                    <a:pt x="1823" y="0"/>
                    <a:pt x="1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7" name="Google Shape;1187;p79"/>
          <p:cNvGrpSpPr/>
          <p:nvPr/>
        </p:nvGrpSpPr>
        <p:grpSpPr>
          <a:xfrm>
            <a:off x="3788745" y="2720997"/>
            <a:ext cx="345974" cy="345974"/>
            <a:chOff x="1937609" y="649425"/>
            <a:chExt cx="345974" cy="345974"/>
          </a:xfrm>
        </p:grpSpPr>
        <p:sp>
          <p:nvSpPr>
            <p:cNvPr id="1188" name="Google Shape;1188;p79"/>
            <p:cNvSpPr/>
            <p:nvPr/>
          </p:nvSpPr>
          <p:spPr>
            <a:xfrm>
              <a:off x="1983211" y="694981"/>
              <a:ext cx="254812" cy="254812"/>
            </a:xfrm>
            <a:custGeom>
              <a:avLst/>
              <a:gdLst/>
              <a:ahLst/>
              <a:cxnLst/>
              <a:rect l="l" t="t" r="r" b="b"/>
              <a:pathLst>
                <a:path w="5677" h="5677" extrusionOk="0">
                  <a:moveTo>
                    <a:pt x="2838" y="852"/>
                  </a:moveTo>
                  <a:cubicBezTo>
                    <a:pt x="2943" y="852"/>
                    <a:pt x="3032" y="927"/>
                    <a:pt x="3032" y="1031"/>
                  </a:cubicBezTo>
                  <a:lnTo>
                    <a:pt x="3032" y="2644"/>
                  </a:lnTo>
                  <a:lnTo>
                    <a:pt x="4093" y="2644"/>
                  </a:lnTo>
                  <a:cubicBezTo>
                    <a:pt x="4197" y="2644"/>
                    <a:pt x="4287" y="2734"/>
                    <a:pt x="4287" y="2839"/>
                  </a:cubicBezTo>
                  <a:cubicBezTo>
                    <a:pt x="4287" y="2943"/>
                    <a:pt x="4197" y="3018"/>
                    <a:pt x="4093" y="3018"/>
                  </a:cubicBezTo>
                  <a:lnTo>
                    <a:pt x="2838" y="3018"/>
                  </a:lnTo>
                  <a:cubicBezTo>
                    <a:pt x="2734" y="3018"/>
                    <a:pt x="2659" y="2943"/>
                    <a:pt x="2659" y="2839"/>
                  </a:cubicBezTo>
                  <a:lnTo>
                    <a:pt x="2659" y="1031"/>
                  </a:lnTo>
                  <a:cubicBezTo>
                    <a:pt x="2659" y="927"/>
                    <a:pt x="2734" y="852"/>
                    <a:pt x="2838" y="852"/>
                  </a:cubicBezTo>
                  <a:close/>
                  <a:moveTo>
                    <a:pt x="2659" y="1"/>
                  </a:moveTo>
                  <a:cubicBezTo>
                    <a:pt x="2017" y="46"/>
                    <a:pt x="1434" y="300"/>
                    <a:pt x="971" y="703"/>
                  </a:cubicBezTo>
                  <a:lnTo>
                    <a:pt x="1121" y="837"/>
                  </a:lnTo>
                  <a:cubicBezTo>
                    <a:pt x="1195" y="912"/>
                    <a:pt x="1195" y="1031"/>
                    <a:pt x="1121" y="1106"/>
                  </a:cubicBezTo>
                  <a:cubicBezTo>
                    <a:pt x="1076" y="1151"/>
                    <a:pt x="1031" y="1166"/>
                    <a:pt x="986" y="1166"/>
                  </a:cubicBezTo>
                  <a:cubicBezTo>
                    <a:pt x="941" y="1166"/>
                    <a:pt x="897" y="1151"/>
                    <a:pt x="852" y="1106"/>
                  </a:cubicBezTo>
                  <a:lnTo>
                    <a:pt x="702" y="957"/>
                  </a:lnTo>
                  <a:cubicBezTo>
                    <a:pt x="299" y="1420"/>
                    <a:pt x="45" y="2002"/>
                    <a:pt x="0" y="2644"/>
                  </a:cubicBezTo>
                  <a:lnTo>
                    <a:pt x="224" y="2644"/>
                  </a:lnTo>
                  <a:cubicBezTo>
                    <a:pt x="329" y="2644"/>
                    <a:pt x="419" y="2734"/>
                    <a:pt x="419" y="2839"/>
                  </a:cubicBezTo>
                  <a:cubicBezTo>
                    <a:pt x="419" y="2943"/>
                    <a:pt x="329" y="3018"/>
                    <a:pt x="224" y="3018"/>
                  </a:cubicBezTo>
                  <a:lnTo>
                    <a:pt x="0" y="3018"/>
                  </a:lnTo>
                  <a:cubicBezTo>
                    <a:pt x="45" y="3660"/>
                    <a:pt x="299" y="4243"/>
                    <a:pt x="702" y="4706"/>
                  </a:cubicBezTo>
                  <a:lnTo>
                    <a:pt x="852" y="4541"/>
                  </a:lnTo>
                  <a:cubicBezTo>
                    <a:pt x="889" y="4504"/>
                    <a:pt x="938" y="4485"/>
                    <a:pt x="986" y="4485"/>
                  </a:cubicBezTo>
                  <a:cubicBezTo>
                    <a:pt x="1035" y="4485"/>
                    <a:pt x="1083" y="4504"/>
                    <a:pt x="1121" y="4541"/>
                  </a:cubicBezTo>
                  <a:cubicBezTo>
                    <a:pt x="1195" y="4616"/>
                    <a:pt x="1195" y="4735"/>
                    <a:pt x="1121" y="4810"/>
                  </a:cubicBezTo>
                  <a:lnTo>
                    <a:pt x="956" y="4960"/>
                  </a:lnTo>
                  <a:cubicBezTo>
                    <a:pt x="1419" y="5378"/>
                    <a:pt x="2002" y="5632"/>
                    <a:pt x="2659" y="5676"/>
                  </a:cubicBezTo>
                  <a:lnTo>
                    <a:pt x="2659" y="5452"/>
                  </a:lnTo>
                  <a:cubicBezTo>
                    <a:pt x="2659" y="5348"/>
                    <a:pt x="2734" y="5273"/>
                    <a:pt x="2838" y="5273"/>
                  </a:cubicBezTo>
                  <a:cubicBezTo>
                    <a:pt x="2943" y="5273"/>
                    <a:pt x="3032" y="5348"/>
                    <a:pt x="3032" y="5452"/>
                  </a:cubicBezTo>
                  <a:lnTo>
                    <a:pt x="3032" y="5676"/>
                  </a:lnTo>
                  <a:cubicBezTo>
                    <a:pt x="3675" y="5632"/>
                    <a:pt x="4257" y="5378"/>
                    <a:pt x="4720" y="4974"/>
                  </a:cubicBezTo>
                  <a:lnTo>
                    <a:pt x="4571" y="4825"/>
                  </a:lnTo>
                  <a:cubicBezTo>
                    <a:pt x="4496" y="4750"/>
                    <a:pt x="4496" y="4631"/>
                    <a:pt x="4571" y="4556"/>
                  </a:cubicBezTo>
                  <a:cubicBezTo>
                    <a:pt x="4608" y="4519"/>
                    <a:pt x="4657" y="4500"/>
                    <a:pt x="4705" y="4500"/>
                  </a:cubicBezTo>
                  <a:cubicBezTo>
                    <a:pt x="4754" y="4500"/>
                    <a:pt x="4802" y="4519"/>
                    <a:pt x="4840" y="4556"/>
                  </a:cubicBezTo>
                  <a:lnTo>
                    <a:pt x="4989" y="4706"/>
                  </a:lnTo>
                  <a:cubicBezTo>
                    <a:pt x="5377" y="4258"/>
                    <a:pt x="5631" y="3660"/>
                    <a:pt x="5676" y="3018"/>
                  </a:cubicBezTo>
                  <a:lnTo>
                    <a:pt x="5482" y="3018"/>
                  </a:lnTo>
                  <a:cubicBezTo>
                    <a:pt x="5377" y="3018"/>
                    <a:pt x="5288" y="2943"/>
                    <a:pt x="5288" y="2839"/>
                  </a:cubicBezTo>
                  <a:cubicBezTo>
                    <a:pt x="5288" y="2734"/>
                    <a:pt x="5377" y="2644"/>
                    <a:pt x="5482" y="2644"/>
                  </a:cubicBezTo>
                  <a:lnTo>
                    <a:pt x="5676" y="2644"/>
                  </a:lnTo>
                  <a:cubicBezTo>
                    <a:pt x="5631" y="2002"/>
                    <a:pt x="5377" y="1420"/>
                    <a:pt x="4974" y="957"/>
                  </a:cubicBezTo>
                  <a:lnTo>
                    <a:pt x="4840" y="1091"/>
                  </a:lnTo>
                  <a:cubicBezTo>
                    <a:pt x="4795" y="1121"/>
                    <a:pt x="4750" y="1151"/>
                    <a:pt x="4705" y="1151"/>
                  </a:cubicBezTo>
                  <a:cubicBezTo>
                    <a:pt x="4660" y="1151"/>
                    <a:pt x="4616" y="1121"/>
                    <a:pt x="4571" y="1091"/>
                  </a:cubicBezTo>
                  <a:cubicBezTo>
                    <a:pt x="4496" y="1016"/>
                    <a:pt x="4496" y="897"/>
                    <a:pt x="4571" y="822"/>
                  </a:cubicBezTo>
                  <a:lnTo>
                    <a:pt x="4705" y="688"/>
                  </a:lnTo>
                  <a:cubicBezTo>
                    <a:pt x="4257" y="300"/>
                    <a:pt x="3675" y="46"/>
                    <a:pt x="3032" y="1"/>
                  </a:cubicBezTo>
                  <a:lnTo>
                    <a:pt x="3032" y="195"/>
                  </a:lnTo>
                  <a:cubicBezTo>
                    <a:pt x="3032" y="300"/>
                    <a:pt x="2943" y="389"/>
                    <a:pt x="2838" y="389"/>
                  </a:cubicBezTo>
                  <a:cubicBezTo>
                    <a:pt x="2734" y="389"/>
                    <a:pt x="2659" y="300"/>
                    <a:pt x="2659" y="195"/>
                  </a:cubicBezTo>
                  <a:lnTo>
                    <a:pt x="26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79"/>
            <p:cNvSpPr/>
            <p:nvPr/>
          </p:nvSpPr>
          <p:spPr>
            <a:xfrm>
              <a:off x="1937609" y="649425"/>
              <a:ext cx="345974" cy="345974"/>
            </a:xfrm>
            <a:custGeom>
              <a:avLst/>
              <a:gdLst/>
              <a:ahLst/>
              <a:cxnLst/>
              <a:rect l="l" t="t" r="r" b="b"/>
              <a:pathLst>
                <a:path w="7708" h="7708" extrusionOk="0">
                  <a:moveTo>
                    <a:pt x="3854" y="642"/>
                  </a:moveTo>
                  <a:cubicBezTo>
                    <a:pt x="5632" y="642"/>
                    <a:pt x="7080" y="2076"/>
                    <a:pt x="7080" y="3854"/>
                  </a:cubicBezTo>
                  <a:cubicBezTo>
                    <a:pt x="7080" y="5631"/>
                    <a:pt x="5632" y="7065"/>
                    <a:pt x="3854" y="7065"/>
                  </a:cubicBezTo>
                  <a:cubicBezTo>
                    <a:pt x="2092" y="7065"/>
                    <a:pt x="643" y="5631"/>
                    <a:pt x="643" y="3854"/>
                  </a:cubicBezTo>
                  <a:cubicBezTo>
                    <a:pt x="643" y="2076"/>
                    <a:pt x="2092" y="642"/>
                    <a:pt x="3854" y="642"/>
                  </a:cubicBezTo>
                  <a:close/>
                  <a:moveTo>
                    <a:pt x="3854" y="0"/>
                  </a:moveTo>
                  <a:cubicBezTo>
                    <a:pt x="1733" y="0"/>
                    <a:pt x="1" y="1733"/>
                    <a:pt x="1" y="3854"/>
                  </a:cubicBezTo>
                  <a:cubicBezTo>
                    <a:pt x="1" y="5975"/>
                    <a:pt x="1733" y="7707"/>
                    <a:pt x="3854" y="7707"/>
                  </a:cubicBezTo>
                  <a:cubicBezTo>
                    <a:pt x="5990" y="7707"/>
                    <a:pt x="7708" y="5975"/>
                    <a:pt x="7708" y="3854"/>
                  </a:cubicBezTo>
                  <a:cubicBezTo>
                    <a:pt x="7708" y="1733"/>
                    <a:pt x="5990" y="0"/>
                    <a:pt x="38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0" name="Google Shape;1190;p79"/>
          <p:cNvGrpSpPr/>
          <p:nvPr/>
        </p:nvGrpSpPr>
        <p:grpSpPr>
          <a:xfrm>
            <a:off x="4377043" y="2743124"/>
            <a:ext cx="347320" cy="301715"/>
            <a:chOff x="212748" y="1193096"/>
            <a:chExt cx="347320" cy="301715"/>
          </a:xfrm>
        </p:grpSpPr>
        <p:sp>
          <p:nvSpPr>
            <p:cNvPr id="1191" name="Google Shape;1191;p79"/>
            <p:cNvSpPr/>
            <p:nvPr/>
          </p:nvSpPr>
          <p:spPr>
            <a:xfrm>
              <a:off x="212748" y="1193096"/>
              <a:ext cx="347320" cy="166972"/>
            </a:xfrm>
            <a:custGeom>
              <a:avLst/>
              <a:gdLst/>
              <a:ahLst/>
              <a:cxnLst/>
              <a:rect l="l" t="t" r="r" b="b"/>
              <a:pathLst>
                <a:path w="7738" h="3720" extrusionOk="0">
                  <a:moveTo>
                    <a:pt x="3869" y="0"/>
                  </a:moveTo>
                  <a:cubicBezTo>
                    <a:pt x="1973" y="0"/>
                    <a:pt x="345" y="1359"/>
                    <a:pt x="16" y="3211"/>
                  </a:cubicBezTo>
                  <a:cubicBezTo>
                    <a:pt x="1" y="3346"/>
                    <a:pt x="31" y="3465"/>
                    <a:pt x="106" y="3570"/>
                  </a:cubicBezTo>
                  <a:cubicBezTo>
                    <a:pt x="195" y="3659"/>
                    <a:pt x="315" y="3719"/>
                    <a:pt x="434" y="3719"/>
                  </a:cubicBezTo>
                  <a:lnTo>
                    <a:pt x="673" y="3719"/>
                  </a:lnTo>
                  <a:cubicBezTo>
                    <a:pt x="763" y="2061"/>
                    <a:pt x="2137" y="717"/>
                    <a:pt x="3825" y="687"/>
                  </a:cubicBezTo>
                  <a:cubicBezTo>
                    <a:pt x="3844" y="687"/>
                    <a:pt x="3864" y="687"/>
                    <a:pt x="3884" y="687"/>
                  </a:cubicBezTo>
                  <a:cubicBezTo>
                    <a:pt x="4654" y="687"/>
                    <a:pt x="5393" y="969"/>
                    <a:pt x="5975" y="1479"/>
                  </a:cubicBezTo>
                  <a:lnTo>
                    <a:pt x="6184" y="1329"/>
                  </a:lnTo>
                  <a:cubicBezTo>
                    <a:pt x="6220" y="1301"/>
                    <a:pt x="6262" y="1286"/>
                    <a:pt x="6304" y="1286"/>
                  </a:cubicBezTo>
                  <a:cubicBezTo>
                    <a:pt x="6351" y="1286"/>
                    <a:pt x="6399" y="1305"/>
                    <a:pt x="6438" y="1344"/>
                  </a:cubicBezTo>
                  <a:cubicBezTo>
                    <a:pt x="6498" y="1404"/>
                    <a:pt x="6513" y="1509"/>
                    <a:pt x="6453" y="1583"/>
                  </a:cubicBezTo>
                  <a:lnTo>
                    <a:pt x="6289" y="1807"/>
                  </a:lnTo>
                  <a:cubicBezTo>
                    <a:pt x="6752" y="2345"/>
                    <a:pt x="7021" y="3002"/>
                    <a:pt x="7051" y="3719"/>
                  </a:cubicBezTo>
                  <a:lnTo>
                    <a:pt x="7290" y="3719"/>
                  </a:lnTo>
                  <a:cubicBezTo>
                    <a:pt x="7424" y="3719"/>
                    <a:pt x="7544" y="3659"/>
                    <a:pt x="7618" y="3570"/>
                  </a:cubicBezTo>
                  <a:cubicBezTo>
                    <a:pt x="7693" y="3465"/>
                    <a:pt x="7738" y="3346"/>
                    <a:pt x="7708" y="3211"/>
                  </a:cubicBezTo>
                  <a:cubicBezTo>
                    <a:pt x="7379" y="1359"/>
                    <a:pt x="5766" y="0"/>
                    <a:pt x="3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79"/>
            <p:cNvSpPr/>
            <p:nvPr/>
          </p:nvSpPr>
          <p:spPr>
            <a:xfrm>
              <a:off x="259696" y="1241346"/>
              <a:ext cx="252792" cy="219263"/>
            </a:xfrm>
            <a:custGeom>
              <a:avLst/>
              <a:gdLst/>
              <a:ahLst/>
              <a:cxnLst/>
              <a:rect l="l" t="t" r="r" b="b"/>
              <a:pathLst>
                <a:path w="5632" h="4885" extrusionOk="0">
                  <a:moveTo>
                    <a:pt x="2793" y="1"/>
                  </a:moveTo>
                  <a:cubicBezTo>
                    <a:pt x="1270" y="15"/>
                    <a:pt x="0" y="1270"/>
                    <a:pt x="0" y="2808"/>
                  </a:cubicBezTo>
                  <a:cubicBezTo>
                    <a:pt x="0" y="3122"/>
                    <a:pt x="60" y="3436"/>
                    <a:pt x="165" y="3734"/>
                  </a:cubicBezTo>
                  <a:cubicBezTo>
                    <a:pt x="165" y="3749"/>
                    <a:pt x="165" y="3749"/>
                    <a:pt x="165" y="3764"/>
                  </a:cubicBezTo>
                  <a:cubicBezTo>
                    <a:pt x="299" y="4123"/>
                    <a:pt x="508" y="4466"/>
                    <a:pt x="792" y="4750"/>
                  </a:cubicBezTo>
                  <a:cubicBezTo>
                    <a:pt x="867" y="4840"/>
                    <a:pt x="971" y="4885"/>
                    <a:pt x="1091" y="4885"/>
                  </a:cubicBezTo>
                  <a:lnTo>
                    <a:pt x="4556" y="4885"/>
                  </a:lnTo>
                  <a:cubicBezTo>
                    <a:pt x="4660" y="4885"/>
                    <a:pt x="4780" y="4840"/>
                    <a:pt x="4855" y="4750"/>
                  </a:cubicBezTo>
                  <a:cubicBezTo>
                    <a:pt x="5362" y="4227"/>
                    <a:pt x="5631" y="3540"/>
                    <a:pt x="5631" y="2823"/>
                  </a:cubicBezTo>
                  <a:lnTo>
                    <a:pt x="5631" y="2808"/>
                  </a:lnTo>
                  <a:cubicBezTo>
                    <a:pt x="5631" y="2151"/>
                    <a:pt x="5422" y="1539"/>
                    <a:pt x="5019" y="1046"/>
                  </a:cubicBezTo>
                  <a:lnTo>
                    <a:pt x="5004" y="1061"/>
                  </a:lnTo>
                  <a:lnTo>
                    <a:pt x="3884" y="2570"/>
                  </a:lnTo>
                  <a:cubicBezTo>
                    <a:pt x="3973" y="2928"/>
                    <a:pt x="3884" y="3331"/>
                    <a:pt x="3600" y="3615"/>
                  </a:cubicBezTo>
                  <a:cubicBezTo>
                    <a:pt x="3391" y="3824"/>
                    <a:pt x="3107" y="3929"/>
                    <a:pt x="2823" y="3929"/>
                  </a:cubicBezTo>
                  <a:cubicBezTo>
                    <a:pt x="2540" y="3929"/>
                    <a:pt x="2256" y="3824"/>
                    <a:pt x="2047" y="3615"/>
                  </a:cubicBezTo>
                  <a:cubicBezTo>
                    <a:pt x="1614" y="3182"/>
                    <a:pt x="1614" y="2480"/>
                    <a:pt x="2047" y="2047"/>
                  </a:cubicBezTo>
                  <a:cubicBezTo>
                    <a:pt x="2252" y="1841"/>
                    <a:pt x="2537" y="1732"/>
                    <a:pt x="2819" y="1732"/>
                  </a:cubicBezTo>
                  <a:cubicBezTo>
                    <a:pt x="2906" y="1732"/>
                    <a:pt x="2993" y="1742"/>
                    <a:pt x="3077" y="1763"/>
                  </a:cubicBezTo>
                  <a:lnTo>
                    <a:pt x="4601" y="643"/>
                  </a:lnTo>
                  <a:lnTo>
                    <a:pt x="4616" y="643"/>
                  </a:lnTo>
                  <a:cubicBezTo>
                    <a:pt x="4108" y="225"/>
                    <a:pt x="3466" y="1"/>
                    <a:pt x="27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79"/>
            <p:cNvSpPr/>
            <p:nvPr/>
          </p:nvSpPr>
          <p:spPr>
            <a:xfrm>
              <a:off x="350854" y="1335870"/>
              <a:ext cx="71098" cy="64724"/>
            </a:xfrm>
            <a:custGeom>
              <a:avLst/>
              <a:gdLst/>
              <a:ahLst/>
              <a:cxnLst/>
              <a:rect l="l" t="t" r="r" b="b"/>
              <a:pathLst>
                <a:path w="1584" h="1442" extrusionOk="0">
                  <a:moveTo>
                    <a:pt x="792" y="0"/>
                  </a:moveTo>
                  <a:cubicBezTo>
                    <a:pt x="598" y="0"/>
                    <a:pt x="419" y="75"/>
                    <a:pt x="285" y="210"/>
                  </a:cubicBezTo>
                  <a:cubicBezTo>
                    <a:pt x="1" y="493"/>
                    <a:pt x="1" y="956"/>
                    <a:pt x="285" y="1240"/>
                  </a:cubicBezTo>
                  <a:cubicBezTo>
                    <a:pt x="419" y="1375"/>
                    <a:pt x="602" y="1442"/>
                    <a:pt x="787" y="1442"/>
                  </a:cubicBezTo>
                  <a:cubicBezTo>
                    <a:pt x="972" y="1442"/>
                    <a:pt x="1158" y="1375"/>
                    <a:pt x="1300" y="1240"/>
                  </a:cubicBezTo>
                  <a:cubicBezTo>
                    <a:pt x="1584" y="956"/>
                    <a:pt x="1584" y="493"/>
                    <a:pt x="1300" y="210"/>
                  </a:cubicBezTo>
                  <a:cubicBezTo>
                    <a:pt x="1151" y="75"/>
                    <a:pt x="972" y="0"/>
                    <a:pt x="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79"/>
            <p:cNvSpPr/>
            <p:nvPr/>
          </p:nvSpPr>
          <p:spPr>
            <a:xfrm>
              <a:off x="350854" y="1335870"/>
              <a:ext cx="71098" cy="64724"/>
            </a:xfrm>
            <a:custGeom>
              <a:avLst/>
              <a:gdLst/>
              <a:ahLst/>
              <a:cxnLst/>
              <a:rect l="l" t="t" r="r" b="b"/>
              <a:pathLst>
                <a:path w="1584" h="1442" extrusionOk="0">
                  <a:moveTo>
                    <a:pt x="792" y="0"/>
                  </a:moveTo>
                  <a:cubicBezTo>
                    <a:pt x="598" y="0"/>
                    <a:pt x="419" y="75"/>
                    <a:pt x="285" y="210"/>
                  </a:cubicBezTo>
                  <a:cubicBezTo>
                    <a:pt x="1" y="493"/>
                    <a:pt x="1" y="956"/>
                    <a:pt x="285" y="1240"/>
                  </a:cubicBezTo>
                  <a:cubicBezTo>
                    <a:pt x="419" y="1375"/>
                    <a:pt x="602" y="1442"/>
                    <a:pt x="787" y="1442"/>
                  </a:cubicBezTo>
                  <a:cubicBezTo>
                    <a:pt x="972" y="1442"/>
                    <a:pt x="1158" y="1375"/>
                    <a:pt x="1300" y="1240"/>
                  </a:cubicBezTo>
                  <a:cubicBezTo>
                    <a:pt x="1584" y="956"/>
                    <a:pt x="1584" y="493"/>
                    <a:pt x="1300" y="210"/>
                  </a:cubicBezTo>
                  <a:cubicBezTo>
                    <a:pt x="1151" y="75"/>
                    <a:pt x="972" y="0"/>
                    <a:pt x="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79"/>
            <p:cNvSpPr/>
            <p:nvPr/>
          </p:nvSpPr>
          <p:spPr>
            <a:xfrm>
              <a:off x="260369" y="1242019"/>
              <a:ext cx="252119" cy="252792"/>
            </a:xfrm>
            <a:custGeom>
              <a:avLst/>
              <a:gdLst/>
              <a:ahLst/>
              <a:cxnLst/>
              <a:rect l="l" t="t" r="r" b="b"/>
              <a:pathLst>
                <a:path w="5617" h="5632" extrusionOk="0">
                  <a:moveTo>
                    <a:pt x="2808" y="0"/>
                  </a:moveTo>
                  <a:cubicBezTo>
                    <a:pt x="1255" y="0"/>
                    <a:pt x="0" y="1270"/>
                    <a:pt x="0" y="2823"/>
                  </a:cubicBezTo>
                  <a:cubicBezTo>
                    <a:pt x="0" y="3137"/>
                    <a:pt x="45" y="3436"/>
                    <a:pt x="150" y="3719"/>
                  </a:cubicBezTo>
                  <a:cubicBezTo>
                    <a:pt x="150" y="3734"/>
                    <a:pt x="150" y="3734"/>
                    <a:pt x="150" y="3749"/>
                  </a:cubicBezTo>
                  <a:cubicBezTo>
                    <a:pt x="538" y="4840"/>
                    <a:pt x="1584" y="5631"/>
                    <a:pt x="2808" y="5631"/>
                  </a:cubicBezTo>
                  <a:cubicBezTo>
                    <a:pt x="4362" y="5631"/>
                    <a:pt x="5616" y="4362"/>
                    <a:pt x="5616" y="2823"/>
                  </a:cubicBezTo>
                  <a:lnTo>
                    <a:pt x="5616" y="2808"/>
                  </a:lnTo>
                  <a:cubicBezTo>
                    <a:pt x="5616" y="2136"/>
                    <a:pt x="5377" y="1524"/>
                    <a:pt x="4989" y="1046"/>
                  </a:cubicBezTo>
                  <a:lnTo>
                    <a:pt x="3869" y="2555"/>
                  </a:lnTo>
                  <a:cubicBezTo>
                    <a:pt x="3958" y="2913"/>
                    <a:pt x="3869" y="3316"/>
                    <a:pt x="3585" y="3600"/>
                  </a:cubicBezTo>
                  <a:cubicBezTo>
                    <a:pt x="3376" y="3809"/>
                    <a:pt x="3092" y="3914"/>
                    <a:pt x="2808" y="3914"/>
                  </a:cubicBezTo>
                  <a:cubicBezTo>
                    <a:pt x="2525" y="3914"/>
                    <a:pt x="2241" y="3809"/>
                    <a:pt x="2032" y="3600"/>
                  </a:cubicBezTo>
                  <a:cubicBezTo>
                    <a:pt x="1599" y="3167"/>
                    <a:pt x="1599" y="2465"/>
                    <a:pt x="2032" y="2032"/>
                  </a:cubicBezTo>
                  <a:cubicBezTo>
                    <a:pt x="2237" y="1826"/>
                    <a:pt x="2522" y="1717"/>
                    <a:pt x="2804" y="1717"/>
                  </a:cubicBezTo>
                  <a:cubicBezTo>
                    <a:pt x="2891" y="1717"/>
                    <a:pt x="2978" y="1727"/>
                    <a:pt x="3062" y="1748"/>
                  </a:cubicBezTo>
                  <a:lnTo>
                    <a:pt x="4586" y="628"/>
                  </a:lnTo>
                  <a:cubicBezTo>
                    <a:pt x="4093" y="239"/>
                    <a:pt x="3480" y="0"/>
                    <a:pt x="2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6" name="Google Shape;1196;p79"/>
          <p:cNvSpPr/>
          <p:nvPr/>
        </p:nvSpPr>
        <p:spPr>
          <a:xfrm>
            <a:off x="3288395" y="2718779"/>
            <a:ext cx="235293" cy="350409"/>
          </a:xfrm>
          <a:custGeom>
            <a:avLst/>
            <a:gdLst/>
            <a:ahLst/>
            <a:cxnLst/>
            <a:rect l="l" t="t" r="r" b="b"/>
            <a:pathLst>
              <a:path w="4975" h="7409" extrusionOk="0">
                <a:moveTo>
                  <a:pt x="4034" y="1539"/>
                </a:moveTo>
                <a:lnTo>
                  <a:pt x="4034" y="1539"/>
                </a:lnTo>
                <a:cubicBezTo>
                  <a:pt x="3601" y="2136"/>
                  <a:pt x="2794" y="2599"/>
                  <a:pt x="1808" y="2823"/>
                </a:cubicBezTo>
                <a:cubicBezTo>
                  <a:pt x="2167" y="3211"/>
                  <a:pt x="2480" y="3450"/>
                  <a:pt x="2480" y="3450"/>
                </a:cubicBezTo>
                <a:cubicBezTo>
                  <a:pt x="2480" y="3450"/>
                  <a:pt x="3571" y="2599"/>
                  <a:pt x="4034" y="1539"/>
                </a:cubicBezTo>
                <a:close/>
                <a:moveTo>
                  <a:pt x="539" y="837"/>
                </a:moveTo>
                <a:lnTo>
                  <a:pt x="539" y="837"/>
                </a:lnTo>
                <a:cubicBezTo>
                  <a:pt x="1002" y="956"/>
                  <a:pt x="1704" y="1031"/>
                  <a:pt x="2480" y="1031"/>
                </a:cubicBezTo>
                <a:cubicBezTo>
                  <a:pt x="3272" y="1031"/>
                  <a:pt x="3974" y="956"/>
                  <a:pt x="4437" y="837"/>
                </a:cubicBezTo>
                <a:lnTo>
                  <a:pt x="4437" y="837"/>
                </a:lnTo>
                <a:cubicBezTo>
                  <a:pt x="4347" y="2121"/>
                  <a:pt x="3765" y="3197"/>
                  <a:pt x="2958" y="3510"/>
                </a:cubicBezTo>
                <a:cubicBezTo>
                  <a:pt x="2884" y="3540"/>
                  <a:pt x="2839" y="3615"/>
                  <a:pt x="2839" y="3704"/>
                </a:cubicBezTo>
                <a:cubicBezTo>
                  <a:pt x="2839" y="3794"/>
                  <a:pt x="2884" y="3869"/>
                  <a:pt x="2958" y="3884"/>
                </a:cubicBezTo>
                <a:cubicBezTo>
                  <a:pt x="3765" y="4212"/>
                  <a:pt x="4347" y="5288"/>
                  <a:pt x="4437" y="6572"/>
                </a:cubicBezTo>
                <a:cubicBezTo>
                  <a:pt x="4362" y="6542"/>
                  <a:pt x="4288" y="6527"/>
                  <a:pt x="4198" y="6512"/>
                </a:cubicBezTo>
                <a:cubicBezTo>
                  <a:pt x="3929" y="5452"/>
                  <a:pt x="2480" y="4511"/>
                  <a:pt x="2480" y="4511"/>
                </a:cubicBezTo>
                <a:cubicBezTo>
                  <a:pt x="2480" y="4511"/>
                  <a:pt x="1046" y="5452"/>
                  <a:pt x="778" y="6512"/>
                </a:cubicBezTo>
                <a:cubicBezTo>
                  <a:pt x="688" y="6527"/>
                  <a:pt x="613" y="6542"/>
                  <a:pt x="539" y="6572"/>
                </a:cubicBezTo>
                <a:cubicBezTo>
                  <a:pt x="628" y="5288"/>
                  <a:pt x="1211" y="4212"/>
                  <a:pt x="2017" y="3884"/>
                </a:cubicBezTo>
                <a:cubicBezTo>
                  <a:pt x="2092" y="3869"/>
                  <a:pt x="2137" y="3794"/>
                  <a:pt x="2137" y="3704"/>
                </a:cubicBezTo>
                <a:cubicBezTo>
                  <a:pt x="2137" y="3615"/>
                  <a:pt x="2092" y="3540"/>
                  <a:pt x="2017" y="3510"/>
                </a:cubicBezTo>
                <a:cubicBezTo>
                  <a:pt x="1211" y="3197"/>
                  <a:pt x="628" y="2121"/>
                  <a:pt x="539" y="837"/>
                </a:cubicBezTo>
                <a:close/>
                <a:moveTo>
                  <a:pt x="2480" y="0"/>
                </a:moveTo>
                <a:cubicBezTo>
                  <a:pt x="1106" y="0"/>
                  <a:pt x="1" y="224"/>
                  <a:pt x="1" y="523"/>
                </a:cubicBezTo>
                <a:cubicBezTo>
                  <a:pt x="1" y="583"/>
                  <a:pt x="61" y="657"/>
                  <a:pt x="195" y="717"/>
                </a:cubicBezTo>
                <a:cubicBezTo>
                  <a:pt x="255" y="2032"/>
                  <a:pt x="778" y="3182"/>
                  <a:pt x="1554" y="3704"/>
                </a:cubicBezTo>
                <a:cubicBezTo>
                  <a:pt x="778" y="4227"/>
                  <a:pt x="255" y="5377"/>
                  <a:pt x="195" y="6692"/>
                </a:cubicBezTo>
                <a:cubicBezTo>
                  <a:pt x="61" y="6751"/>
                  <a:pt x="1" y="6811"/>
                  <a:pt x="1" y="6886"/>
                </a:cubicBezTo>
                <a:cubicBezTo>
                  <a:pt x="1" y="7169"/>
                  <a:pt x="1106" y="7408"/>
                  <a:pt x="2480" y="7408"/>
                </a:cubicBezTo>
                <a:cubicBezTo>
                  <a:pt x="3854" y="7408"/>
                  <a:pt x="4975" y="7169"/>
                  <a:pt x="4975" y="6886"/>
                </a:cubicBezTo>
                <a:cubicBezTo>
                  <a:pt x="4975" y="6811"/>
                  <a:pt x="4900" y="6751"/>
                  <a:pt x="4780" y="6692"/>
                </a:cubicBezTo>
                <a:cubicBezTo>
                  <a:pt x="4721" y="5377"/>
                  <a:pt x="4198" y="4227"/>
                  <a:pt x="3421" y="3704"/>
                </a:cubicBezTo>
                <a:cubicBezTo>
                  <a:pt x="4198" y="3182"/>
                  <a:pt x="4721" y="2032"/>
                  <a:pt x="4780" y="717"/>
                </a:cubicBezTo>
                <a:cubicBezTo>
                  <a:pt x="4900" y="657"/>
                  <a:pt x="4975" y="583"/>
                  <a:pt x="4975" y="523"/>
                </a:cubicBezTo>
                <a:cubicBezTo>
                  <a:pt x="4975" y="224"/>
                  <a:pt x="3854" y="0"/>
                  <a:pt x="248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79"/>
          <p:cNvSpPr/>
          <p:nvPr/>
        </p:nvSpPr>
        <p:spPr>
          <a:xfrm>
            <a:off x="3809133" y="3293677"/>
            <a:ext cx="305195" cy="282125"/>
          </a:xfrm>
          <a:custGeom>
            <a:avLst/>
            <a:gdLst/>
            <a:ahLst/>
            <a:cxnLst/>
            <a:rect l="l" t="t" r="r" b="b"/>
            <a:pathLst>
              <a:path w="6453" h="5543" extrusionOk="0">
                <a:moveTo>
                  <a:pt x="1852" y="1913"/>
                </a:moveTo>
                <a:lnTo>
                  <a:pt x="1180" y="2555"/>
                </a:lnTo>
                <a:lnTo>
                  <a:pt x="1404" y="2794"/>
                </a:lnTo>
                <a:lnTo>
                  <a:pt x="1957" y="2256"/>
                </a:lnTo>
                <a:lnTo>
                  <a:pt x="1957" y="4034"/>
                </a:lnTo>
                <a:lnTo>
                  <a:pt x="2345" y="4034"/>
                </a:lnTo>
                <a:lnTo>
                  <a:pt x="2345" y="1913"/>
                </a:lnTo>
                <a:close/>
                <a:moveTo>
                  <a:pt x="2793" y="1913"/>
                </a:moveTo>
                <a:lnTo>
                  <a:pt x="2793" y="3048"/>
                </a:lnTo>
                <a:lnTo>
                  <a:pt x="3152" y="3048"/>
                </a:lnTo>
                <a:cubicBezTo>
                  <a:pt x="3167" y="3003"/>
                  <a:pt x="3182" y="2973"/>
                  <a:pt x="3211" y="2958"/>
                </a:cubicBezTo>
                <a:cubicBezTo>
                  <a:pt x="3241" y="2928"/>
                  <a:pt x="3271" y="2928"/>
                  <a:pt x="3301" y="2913"/>
                </a:cubicBezTo>
                <a:cubicBezTo>
                  <a:pt x="3346" y="2913"/>
                  <a:pt x="3376" y="2899"/>
                  <a:pt x="3421" y="2899"/>
                </a:cubicBezTo>
                <a:lnTo>
                  <a:pt x="3540" y="2899"/>
                </a:lnTo>
                <a:cubicBezTo>
                  <a:pt x="3659" y="2899"/>
                  <a:pt x="3734" y="2913"/>
                  <a:pt x="3794" y="2928"/>
                </a:cubicBezTo>
                <a:cubicBezTo>
                  <a:pt x="3854" y="2943"/>
                  <a:pt x="3884" y="2958"/>
                  <a:pt x="3913" y="3003"/>
                </a:cubicBezTo>
                <a:cubicBezTo>
                  <a:pt x="3943" y="3048"/>
                  <a:pt x="3973" y="3152"/>
                  <a:pt x="3973" y="3332"/>
                </a:cubicBezTo>
                <a:cubicBezTo>
                  <a:pt x="3973" y="3421"/>
                  <a:pt x="3958" y="3481"/>
                  <a:pt x="3958" y="3541"/>
                </a:cubicBezTo>
                <a:cubicBezTo>
                  <a:pt x="3943" y="3586"/>
                  <a:pt x="3928" y="3630"/>
                  <a:pt x="3898" y="3645"/>
                </a:cubicBezTo>
                <a:cubicBezTo>
                  <a:pt x="3869" y="3675"/>
                  <a:pt x="3824" y="3690"/>
                  <a:pt x="3779" y="3705"/>
                </a:cubicBezTo>
                <a:cubicBezTo>
                  <a:pt x="3734" y="3720"/>
                  <a:pt x="3674" y="3720"/>
                  <a:pt x="3585" y="3720"/>
                </a:cubicBezTo>
                <a:lnTo>
                  <a:pt x="3525" y="3720"/>
                </a:lnTo>
                <a:cubicBezTo>
                  <a:pt x="3435" y="3720"/>
                  <a:pt x="3361" y="3720"/>
                  <a:pt x="3316" y="3705"/>
                </a:cubicBezTo>
                <a:cubicBezTo>
                  <a:pt x="3271" y="3705"/>
                  <a:pt x="3241" y="3690"/>
                  <a:pt x="3211" y="3660"/>
                </a:cubicBezTo>
                <a:cubicBezTo>
                  <a:pt x="3152" y="3615"/>
                  <a:pt x="3122" y="3541"/>
                  <a:pt x="3122" y="3421"/>
                </a:cubicBezTo>
                <a:lnTo>
                  <a:pt x="2748" y="3421"/>
                </a:lnTo>
                <a:cubicBezTo>
                  <a:pt x="2748" y="3690"/>
                  <a:pt x="2823" y="3869"/>
                  <a:pt x="2943" y="3944"/>
                </a:cubicBezTo>
                <a:cubicBezTo>
                  <a:pt x="3017" y="3989"/>
                  <a:pt x="3092" y="4019"/>
                  <a:pt x="3182" y="4034"/>
                </a:cubicBezTo>
                <a:cubicBezTo>
                  <a:pt x="3271" y="4049"/>
                  <a:pt x="3391" y="4049"/>
                  <a:pt x="3540" y="4049"/>
                </a:cubicBezTo>
                <a:cubicBezTo>
                  <a:pt x="3704" y="4049"/>
                  <a:pt x="3824" y="4034"/>
                  <a:pt x="3928" y="4019"/>
                </a:cubicBezTo>
                <a:cubicBezTo>
                  <a:pt x="4018" y="4004"/>
                  <a:pt x="4108" y="3974"/>
                  <a:pt x="4182" y="3914"/>
                </a:cubicBezTo>
                <a:cubicBezTo>
                  <a:pt x="4302" y="3825"/>
                  <a:pt x="4347" y="3615"/>
                  <a:pt x="4347" y="3302"/>
                </a:cubicBezTo>
                <a:cubicBezTo>
                  <a:pt x="4347" y="3167"/>
                  <a:pt x="4347" y="3063"/>
                  <a:pt x="4317" y="2973"/>
                </a:cubicBezTo>
                <a:cubicBezTo>
                  <a:pt x="4302" y="2884"/>
                  <a:pt x="4272" y="2809"/>
                  <a:pt x="4212" y="2734"/>
                </a:cubicBezTo>
                <a:cubicBezTo>
                  <a:pt x="4108" y="2630"/>
                  <a:pt x="3928" y="2570"/>
                  <a:pt x="3659" y="2570"/>
                </a:cubicBezTo>
                <a:cubicBezTo>
                  <a:pt x="3391" y="2570"/>
                  <a:pt x="3226" y="2630"/>
                  <a:pt x="3152" y="2749"/>
                </a:cubicBezTo>
                <a:lnTo>
                  <a:pt x="3152" y="2226"/>
                </a:lnTo>
                <a:lnTo>
                  <a:pt x="4272" y="2226"/>
                </a:lnTo>
                <a:lnTo>
                  <a:pt x="4272" y="1913"/>
                </a:lnTo>
                <a:close/>
                <a:moveTo>
                  <a:pt x="1344" y="1"/>
                </a:moveTo>
                <a:cubicBezTo>
                  <a:pt x="1180" y="1"/>
                  <a:pt x="1046" y="135"/>
                  <a:pt x="1046" y="300"/>
                </a:cubicBezTo>
                <a:lnTo>
                  <a:pt x="1046" y="344"/>
                </a:lnTo>
                <a:lnTo>
                  <a:pt x="299" y="344"/>
                </a:lnTo>
                <a:cubicBezTo>
                  <a:pt x="135" y="344"/>
                  <a:pt x="0" y="479"/>
                  <a:pt x="0" y="643"/>
                </a:cubicBezTo>
                <a:lnTo>
                  <a:pt x="0" y="4825"/>
                </a:lnTo>
                <a:cubicBezTo>
                  <a:pt x="0" y="4990"/>
                  <a:pt x="135" y="5124"/>
                  <a:pt x="299" y="5124"/>
                </a:cubicBezTo>
                <a:lnTo>
                  <a:pt x="4287" y="5124"/>
                </a:lnTo>
                <a:cubicBezTo>
                  <a:pt x="4182" y="4945"/>
                  <a:pt x="4122" y="4736"/>
                  <a:pt x="4122" y="4527"/>
                </a:cubicBezTo>
                <a:lnTo>
                  <a:pt x="598" y="4527"/>
                </a:lnTo>
                <a:lnTo>
                  <a:pt x="598" y="942"/>
                </a:lnTo>
                <a:lnTo>
                  <a:pt x="1046" y="942"/>
                </a:lnTo>
                <a:cubicBezTo>
                  <a:pt x="1046" y="1106"/>
                  <a:pt x="1180" y="1241"/>
                  <a:pt x="1344" y="1241"/>
                </a:cubicBezTo>
                <a:cubicBezTo>
                  <a:pt x="1509" y="1241"/>
                  <a:pt x="1643" y="1106"/>
                  <a:pt x="1643" y="942"/>
                </a:cubicBezTo>
                <a:lnTo>
                  <a:pt x="2121" y="942"/>
                </a:lnTo>
                <a:cubicBezTo>
                  <a:pt x="2121" y="1106"/>
                  <a:pt x="2256" y="1241"/>
                  <a:pt x="2420" y="1241"/>
                </a:cubicBezTo>
                <a:cubicBezTo>
                  <a:pt x="2584" y="1241"/>
                  <a:pt x="2719" y="1106"/>
                  <a:pt x="2719" y="942"/>
                </a:cubicBezTo>
                <a:lnTo>
                  <a:pt x="3196" y="942"/>
                </a:lnTo>
                <a:cubicBezTo>
                  <a:pt x="3196" y="1106"/>
                  <a:pt x="3331" y="1241"/>
                  <a:pt x="3495" y="1241"/>
                </a:cubicBezTo>
                <a:cubicBezTo>
                  <a:pt x="3659" y="1241"/>
                  <a:pt x="3794" y="1106"/>
                  <a:pt x="3794" y="942"/>
                </a:cubicBezTo>
                <a:lnTo>
                  <a:pt x="4272" y="942"/>
                </a:lnTo>
                <a:cubicBezTo>
                  <a:pt x="4272" y="1106"/>
                  <a:pt x="4406" y="1241"/>
                  <a:pt x="4571" y="1241"/>
                </a:cubicBezTo>
                <a:cubicBezTo>
                  <a:pt x="4735" y="1241"/>
                  <a:pt x="4869" y="1106"/>
                  <a:pt x="4869" y="942"/>
                </a:cubicBezTo>
                <a:lnTo>
                  <a:pt x="5317" y="942"/>
                </a:lnTo>
                <a:lnTo>
                  <a:pt x="5317" y="3197"/>
                </a:lnTo>
                <a:lnTo>
                  <a:pt x="5407" y="3197"/>
                </a:lnTo>
                <a:cubicBezTo>
                  <a:pt x="5586" y="3197"/>
                  <a:pt x="5751" y="3227"/>
                  <a:pt x="5915" y="3302"/>
                </a:cubicBezTo>
                <a:lnTo>
                  <a:pt x="5915" y="643"/>
                </a:lnTo>
                <a:cubicBezTo>
                  <a:pt x="5915" y="479"/>
                  <a:pt x="5780" y="344"/>
                  <a:pt x="5616" y="344"/>
                </a:cubicBezTo>
                <a:lnTo>
                  <a:pt x="4869" y="344"/>
                </a:lnTo>
                <a:lnTo>
                  <a:pt x="4869" y="300"/>
                </a:lnTo>
                <a:cubicBezTo>
                  <a:pt x="4869" y="135"/>
                  <a:pt x="4735" y="1"/>
                  <a:pt x="4571" y="1"/>
                </a:cubicBezTo>
                <a:cubicBezTo>
                  <a:pt x="4406" y="1"/>
                  <a:pt x="4272" y="135"/>
                  <a:pt x="4272" y="300"/>
                </a:cubicBezTo>
                <a:lnTo>
                  <a:pt x="4272" y="344"/>
                </a:lnTo>
                <a:lnTo>
                  <a:pt x="3794" y="344"/>
                </a:lnTo>
                <a:lnTo>
                  <a:pt x="3794" y="300"/>
                </a:lnTo>
                <a:cubicBezTo>
                  <a:pt x="3794" y="135"/>
                  <a:pt x="3659" y="1"/>
                  <a:pt x="3495" y="1"/>
                </a:cubicBezTo>
                <a:cubicBezTo>
                  <a:pt x="3331" y="1"/>
                  <a:pt x="3196" y="135"/>
                  <a:pt x="3196" y="300"/>
                </a:cubicBezTo>
                <a:lnTo>
                  <a:pt x="3196" y="344"/>
                </a:lnTo>
                <a:lnTo>
                  <a:pt x="2719" y="344"/>
                </a:lnTo>
                <a:lnTo>
                  <a:pt x="2719" y="300"/>
                </a:lnTo>
                <a:cubicBezTo>
                  <a:pt x="2719" y="135"/>
                  <a:pt x="2584" y="1"/>
                  <a:pt x="2420" y="1"/>
                </a:cubicBezTo>
                <a:cubicBezTo>
                  <a:pt x="2256" y="1"/>
                  <a:pt x="2121" y="135"/>
                  <a:pt x="2121" y="300"/>
                </a:cubicBezTo>
                <a:lnTo>
                  <a:pt x="2121" y="344"/>
                </a:lnTo>
                <a:lnTo>
                  <a:pt x="1643" y="344"/>
                </a:lnTo>
                <a:lnTo>
                  <a:pt x="1643" y="300"/>
                </a:lnTo>
                <a:cubicBezTo>
                  <a:pt x="1643" y="135"/>
                  <a:pt x="1509" y="1"/>
                  <a:pt x="1344" y="1"/>
                </a:cubicBezTo>
                <a:close/>
                <a:moveTo>
                  <a:pt x="5982" y="4108"/>
                </a:moveTo>
                <a:cubicBezTo>
                  <a:pt x="6023" y="4108"/>
                  <a:pt x="6064" y="4123"/>
                  <a:pt x="6094" y="4153"/>
                </a:cubicBezTo>
                <a:cubicBezTo>
                  <a:pt x="6139" y="4213"/>
                  <a:pt x="6139" y="4302"/>
                  <a:pt x="6094" y="4362"/>
                </a:cubicBezTo>
                <a:lnTo>
                  <a:pt x="5302" y="5154"/>
                </a:lnTo>
                <a:lnTo>
                  <a:pt x="4765" y="4631"/>
                </a:lnTo>
                <a:cubicBezTo>
                  <a:pt x="4720" y="4571"/>
                  <a:pt x="4720" y="4482"/>
                  <a:pt x="4765" y="4422"/>
                </a:cubicBezTo>
                <a:cubicBezTo>
                  <a:pt x="4795" y="4392"/>
                  <a:pt x="4836" y="4377"/>
                  <a:pt x="4875" y="4377"/>
                </a:cubicBezTo>
                <a:cubicBezTo>
                  <a:pt x="4914" y="4377"/>
                  <a:pt x="4951" y="4392"/>
                  <a:pt x="4974" y="4422"/>
                </a:cubicBezTo>
                <a:lnTo>
                  <a:pt x="5302" y="4736"/>
                </a:lnTo>
                <a:lnTo>
                  <a:pt x="5870" y="4153"/>
                </a:lnTo>
                <a:cubicBezTo>
                  <a:pt x="5900" y="4123"/>
                  <a:pt x="5941" y="4108"/>
                  <a:pt x="5982" y="4108"/>
                </a:cubicBezTo>
                <a:close/>
                <a:moveTo>
                  <a:pt x="5407" y="3451"/>
                </a:moveTo>
                <a:cubicBezTo>
                  <a:pt x="4839" y="3451"/>
                  <a:pt x="4361" y="3914"/>
                  <a:pt x="4361" y="4497"/>
                </a:cubicBezTo>
                <a:cubicBezTo>
                  <a:pt x="4361" y="5064"/>
                  <a:pt x="4839" y="5542"/>
                  <a:pt x="5407" y="5542"/>
                </a:cubicBezTo>
                <a:cubicBezTo>
                  <a:pt x="5989" y="5542"/>
                  <a:pt x="6452" y="5064"/>
                  <a:pt x="6452" y="4497"/>
                </a:cubicBezTo>
                <a:cubicBezTo>
                  <a:pt x="6452" y="3914"/>
                  <a:pt x="5989" y="3451"/>
                  <a:pt x="5407" y="3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8" name="Google Shape;1198;p79"/>
          <p:cNvGrpSpPr/>
          <p:nvPr/>
        </p:nvGrpSpPr>
        <p:grpSpPr>
          <a:xfrm>
            <a:off x="4990372" y="2710345"/>
            <a:ext cx="360868" cy="367261"/>
            <a:chOff x="-65144125" y="4094450"/>
            <a:chExt cx="311900" cy="317425"/>
          </a:xfrm>
        </p:grpSpPr>
        <p:sp>
          <p:nvSpPr>
            <p:cNvPr id="1199" name="Google Shape;1199;p79"/>
            <p:cNvSpPr/>
            <p:nvPr/>
          </p:nvSpPr>
          <p:spPr>
            <a:xfrm>
              <a:off x="-65079550" y="4183450"/>
              <a:ext cx="185900" cy="185900"/>
            </a:xfrm>
            <a:custGeom>
              <a:avLst/>
              <a:gdLst/>
              <a:ahLst/>
              <a:cxnLst/>
              <a:rect l="l" t="t" r="r" b="b"/>
              <a:pathLst>
                <a:path w="7436" h="7436" extrusionOk="0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79"/>
            <p:cNvSpPr/>
            <p:nvPr/>
          </p:nvSpPr>
          <p:spPr>
            <a:xfrm>
              <a:off x="-65039375" y="4094450"/>
              <a:ext cx="104775" cy="19700"/>
            </a:xfrm>
            <a:custGeom>
              <a:avLst/>
              <a:gdLst/>
              <a:ahLst/>
              <a:cxnLst/>
              <a:rect l="l" t="t" r="r" b="b"/>
              <a:pathLst>
                <a:path w="4191" h="788" extrusionOk="0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79"/>
            <p:cNvSpPr/>
            <p:nvPr/>
          </p:nvSpPr>
          <p:spPr>
            <a:xfrm>
              <a:off x="-65144125" y="4121025"/>
              <a:ext cx="311900" cy="290850"/>
            </a:xfrm>
            <a:custGeom>
              <a:avLst/>
              <a:gdLst/>
              <a:ahLst/>
              <a:cxnLst/>
              <a:rect l="l" t="t" r="r" b="b"/>
              <a:pathLst>
                <a:path w="12476" h="11634" extrusionOk="0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2" name="Google Shape;1202;p79"/>
          <p:cNvSpPr/>
          <p:nvPr/>
        </p:nvSpPr>
        <p:spPr>
          <a:xfrm>
            <a:off x="2083557" y="2716320"/>
            <a:ext cx="334186" cy="355327"/>
          </a:xfrm>
          <a:custGeom>
            <a:avLst/>
            <a:gdLst/>
            <a:ahLst/>
            <a:cxnLst/>
            <a:rect l="l" t="t" r="r" b="b"/>
            <a:pathLst>
              <a:path w="7066" h="7513" extrusionOk="0">
                <a:moveTo>
                  <a:pt x="1942" y="717"/>
                </a:moveTo>
                <a:lnTo>
                  <a:pt x="1942" y="1419"/>
                </a:lnTo>
                <a:lnTo>
                  <a:pt x="1868" y="1419"/>
                </a:lnTo>
                <a:cubicBezTo>
                  <a:pt x="1584" y="1419"/>
                  <a:pt x="1435" y="1299"/>
                  <a:pt x="1435" y="1061"/>
                </a:cubicBezTo>
                <a:cubicBezTo>
                  <a:pt x="1435" y="836"/>
                  <a:pt x="1584" y="717"/>
                  <a:pt x="1868" y="717"/>
                </a:cubicBezTo>
                <a:close/>
                <a:moveTo>
                  <a:pt x="2271" y="1852"/>
                </a:moveTo>
                <a:cubicBezTo>
                  <a:pt x="2480" y="1852"/>
                  <a:pt x="2630" y="1882"/>
                  <a:pt x="2704" y="1927"/>
                </a:cubicBezTo>
                <a:cubicBezTo>
                  <a:pt x="2764" y="1972"/>
                  <a:pt x="2809" y="2076"/>
                  <a:pt x="2809" y="2211"/>
                </a:cubicBezTo>
                <a:cubicBezTo>
                  <a:pt x="2809" y="2479"/>
                  <a:pt x="2644" y="2614"/>
                  <a:pt x="2331" y="2614"/>
                </a:cubicBezTo>
                <a:lnTo>
                  <a:pt x="2271" y="2614"/>
                </a:lnTo>
                <a:lnTo>
                  <a:pt x="2271" y="1852"/>
                </a:lnTo>
                <a:close/>
                <a:moveTo>
                  <a:pt x="1942" y="0"/>
                </a:moveTo>
                <a:lnTo>
                  <a:pt x="1942" y="284"/>
                </a:lnTo>
                <a:cubicBezTo>
                  <a:pt x="1554" y="284"/>
                  <a:pt x="1300" y="344"/>
                  <a:pt x="1151" y="448"/>
                </a:cubicBezTo>
                <a:cubicBezTo>
                  <a:pt x="1016" y="553"/>
                  <a:pt x="942" y="762"/>
                  <a:pt x="942" y="1061"/>
                </a:cubicBezTo>
                <a:cubicBezTo>
                  <a:pt x="942" y="1359"/>
                  <a:pt x="1016" y="1568"/>
                  <a:pt x="1151" y="1673"/>
                </a:cubicBezTo>
                <a:cubicBezTo>
                  <a:pt x="1300" y="1792"/>
                  <a:pt x="1554" y="1837"/>
                  <a:pt x="1942" y="1837"/>
                </a:cubicBezTo>
                <a:lnTo>
                  <a:pt x="1942" y="2614"/>
                </a:lnTo>
                <a:lnTo>
                  <a:pt x="1868" y="2614"/>
                </a:lnTo>
                <a:cubicBezTo>
                  <a:pt x="1674" y="2614"/>
                  <a:pt x="1539" y="2584"/>
                  <a:pt x="1494" y="2539"/>
                </a:cubicBezTo>
                <a:cubicBezTo>
                  <a:pt x="1435" y="2494"/>
                  <a:pt x="1405" y="2375"/>
                  <a:pt x="1405" y="2196"/>
                </a:cubicBezTo>
                <a:lnTo>
                  <a:pt x="1405" y="2151"/>
                </a:lnTo>
                <a:lnTo>
                  <a:pt x="912" y="2151"/>
                </a:lnTo>
                <a:lnTo>
                  <a:pt x="912" y="2240"/>
                </a:lnTo>
                <a:cubicBezTo>
                  <a:pt x="912" y="2539"/>
                  <a:pt x="987" y="2733"/>
                  <a:pt x="1121" y="2853"/>
                </a:cubicBezTo>
                <a:cubicBezTo>
                  <a:pt x="1270" y="2972"/>
                  <a:pt x="1509" y="3032"/>
                  <a:pt x="1853" y="3032"/>
                </a:cubicBezTo>
                <a:lnTo>
                  <a:pt x="1942" y="3032"/>
                </a:lnTo>
                <a:lnTo>
                  <a:pt x="1942" y="3361"/>
                </a:lnTo>
                <a:lnTo>
                  <a:pt x="2271" y="3361"/>
                </a:lnTo>
                <a:lnTo>
                  <a:pt x="2271" y="3032"/>
                </a:lnTo>
                <a:lnTo>
                  <a:pt x="2361" y="3032"/>
                </a:lnTo>
                <a:cubicBezTo>
                  <a:pt x="2704" y="3032"/>
                  <a:pt x="2958" y="2972"/>
                  <a:pt x="3093" y="2853"/>
                </a:cubicBezTo>
                <a:cubicBezTo>
                  <a:pt x="3227" y="2733"/>
                  <a:pt x="3302" y="2509"/>
                  <a:pt x="3302" y="2211"/>
                </a:cubicBezTo>
                <a:cubicBezTo>
                  <a:pt x="3302" y="1927"/>
                  <a:pt x="3227" y="1733"/>
                  <a:pt x="3107" y="1628"/>
                </a:cubicBezTo>
                <a:cubicBezTo>
                  <a:pt x="2973" y="1524"/>
                  <a:pt x="2734" y="1464"/>
                  <a:pt x="2376" y="1434"/>
                </a:cubicBezTo>
                <a:lnTo>
                  <a:pt x="2271" y="1434"/>
                </a:lnTo>
                <a:lnTo>
                  <a:pt x="2271" y="717"/>
                </a:lnTo>
                <a:lnTo>
                  <a:pt x="2346" y="717"/>
                </a:lnTo>
                <a:cubicBezTo>
                  <a:pt x="2615" y="717"/>
                  <a:pt x="2749" y="822"/>
                  <a:pt x="2749" y="1031"/>
                </a:cubicBezTo>
                <a:lnTo>
                  <a:pt x="2749" y="1090"/>
                </a:lnTo>
                <a:lnTo>
                  <a:pt x="3212" y="1090"/>
                </a:lnTo>
                <a:lnTo>
                  <a:pt x="3212" y="1016"/>
                </a:lnTo>
                <a:cubicBezTo>
                  <a:pt x="3212" y="732"/>
                  <a:pt x="3152" y="553"/>
                  <a:pt x="3018" y="448"/>
                </a:cubicBezTo>
                <a:cubicBezTo>
                  <a:pt x="2883" y="344"/>
                  <a:pt x="2630" y="284"/>
                  <a:pt x="2271" y="284"/>
                </a:cubicBezTo>
                <a:lnTo>
                  <a:pt x="2271" y="0"/>
                </a:lnTo>
                <a:close/>
                <a:moveTo>
                  <a:pt x="3780" y="2674"/>
                </a:moveTo>
                <a:cubicBezTo>
                  <a:pt x="3630" y="2674"/>
                  <a:pt x="3511" y="2808"/>
                  <a:pt x="3511" y="2957"/>
                </a:cubicBezTo>
                <a:lnTo>
                  <a:pt x="3511" y="4391"/>
                </a:lnTo>
                <a:lnTo>
                  <a:pt x="2719" y="5168"/>
                </a:lnTo>
                <a:cubicBezTo>
                  <a:pt x="2615" y="5272"/>
                  <a:pt x="2615" y="5452"/>
                  <a:pt x="2719" y="5556"/>
                </a:cubicBezTo>
                <a:cubicBezTo>
                  <a:pt x="2779" y="5616"/>
                  <a:pt x="2854" y="5631"/>
                  <a:pt x="2913" y="5631"/>
                </a:cubicBezTo>
                <a:cubicBezTo>
                  <a:pt x="2988" y="5631"/>
                  <a:pt x="3063" y="5616"/>
                  <a:pt x="3107" y="5556"/>
                </a:cubicBezTo>
                <a:lnTo>
                  <a:pt x="3974" y="4690"/>
                </a:lnTo>
                <a:cubicBezTo>
                  <a:pt x="4034" y="4645"/>
                  <a:pt x="4048" y="4570"/>
                  <a:pt x="4048" y="4496"/>
                </a:cubicBezTo>
                <a:lnTo>
                  <a:pt x="4048" y="2957"/>
                </a:lnTo>
                <a:cubicBezTo>
                  <a:pt x="4048" y="2808"/>
                  <a:pt x="3929" y="2674"/>
                  <a:pt x="3780" y="2674"/>
                </a:cubicBezTo>
                <a:close/>
                <a:moveTo>
                  <a:pt x="3780" y="941"/>
                </a:moveTo>
                <a:cubicBezTo>
                  <a:pt x="3630" y="941"/>
                  <a:pt x="3511" y="1061"/>
                  <a:pt x="3511" y="1210"/>
                </a:cubicBezTo>
                <a:cubicBezTo>
                  <a:pt x="3511" y="1359"/>
                  <a:pt x="3630" y="1479"/>
                  <a:pt x="3780" y="1479"/>
                </a:cubicBezTo>
                <a:cubicBezTo>
                  <a:pt x="5288" y="1479"/>
                  <a:pt x="6528" y="2718"/>
                  <a:pt x="6528" y="4227"/>
                </a:cubicBezTo>
                <a:cubicBezTo>
                  <a:pt x="6528" y="5735"/>
                  <a:pt x="5288" y="6960"/>
                  <a:pt x="3780" y="6960"/>
                </a:cubicBezTo>
                <a:cubicBezTo>
                  <a:pt x="2271" y="6960"/>
                  <a:pt x="1046" y="5735"/>
                  <a:pt x="1046" y="4242"/>
                </a:cubicBezTo>
                <a:lnTo>
                  <a:pt x="1465" y="4242"/>
                </a:lnTo>
                <a:lnTo>
                  <a:pt x="733" y="3137"/>
                </a:lnTo>
                <a:lnTo>
                  <a:pt x="1" y="4242"/>
                </a:lnTo>
                <a:lnTo>
                  <a:pt x="494" y="4242"/>
                </a:lnTo>
                <a:cubicBezTo>
                  <a:pt x="509" y="6049"/>
                  <a:pt x="1972" y="7513"/>
                  <a:pt x="3780" y="7513"/>
                </a:cubicBezTo>
                <a:cubicBezTo>
                  <a:pt x="5587" y="7513"/>
                  <a:pt x="7065" y="6034"/>
                  <a:pt x="7065" y="4227"/>
                </a:cubicBezTo>
                <a:cubicBezTo>
                  <a:pt x="7065" y="2405"/>
                  <a:pt x="5587" y="941"/>
                  <a:pt x="3780" y="9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3" name="Google Shape;1203;p79"/>
          <p:cNvGrpSpPr/>
          <p:nvPr/>
        </p:nvGrpSpPr>
        <p:grpSpPr>
          <a:xfrm>
            <a:off x="6878417" y="2202809"/>
            <a:ext cx="249522" cy="299742"/>
            <a:chOff x="5333156" y="4304886"/>
            <a:chExt cx="249522" cy="299742"/>
          </a:xfrm>
        </p:grpSpPr>
        <p:sp>
          <p:nvSpPr>
            <p:cNvPr id="1204" name="Google Shape;1204;p79"/>
            <p:cNvSpPr/>
            <p:nvPr/>
          </p:nvSpPr>
          <p:spPr>
            <a:xfrm>
              <a:off x="5358954" y="4304886"/>
              <a:ext cx="202325" cy="29385"/>
            </a:xfrm>
            <a:custGeom>
              <a:avLst/>
              <a:gdLst/>
              <a:ahLst/>
              <a:cxnLst/>
              <a:rect l="l" t="t" r="r" b="b"/>
              <a:pathLst>
                <a:path w="4094" h="599" extrusionOk="0">
                  <a:moveTo>
                    <a:pt x="300" y="1"/>
                  </a:moveTo>
                  <a:cubicBezTo>
                    <a:pt x="135" y="1"/>
                    <a:pt x="1" y="135"/>
                    <a:pt x="1" y="299"/>
                  </a:cubicBezTo>
                  <a:cubicBezTo>
                    <a:pt x="1" y="464"/>
                    <a:pt x="135" y="598"/>
                    <a:pt x="300" y="598"/>
                  </a:cubicBezTo>
                  <a:lnTo>
                    <a:pt x="4093" y="598"/>
                  </a:lnTo>
                  <a:lnTo>
                    <a:pt x="4093" y="314"/>
                  </a:lnTo>
                  <a:cubicBezTo>
                    <a:pt x="4093" y="225"/>
                    <a:pt x="4063" y="150"/>
                    <a:pt x="4019" y="90"/>
                  </a:cubicBezTo>
                  <a:cubicBezTo>
                    <a:pt x="3959" y="46"/>
                    <a:pt x="3884" y="1"/>
                    <a:pt x="37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79"/>
            <p:cNvSpPr/>
            <p:nvPr/>
          </p:nvSpPr>
          <p:spPr>
            <a:xfrm>
              <a:off x="5462292" y="4425813"/>
              <a:ext cx="22931" cy="22763"/>
            </a:xfrm>
            <a:custGeom>
              <a:avLst/>
              <a:gdLst/>
              <a:ahLst/>
              <a:cxnLst/>
              <a:rect l="l" t="t" r="r" b="b"/>
              <a:pathLst>
                <a:path w="464" h="464" extrusionOk="0">
                  <a:moveTo>
                    <a:pt x="240" y="0"/>
                  </a:moveTo>
                  <a:cubicBezTo>
                    <a:pt x="106" y="0"/>
                    <a:pt x="1" y="105"/>
                    <a:pt x="1" y="224"/>
                  </a:cubicBezTo>
                  <a:cubicBezTo>
                    <a:pt x="1" y="359"/>
                    <a:pt x="106" y="463"/>
                    <a:pt x="240" y="463"/>
                  </a:cubicBezTo>
                  <a:cubicBezTo>
                    <a:pt x="359" y="463"/>
                    <a:pt x="464" y="359"/>
                    <a:pt x="464" y="224"/>
                  </a:cubicBezTo>
                  <a:cubicBezTo>
                    <a:pt x="464" y="105"/>
                    <a:pt x="359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79"/>
            <p:cNvSpPr/>
            <p:nvPr/>
          </p:nvSpPr>
          <p:spPr>
            <a:xfrm>
              <a:off x="5444600" y="4466089"/>
              <a:ext cx="57624" cy="64511"/>
            </a:xfrm>
            <a:custGeom>
              <a:avLst/>
              <a:gdLst/>
              <a:ahLst/>
              <a:cxnLst/>
              <a:rect l="l" t="t" r="r" b="b"/>
              <a:pathLst>
                <a:path w="1166" h="1315" extrusionOk="0">
                  <a:moveTo>
                    <a:pt x="374" y="1"/>
                  </a:moveTo>
                  <a:cubicBezTo>
                    <a:pt x="254" y="1"/>
                    <a:pt x="165" y="75"/>
                    <a:pt x="150" y="195"/>
                  </a:cubicBezTo>
                  <a:lnTo>
                    <a:pt x="1" y="1315"/>
                  </a:lnTo>
                  <a:lnTo>
                    <a:pt x="1166" y="1315"/>
                  </a:lnTo>
                  <a:lnTo>
                    <a:pt x="1031" y="195"/>
                  </a:lnTo>
                  <a:cubicBezTo>
                    <a:pt x="1016" y="75"/>
                    <a:pt x="927" y="1"/>
                    <a:pt x="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79"/>
            <p:cNvSpPr/>
            <p:nvPr/>
          </p:nvSpPr>
          <p:spPr>
            <a:xfrm>
              <a:off x="5333156" y="4348106"/>
              <a:ext cx="249522" cy="256522"/>
            </a:xfrm>
            <a:custGeom>
              <a:avLst/>
              <a:gdLst/>
              <a:ahLst/>
              <a:cxnLst/>
              <a:rect l="l" t="t" r="r" b="b"/>
              <a:pathLst>
                <a:path w="5049" h="5229" extrusionOk="0">
                  <a:moveTo>
                    <a:pt x="2853" y="1226"/>
                  </a:moveTo>
                  <a:cubicBezTo>
                    <a:pt x="3182" y="1226"/>
                    <a:pt x="3435" y="1495"/>
                    <a:pt x="3435" y="1808"/>
                  </a:cubicBezTo>
                  <a:cubicBezTo>
                    <a:pt x="3435" y="1928"/>
                    <a:pt x="3406" y="2032"/>
                    <a:pt x="3346" y="2122"/>
                  </a:cubicBezTo>
                  <a:cubicBezTo>
                    <a:pt x="3510" y="2211"/>
                    <a:pt x="3615" y="2361"/>
                    <a:pt x="3645" y="2555"/>
                  </a:cubicBezTo>
                  <a:lnTo>
                    <a:pt x="3809" y="3884"/>
                  </a:lnTo>
                  <a:cubicBezTo>
                    <a:pt x="3809" y="3929"/>
                    <a:pt x="3794" y="3989"/>
                    <a:pt x="3764" y="4019"/>
                  </a:cubicBezTo>
                  <a:cubicBezTo>
                    <a:pt x="3734" y="4063"/>
                    <a:pt x="3674" y="4078"/>
                    <a:pt x="3630" y="4078"/>
                  </a:cubicBezTo>
                  <a:lnTo>
                    <a:pt x="2061" y="4078"/>
                  </a:lnTo>
                  <a:cubicBezTo>
                    <a:pt x="2002" y="4078"/>
                    <a:pt x="1957" y="4063"/>
                    <a:pt x="1927" y="4019"/>
                  </a:cubicBezTo>
                  <a:cubicBezTo>
                    <a:pt x="1897" y="3989"/>
                    <a:pt x="1882" y="3929"/>
                    <a:pt x="1882" y="3884"/>
                  </a:cubicBezTo>
                  <a:lnTo>
                    <a:pt x="2046" y="2555"/>
                  </a:lnTo>
                  <a:cubicBezTo>
                    <a:pt x="2061" y="2361"/>
                    <a:pt x="2181" y="2196"/>
                    <a:pt x="2345" y="2122"/>
                  </a:cubicBezTo>
                  <a:cubicBezTo>
                    <a:pt x="2285" y="2032"/>
                    <a:pt x="2256" y="1928"/>
                    <a:pt x="2256" y="1808"/>
                  </a:cubicBezTo>
                  <a:cubicBezTo>
                    <a:pt x="2256" y="1495"/>
                    <a:pt x="2524" y="1226"/>
                    <a:pt x="2853" y="1226"/>
                  </a:cubicBezTo>
                  <a:close/>
                  <a:moveTo>
                    <a:pt x="523" y="1"/>
                  </a:moveTo>
                  <a:lnTo>
                    <a:pt x="523" y="568"/>
                  </a:lnTo>
                  <a:lnTo>
                    <a:pt x="164" y="568"/>
                  </a:lnTo>
                  <a:cubicBezTo>
                    <a:pt x="75" y="583"/>
                    <a:pt x="0" y="658"/>
                    <a:pt x="0" y="748"/>
                  </a:cubicBezTo>
                  <a:cubicBezTo>
                    <a:pt x="0" y="837"/>
                    <a:pt x="75" y="912"/>
                    <a:pt x="164" y="927"/>
                  </a:cubicBezTo>
                  <a:lnTo>
                    <a:pt x="896" y="927"/>
                  </a:lnTo>
                  <a:cubicBezTo>
                    <a:pt x="986" y="927"/>
                    <a:pt x="1076" y="1002"/>
                    <a:pt x="1076" y="1106"/>
                  </a:cubicBezTo>
                  <a:cubicBezTo>
                    <a:pt x="1076" y="1211"/>
                    <a:pt x="986" y="1285"/>
                    <a:pt x="896" y="1285"/>
                  </a:cubicBezTo>
                  <a:lnTo>
                    <a:pt x="523" y="1285"/>
                  </a:lnTo>
                  <a:lnTo>
                    <a:pt x="523" y="1644"/>
                  </a:lnTo>
                  <a:lnTo>
                    <a:pt x="164" y="1644"/>
                  </a:lnTo>
                  <a:cubicBezTo>
                    <a:pt x="75" y="1644"/>
                    <a:pt x="0" y="1733"/>
                    <a:pt x="0" y="1823"/>
                  </a:cubicBezTo>
                  <a:cubicBezTo>
                    <a:pt x="0" y="1913"/>
                    <a:pt x="75" y="1987"/>
                    <a:pt x="164" y="2002"/>
                  </a:cubicBezTo>
                  <a:lnTo>
                    <a:pt x="896" y="2002"/>
                  </a:lnTo>
                  <a:cubicBezTo>
                    <a:pt x="986" y="2002"/>
                    <a:pt x="1076" y="2077"/>
                    <a:pt x="1076" y="2182"/>
                  </a:cubicBezTo>
                  <a:cubicBezTo>
                    <a:pt x="1076" y="2271"/>
                    <a:pt x="986" y="2361"/>
                    <a:pt x="896" y="2361"/>
                  </a:cubicBezTo>
                  <a:lnTo>
                    <a:pt x="523" y="2361"/>
                  </a:lnTo>
                  <a:lnTo>
                    <a:pt x="523" y="2719"/>
                  </a:lnTo>
                  <a:lnTo>
                    <a:pt x="164" y="2719"/>
                  </a:lnTo>
                  <a:cubicBezTo>
                    <a:pt x="75" y="2719"/>
                    <a:pt x="0" y="2794"/>
                    <a:pt x="0" y="2898"/>
                  </a:cubicBezTo>
                  <a:cubicBezTo>
                    <a:pt x="0" y="2988"/>
                    <a:pt x="75" y="3063"/>
                    <a:pt x="164" y="3063"/>
                  </a:cubicBezTo>
                  <a:cubicBezTo>
                    <a:pt x="164" y="3078"/>
                    <a:pt x="164" y="3078"/>
                    <a:pt x="179" y="3078"/>
                  </a:cubicBezTo>
                  <a:lnTo>
                    <a:pt x="896" y="3078"/>
                  </a:lnTo>
                  <a:cubicBezTo>
                    <a:pt x="986" y="3078"/>
                    <a:pt x="1076" y="3152"/>
                    <a:pt x="1076" y="3257"/>
                  </a:cubicBezTo>
                  <a:cubicBezTo>
                    <a:pt x="1076" y="3347"/>
                    <a:pt x="986" y="3421"/>
                    <a:pt x="896" y="3421"/>
                  </a:cubicBezTo>
                  <a:lnTo>
                    <a:pt x="523" y="3421"/>
                  </a:lnTo>
                  <a:lnTo>
                    <a:pt x="523" y="3780"/>
                  </a:lnTo>
                  <a:lnTo>
                    <a:pt x="164" y="3780"/>
                  </a:lnTo>
                  <a:cubicBezTo>
                    <a:pt x="75" y="3795"/>
                    <a:pt x="0" y="3869"/>
                    <a:pt x="0" y="3959"/>
                  </a:cubicBezTo>
                  <a:cubicBezTo>
                    <a:pt x="0" y="4063"/>
                    <a:pt x="75" y="4138"/>
                    <a:pt x="164" y="4138"/>
                  </a:cubicBezTo>
                  <a:lnTo>
                    <a:pt x="896" y="4138"/>
                  </a:lnTo>
                  <a:cubicBezTo>
                    <a:pt x="986" y="4138"/>
                    <a:pt x="1076" y="4228"/>
                    <a:pt x="1076" y="4317"/>
                  </a:cubicBezTo>
                  <a:cubicBezTo>
                    <a:pt x="1076" y="4422"/>
                    <a:pt x="986" y="4497"/>
                    <a:pt x="896" y="4497"/>
                  </a:cubicBezTo>
                  <a:lnTo>
                    <a:pt x="523" y="4497"/>
                  </a:lnTo>
                  <a:lnTo>
                    <a:pt x="523" y="4930"/>
                  </a:lnTo>
                  <a:cubicBezTo>
                    <a:pt x="523" y="5094"/>
                    <a:pt x="657" y="5228"/>
                    <a:pt x="822" y="5228"/>
                  </a:cubicBezTo>
                  <a:lnTo>
                    <a:pt x="4750" y="5228"/>
                  </a:lnTo>
                  <a:cubicBezTo>
                    <a:pt x="4914" y="5228"/>
                    <a:pt x="5049" y="5094"/>
                    <a:pt x="5049" y="4930"/>
                  </a:cubicBezTo>
                  <a:lnTo>
                    <a:pt x="5049" y="374"/>
                  </a:lnTo>
                  <a:cubicBezTo>
                    <a:pt x="5049" y="300"/>
                    <a:pt x="5019" y="225"/>
                    <a:pt x="4959" y="165"/>
                  </a:cubicBezTo>
                  <a:cubicBezTo>
                    <a:pt x="4914" y="105"/>
                    <a:pt x="4839" y="76"/>
                    <a:pt x="4750" y="76"/>
                  </a:cubicBezTo>
                  <a:lnTo>
                    <a:pt x="822" y="76"/>
                  </a:lnTo>
                  <a:cubicBezTo>
                    <a:pt x="702" y="76"/>
                    <a:pt x="613" y="61"/>
                    <a:pt x="5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8" name="Google Shape;1208;p79"/>
          <p:cNvSpPr/>
          <p:nvPr/>
        </p:nvSpPr>
        <p:spPr>
          <a:xfrm>
            <a:off x="7440607" y="2226752"/>
            <a:ext cx="255452" cy="251861"/>
          </a:xfrm>
          <a:custGeom>
            <a:avLst/>
            <a:gdLst/>
            <a:ahLst/>
            <a:cxnLst/>
            <a:rect l="l" t="t" r="r" b="b"/>
            <a:pathLst>
              <a:path w="5169" h="5134" extrusionOk="0">
                <a:moveTo>
                  <a:pt x="3510" y="1091"/>
                </a:moveTo>
                <a:cubicBezTo>
                  <a:pt x="3615" y="1091"/>
                  <a:pt x="3690" y="1181"/>
                  <a:pt x="3690" y="1285"/>
                </a:cubicBezTo>
                <a:cubicBezTo>
                  <a:pt x="3690" y="1390"/>
                  <a:pt x="3615" y="1465"/>
                  <a:pt x="3510" y="1465"/>
                </a:cubicBezTo>
                <a:lnTo>
                  <a:pt x="912" y="1465"/>
                </a:lnTo>
                <a:cubicBezTo>
                  <a:pt x="822" y="1465"/>
                  <a:pt x="732" y="1390"/>
                  <a:pt x="732" y="1285"/>
                </a:cubicBezTo>
                <a:cubicBezTo>
                  <a:pt x="732" y="1181"/>
                  <a:pt x="822" y="1091"/>
                  <a:pt x="912" y="1091"/>
                </a:cubicBezTo>
                <a:close/>
                <a:moveTo>
                  <a:pt x="4242" y="1838"/>
                </a:moveTo>
                <a:cubicBezTo>
                  <a:pt x="4347" y="1838"/>
                  <a:pt x="4422" y="1913"/>
                  <a:pt x="4422" y="2017"/>
                </a:cubicBezTo>
                <a:cubicBezTo>
                  <a:pt x="4422" y="2122"/>
                  <a:pt x="4347" y="2196"/>
                  <a:pt x="4242" y="2196"/>
                </a:cubicBezTo>
                <a:lnTo>
                  <a:pt x="912" y="2196"/>
                </a:lnTo>
                <a:cubicBezTo>
                  <a:pt x="822" y="2196"/>
                  <a:pt x="732" y="2122"/>
                  <a:pt x="732" y="2017"/>
                </a:cubicBezTo>
                <a:cubicBezTo>
                  <a:pt x="732" y="1913"/>
                  <a:pt x="822" y="1838"/>
                  <a:pt x="912" y="1838"/>
                </a:cubicBezTo>
                <a:close/>
                <a:moveTo>
                  <a:pt x="2779" y="2570"/>
                </a:moveTo>
                <a:cubicBezTo>
                  <a:pt x="2883" y="2570"/>
                  <a:pt x="2958" y="2645"/>
                  <a:pt x="2958" y="2749"/>
                </a:cubicBezTo>
                <a:cubicBezTo>
                  <a:pt x="2958" y="2854"/>
                  <a:pt x="2883" y="2928"/>
                  <a:pt x="2779" y="2928"/>
                </a:cubicBezTo>
                <a:lnTo>
                  <a:pt x="912" y="2928"/>
                </a:lnTo>
                <a:cubicBezTo>
                  <a:pt x="822" y="2928"/>
                  <a:pt x="732" y="2854"/>
                  <a:pt x="732" y="2749"/>
                </a:cubicBezTo>
                <a:cubicBezTo>
                  <a:pt x="732" y="2645"/>
                  <a:pt x="822" y="2570"/>
                  <a:pt x="912" y="2570"/>
                </a:cubicBezTo>
                <a:close/>
                <a:moveTo>
                  <a:pt x="553" y="1"/>
                </a:moveTo>
                <a:cubicBezTo>
                  <a:pt x="240" y="1"/>
                  <a:pt x="1" y="240"/>
                  <a:pt x="1" y="554"/>
                </a:cubicBezTo>
                <a:lnTo>
                  <a:pt x="1" y="3481"/>
                </a:lnTo>
                <a:cubicBezTo>
                  <a:pt x="1" y="3780"/>
                  <a:pt x="240" y="4034"/>
                  <a:pt x="553" y="4034"/>
                </a:cubicBezTo>
                <a:lnTo>
                  <a:pt x="1106" y="4034"/>
                </a:lnTo>
                <a:lnTo>
                  <a:pt x="1106" y="4945"/>
                </a:lnTo>
                <a:cubicBezTo>
                  <a:pt x="1106" y="5057"/>
                  <a:pt x="1196" y="5134"/>
                  <a:pt x="1291" y="5134"/>
                </a:cubicBezTo>
                <a:cubicBezTo>
                  <a:pt x="1336" y="5134"/>
                  <a:pt x="1381" y="5117"/>
                  <a:pt x="1419" y="5079"/>
                </a:cubicBezTo>
                <a:cubicBezTo>
                  <a:pt x="1927" y="4571"/>
                  <a:pt x="1569" y="4930"/>
                  <a:pt x="2405" y="4093"/>
                </a:cubicBezTo>
                <a:cubicBezTo>
                  <a:pt x="2435" y="4048"/>
                  <a:pt x="2495" y="4034"/>
                  <a:pt x="2540" y="4034"/>
                </a:cubicBezTo>
                <a:lnTo>
                  <a:pt x="4616" y="4034"/>
                </a:lnTo>
                <a:cubicBezTo>
                  <a:pt x="4914" y="4034"/>
                  <a:pt x="5168" y="3780"/>
                  <a:pt x="5168" y="3481"/>
                </a:cubicBezTo>
                <a:lnTo>
                  <a:pt x="5168" y="554"/>
                </a:lnTo>
                <a:cubicBezTo>
                  <a:pt x="5168" y="240"/>
                  <a:pt x="4914" y="1"/>
                  <a:pt x="461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79"/>
          <p:cNvSpPr/>
          <p:nvPr/>
        </p:nvSpPr>
        <p:spPr>
          <a:xfrm>
            <a:off x="7469023" y="2226654"/>
            <a:ext cx="198619" cy="252057"/>
          </a:xfrm>
          <a:custGeom>
            <a:avLst/>
            <a:gdLst/>
            <a:ahLst/>
            <a:cxnLst/>
            <a:rect l="l" t="t" r="r" b="b"/>
            <a:pathLst>
              <a:path w="4019" h="5138" extrusionOk="0">
                <a:moveTo>
                  <a:pt x="3287" y="1"/>
                </a:moveTo>
                <a:lnTo>
                  <a:pt x="3287" y="2749"/>
                </a:lnTo>
                <a:cubicBezTo>
                  <a:pt x="3287" y="3257"/>
                  <a:pt x="2884" y="3675"/>
                  <a:pt x="2376" y="3675"/>
                </a:cubicBezTo>
                <a:lnTo>
                  <a:pt x="404" y="3675"/>
                </a:lnTo>
                <a:lnTo>
                  <a:pt x="1" y="4033"/>
                </a:lnTo>
                <a:lnTo>
                  <a:pt x="1569" y="4033"/>
                </a:lnTo>
                <a:lnTo>
                  <a:pt x="2615" y="5079"/>
                </a:lnTo>
                <a:cubicBezTo>
                  <a:pt x="2650" y="5119"/>
                  <a:pt x="2697" y="5138"/>
                  <a:pt x="2745" y="5138"/>
                </a:cubicBezTo>
                <a:cubicBezTo>
                  <a:pt x="2837" y="5138"/>
                  <a:pt x="2928" y="5068"/>
                  <a:pt x="2928" y="4959"/>
                </a:cubicBezTo>
                <a:lnTo>
                  <a:pt x="2928" y="4033"/>
                </a:lnTo>
                <a:lnTo>
                  <a:pt x="3481" y="4033"/>
                </a:lnTo>
                <a:cubicBezTo>
                  <a:pt x="3780" y="4033"/>
                  <a:pt x="4019" y="3794"/>
                  <a:pt x="4019" y="3481"/>
                </a:cubicBezTo>
                <a:lnTo>
                  <a:pt x="4019" y="553"/>
                </a:lnTo>
                <a:cubicBezTo>
                  <a:pt x="4019" y="240"/>
                  <a:pt x="3780" y="1"/>
                  <a:pt x="34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0" name="Google Shape;1210;p79"/>
          <p:cNvGrpSpPr/>
          <p:nvPr/>
        </p:nvGrpSpPr>
        <p:grpSpPr>
          <a:xfrm>
            <a:off x="6249600" y="2199136"/>
            <a:ext cx="272404" cy="307100"/>
            <a:chOff x="5766270" y="1171705"/>
            <a:chExt cx="272404" cy="307100"/>
          </a:xfrm>
        </p:grpSpPr>
        <p:sp>
          <p:nvSpPr>
            <p:cNvPr id="1211" name="Google Shape;1211;p79"/>
            <p:cNvSpPr/>
            <p:nvPr/>
          </p:nvSpPr>
          <p:spPr>
            <a:xfrm>
              <a:off x="5766270" y="1171705"/>
              <a:ext cx="234053" cy="269718"/>
            </a:xfrm>
            <a:custGeom>
              <a:avLst/>
              <a:gdLst/>
              <a:ahLst/>
              <a:cxnLst/>
              <a:rect l="l" t="t" r="r" b="b"/>
              <a:pathLst>
                <a:path w="4736" h="5498" extrusionOk="0">
                  <a:moveTo>
                    <a:pt x="553" y="1"/>
                  </a:moveTo>
                  <a:cubicBezTo>
                    <a:pt x="255" y="1"/>
                    <a:pt x="1" y="240"/>
                    <a:pt x="1" y="554"/>
                  </a:cubicBezTo>
                  <a:lnTo>
                    <a:pt x="1" y="4975"/>
                  </a:lnTo>
                  <a:cubicBezTo>
                    <a:pt x="1" y="5214"/>
                    <a:pt x="150" y="5423"/>
                    <a:pt x="374" y="5497"/>
                  </a:cubicBezTo>
                  <a:lnTo>
                    <a:pt x="374" y="1793"/>
                  </a:lnTo>
                  <a:cubicBezTo>
                    <a:pt x="374" y="1554"/>
                    <a:pt x="464" y="1330"/>
                    <a:pt x="643" y="1151"/>
                  </a:cubicBezTo>
                  <a:lnTo>
                    <a:pt x="1151" y="628"/>
                  </a:lnTo>
                  <a:cubicBezTo>
                    <a:pt x="1330" y="464"/>
                    <a:pt x="1554" y="359"/>
                    <a:pt x="1808" y="359"/>
                  </a:cubicBezTo>
                  <a:lnTo>
                    <a:pt x="4735" y="359"/>
                  </a:lnTo>
                  <a:cubicBezTo>
                    <a:pt x="4661" y="150"/>
                    <a:pt x="4466" y="1"/>
                    <a:pt x="42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79"/>
            <p:cNvSpPr/>
            <p:nvPr/>
          </p:nvSpPr>
          <p:spPr>
            <a:xfrm>
              <a:off x="5802446" y="1207615"/>
              <a:ext cx="236228" cy="271190"/>
            </a:xfrm>
            <a:custGeom>
              <a:avLst/>
              <a:gdLst/>
              <a:ahLst/>
              <a:cxnLst/>
              <a:rect l="l" t="t" r="r" b="b"/>
              <a:pathLst>
                <a:path w="4780" h="5528" extrusionOk="0">
                  <a:moveTo>
                    <a:pt x="3854" y="1853"/>
                  </a:moveTo>
                  <a:cubicBezTo>
                    <a:pt x="3958" y="1853"/>
                    <a:pt x="4048" y="1942"/>
                    <a:pt x="4048" y="2047"/>
                  </a:cubicBezTo>
                  <a:cubicBezTo>
                    <a:pt x="4048" y="2137"/>
                    <a:pt x="3958" y="2226"/>
                    <a:pt x="3854" y="2226"/>
                  </a:cubicBezTo>
                  <a:lnTo>
                    <a:pt x="926" y="2226"/>
                  </a:lnTo>
                  <a:cubicBezTo>
                    <a:pt x="822" y="2226"/>
                    <a:pt x="732" y="2137"/>
                    <a:pt x="732" y="2047"/>
                  </a:cubicBezTo>
                  <a:cubicBezTo>
                    <a:pt x="732" y="1942"/>
                    <a:pt x="822" y="1853"/>
                    <a:pt x="926" y="1853"/>
                  </a:cubicBezTo>
                  <a:close/>
                  <a:moveTo>
                    <a:pt x="3854" y="2600"/>
                  </a:moveTo>
                  <a:cubicBezTo>
                    <a:pt x="3958" y="2600"/>
                    <a:pt x="4048" y="2674"/>
                    <a:pt x="4048" y="2779"/>
                  </a:cubicBezTo>
                  <a:cubicBezTo>
                    <a:pt x="4048" y="2883"/>
                    <a:pt x="3958" y="2958"/>
                    <a:pt x="3854" y="2958"/>
                  </a:cubicBezTo>
                  <a:lnTo>
                    <a:pt x="926" y="2958"/>
                  </a:lnTo>
                  <a:cubicBezTo>
                    <a:pt x="822" y="2958"/>
                    <a:pt x="732" y="2883"/>
                    <a:pt x="732" y="2779"/>
                  </a:cubicBezTo>
                  <a:cubicBezTo>
                    <a:pt x="732" y="2674"/>
                    <a:pt x="822" y="2600"/>
                    <a:pt x="926" y="2600"/>
                  </a:cubicBezTo>
                  <a:close/>
                  <a:moveTo>
                    <a:pt x="3854" y="3331"/>
                  </a:moveTo>
                  <a:cubicBezTo>
                    <a:pt x="3958" y="3331"/>
                    <a:pt x="4048" y="3406"/>
                    <a:pt x="4048" y="3511"/>
                  </a:cubicBezTo>
                  <a:cubicBezTo>
                    <a:pt x="4048" y="3615"/>
                    <a:pt x="3958" y="3690"/>
                    <a:pt x="3854" y="3690"/>
                  </a:cubicBezTo>
                  <a:lnTo>
                    <a:pt x="926" y="3690"/>
                  </a:lnTo>
                  <a:cubicBezTo>
                    <a:pt x="822" y="3690"/>
                    <a:pt x="732" y="3615"/>
                    <a:pt x="732" y="3511"/>
                  </a:cubicBezTo>
                  <a:cubicBezTo>
                    <a:pt x="732" y="3406"/>
                    <a:pt x="822" y="3331"/>
                    <a:pt x="926" y="3331"/>
                  </a:cubicBezTo>
                  <a:close/>
                  <a:moveTo>
                    <a:pt x="3854" y="4063"/>
                  </a:moveTo>
                  <a:cubicBezTo>
                    <a:pt x="3958" y="4063"/>
                    <a:pt x="4048" y="4138"/>
                    <a:pt x="4048" y="4243"/>
                  </a:cubicBezTo>
                  <a:cubicBezTo>
                    <a:pt x="4048" y="4347"/>
                    <a:pt x="3958" y="4422"/>
                    <a:pt x="3854" y="4422"/>
                  </a:cubicBezTo>
                  <a:lnTo>
                    <a:pt x="926" y="4422"/>
                  </a:lnTo>
                  <a:cubicBezTo>
                    <a:pt x="822" y="4422"/>
                    <a:pt x="732" y="4347"/>
                    <a:pt x="732" y="4243"/>
                  </a:cubicBezTo>
                  <a:cubicBezTo>
                    <a:pt x="732" y="4138"/>
                    <a:pt x="822" y="4063"/>
                    <a:pt x="926" y="4063"/>
                  </a:cubicBezTo>
                  <a:close/>
                  <a:moveTo>
                    <a:pt x="1479" y="1"/>
                  </a:moveTo>
                  <a:lnTo>
                    <a:pt x="1479" y="1285"/>
                  </a:lnTo>
                  <a:cubicBezTo>
                    <a:pt x="1479" y="1390"/>
                    <a:pt x="1390" y="1464"/>
                    <a:pt x="1285" y="1464"/>
                  </a:cubicBezTo>
                  <a:lnTo>
                    <a:pt x="0" y="1464"/>
                  </a:lnTo>
                  <a:lnTo>
                    <a:pt x="0" y="4974"/>
                  </a:lnTo>
                  <a:cubicBezTo>
                    <a:pt x="0" y="5288"/>
                    <a:pt x="254" y="5527"/>
                    <a:pt x="553" y="5527"/>
                  </a:cubicBezTo>
                  <a:lnTo>
                    <a:pt x="4227" y="5527"/>
                  </a:lnTo>
                  <a:cubicBezTo>
                    <a:pt x="4526" y="5527"/>
                    <a:pt x="4780" y="5288"/>
                    <a:pt x="4780" y="4974"/>
                  </a:cubicBezTo>
                  <a:lnTo>
                    <a:pt x="4780" y="553"/>
                  </a:lnTo>
                  <a:cubicBezTo>
                    <a:pt x="4780" y="240"/>
                    <a:pt x="4526" y="1"/>
                    <a:pt x="42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79"/>
            <p:cNvSpPr/>
            <p:nvPr/>
          </p:nvSpPr>
          <p:spPr>
            <a:xfrm>
              <a:off x="5802446" y="1207615"/>
              <a:ext cx="54659" cy="54307"/>
            </a:xfrm>
            <a:custGeom>
              <a:avLst/>
              <a:gdLst/>
              <a:ahLst/>
              <a:cxnLst/>
              <a:rect l="l" t="t" r="r" b="b"/>
              <a:pathLst>
                <a:path w="1106" h="1107" extrusionOk="0">
                  <a:moveTo>
                    <a:pt x="1076" y="1"/>
                  </a:moveTo>
                  <a:cubicBezTo>
                    <a:pt x="926" y="1"/>
                    <a:pt x="792" y="61"/>
                    <a:pt x="688" y="165"/>
                  </a:cubicBezTo>
                  <a:lnTo>
                    <a:pt x="165" y="673"/>
                  </a:lnTo>
                  <a:cubicBezTo>
                    <a:pt x="45" y="807"/>
                    <a:pt x="0" y="942"/>
                    <a:pt x="0" y="1106"/>
                  </a:cubicBezTo>
                  <a:lnTo>
                    <a:pt x="1106" y="1106"/>
                  </a:lnTo>
                  <a:lnTo>
                    <a:pt x="11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dk1"/>
        </a:solidFill>
        <a:effectLst/>
      </p:bgPr>
    </p:bg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" name="Google Shape;1218;p80"/>
          <p:cNvGrpSpPr/>
          <p:nvPr/>
        </p:nvGrpSpPr>
        <p:grpSpPr>
          <a:xfrm>
            <a:off x="3126054" y="3202441"/>
            <a:ext cx="351940" cy="348188"/>
            <a:chOff x="581525" y="3254850"/>
            <a:chExt cx="297750" cy="294575"/>
          </a:xfrm>
        </p:grpSpPr>
        <p:sp>
          <p:nvSpPr>
            <p:cNvPr id="1219" name="Google Shape;1219;p80"/>
            <p:cNvSpPr/>
            <p:nvPr/>
          </p:nvSpPr>
          <p:spPr>
            <a:xfrm>
              <a:off x="616950" y="3358025"/>
              <a:ext cx="89025" cy="86650"/>
            </a:xfrm>
            <a:custGeom>
              <a:avLst/>
              <a:gdLst/>
              <a:ahLst/>
              <a:cxnLst/>
              <a:rect l="l" t="t" r="r" b="b"/>
              <a:pathLst>
                <a:path w="3561" h="3466" extrusionOk="0">
                  <a:moveTo>
                    <a:pt x="1797" y="0"/>
                  </a:moveTo>
                  <a:cubicBezTo>
                    <a:pt x="789" y="0"/>
                    <a:pt x="1" y="788"/>
                    <a:pt x="1" y="1733"/>
                  </a:cubicBezTo>
                  <a:cubicBezTo>
                    <a:pt x="1" y="2710"/>
                    <a:pt x="789" y="3466"/>
                    <a:pt x="1797" y="3466"/>
                  </a:cubicBezTo>
                  <a:cubicBezTo>
                    <a:pt x="2773" y="3466"/>
                    <a:pt x="3561" y="2710"/>
                    <a:pt x="3561" y="1733"/>
                  </a:cubicBezTo>
                  <a:cubicBezTo>
                    <a:pt x="3561" y="788"/>
                    <a:pt x="2773" y="0"/>
                    <a:pt x="17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80"/>
            <p:cNvSpPr/>
            <p:nvPr/>
          </p:nvSpPr>
          <p:spPr>
            <a:xfrm>
              <a:off x="721725" y="3254850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355"/>
                  </a:moveTo>
                  <a:cubicBezTo>
                    <a:pt x="3749" y="1355"/>
                    <a:pt x="4159" y="1827"/>
                    <a:pt x="4159" y="2363"/>
                  </a:cubicBezTo>
                  <a:cubicBezTo>
                    <a:pt x="4159" y="2773"/>
                    <a:pt x="3970" y="3119"/>
                    <a:pt x="3623" y="3277"/>
                  </a:cubicBezTo>
                  <a:cubicBezTo>
                    <a:pt x="3529" y="3308"/>
                    <a:pt x="3497" y="3434"/>
                    <a:pt x="3497" y="3560"/>
                  </a:cubicBezTo>
                  <a:cubicBezTo>
                    <a:pt x="3497" y="3749"/>
                    <a:pt x="3340" y="3907"/>
                    <a:pt x="3151" y="3907"/>
                  </a:cubicBezTo>
                  <a:cubicBezTo>
                    <a:pt x="2962" y="3907"/>
                    <a:pt x="2804" y="3749"/>
                    <a:pt x="2804" y="3560"/>
                  </a:cubicBezTo>
                  <a:cubicBezTo>
                    <a:pt x="2804" y="3151"/>
                    <a:pt x="2993" y="2836"/>
                    <a:pt x="3308" y="2647"/>
                  </a:cubicBezTo>
                  <a:cubicBezTo>
                    <a:pt x="3434" y="2552"/>
                    <a:pt x="3497" y="2458"/>
                    <a:pt x="3497" y="2332"/>
                  </a:cubicBezTo>
                  <a:cubicBezTo>
                    <a:pt x="3497" y="2143"/>
                    <a:pt x="3340" y="1953"/>
                    <a:pt x="3151" y="1953"/>
                  </a:cubicBezTo>
                  <a:cubicBezTo>
                    <a:pt x="2962" y="1953"/>
                    <a:pt x="2804" y="2143"/>
                    <a:pt x="2804" y="2332"/>
                  </a:cubicBezTo>
                  <a:cubicBezTo>
                    <a:pt x="2804" y="2521"/>
                    <a:pt x="2646" y="2678"/>
                    <a:pt x="2426" y="2678"/>
                  </a:cubicBezTo>
                  <a:cubicBezTo>
                    <a:pt x="2237" y="2678"/>
                    <a:pt x="2079" y="2521"/>
                    <a:pt x="2079" y="2332"/>
                  </a:cubicBezTo>
                  <a:cubicBezTo>
                    <a:pt x="2079" y="1827"/>
                    <a:pt x="2552" y="1355"/>
                    <a:pt x="3151" y="1355"/>
                  </a:cubicBezTo>
                  <a:close/>
                  <a:moveTo>
                    <a:pt x="3151" y="4096"/>
                  </a:moveTo>
                  <a:cubicBezTo>
                    <a:pt x="3340" y="4096"/>
                    <a:pt x="3497" y="4253"/>
                    <a:pt x="3497" y="4442"/>
                  </a:cubicBezTo>
                  <a:cubicBezTo>
                    <a:pt x="3497" y="4663"/>
                    <a:pt x="3340" y="4820"/>
                    <a:pt x="3151" y="4820"/>
                  </a:cubicBezTo>
                  <a:cubicBezTo>
                    <a:pt x="2962" y="4820"/>
                    <a:pt x="2804" y="4663"/>
                    <a:pt x="2804" y="4442"/>
                  </a:cubicBezTo>
                  <a:cubicBezTo>
                    <a:pt x="2804" y="4253"/>
                    <a:pt x="2962" y="4096"/>
                    <a:pt x="3151" y="4096"/>
                  </a:cubicBezTo>
                  <a:close/>
                  <a:moveTo>
                    <a:pt x="3182" y="0"/>
                  </a:moveTo>
                  <a:cubicBezTo>
                    <a:pt x="1481" y="0"/>
                    <a:pt x="63" y="1418"/>
                    <a:pt x="63" y="3119"/>
                  </a:cubicBezTo>
                  <a:cubicBezTo>
                    <a:pt x="63" y="3655"/>
                    <a:pt x="189" y="4159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47" y="6238"/>
                    <a:pt x="473" y="6238"/>
                  </a:cubicBezTo>
                  <a:lnTo>
                    <a:pt x="1764" y="5892"/>
                  </a:lnTo>
                  <a:cubicBezTo>
                    <a:pt x="2205" y="6144"/>
                    <a:pt x="2678" y="6238"/>
                    <a:pt x="3182" y="6238"/>
                  </a:cubicBezTo>
                  <a:cubicBezTo>
                    <a:pt x="4915" y="6238"/>
                    <a:pt x="6301" y="4789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80"/>
            <p:cNvSpPr/>
            <p:nvPr/>
          </p:nvSpPr>
          <p:spPr>
            <a:xfrm>
              <a:off x="581525" y="3440725"/>
              <a:ext cx="157550" cy="108700"/>
            </a:xfrm>
            <a:custGeom>
              <a:avLst/>
              <a:gdLst/>
              <a:ahLst/>
              <a:cxnLst/>
              <a:rect l="l" t="t" r="r" b="b"/>
              <a:pathLst>
                <a:path w="6302" h="4348" extrusionOk="0">
                  <a:moveTo>
                    <a:pt x="1355" y="0"/>
                  </a:moveTo>
                  <a:cubicBezTo>
                    <a:pt x="567" y="567"/>
                    <a:pt x="0" y="1513"/>
                    <a:pt x="0" y="2584"/>
                  </a:cubicBezTo>
                  <a:lnTo>
                    <a:pt x="0" y="4001"/>
                  </a:lnTo>
                  <a:cubicBezTo>
                    <a:pt x="63" y="4190"/>
                    <a:pt x="221" y="4348"/>
                    <a:pt x="410" y="4348"/>
                  </a:cubicBezTo>
                  <a:lnTo>
                    <a:pt x="5955" y="4348"/>
                  </a:lnTo>
                  <a:cubicBezTo>
                    <a:pt x="6144" y="4348"/>
                    <a:pt x="6301" y="4190"/>
                    <a:pt x="6301" y="4001"/>
                  </a:cubicBezTo>
                  <a:lnTo>
                    <a:pt x="6301" y="2584"/>
                  </a:lnTo>
                  <a:cubicBezTo>
                    <a:pt x="6301" y="1513"/>
                    <a:pt x="5797" y="599"/>
                    <a:pt x="4978" y="0"/>
                  </a:cubicBezTo>
                  <a:cubicBezTo>
                    <a:pt x="4537" y="536"/>
                    <a:pt x="3875" y="851"/>
                    <a:pt x="3151" y="851"/>
                  </a:cubicBezTo>
                  <a:cubicBezTo>
                    <a:pt x="2458" y="851"/>
                    <a:pt x="1796" y="536"/>
                    <a:pt x="1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2" name="Google Shape;1222;p80"/>
          <p:cNvGrpSpPr/>
          <p:nvPr/>
        </p:nvGrpSpPr>
        <p:grpSpPr>
          <a:xfrm>
            <a:off x="3151006" y="3687418"/>
            <a:ext cx="353802" cy="351497"/>
            <a:chOff x="580725" y="3617925"/>
            <a:chExt cx="299325" cy="297375"/>
          </a:xfrm>
        </p:grpSpPr>
        <p:sp>
          <p:nvSpPr>
            <p:cNvPr id="1223" name="Google Shape;1223;p80"/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80"/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80"/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80"/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80"/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8" name="Google Shape;1228;p80"/>
          <p:cNvGrpSpPr/>
          <p:nvPr/>
        </p:nvGrpSpPr>
        <p:grpSpPr>
          <a:xfrm>
            <a:off x="4402206" y="3688123"/>
            <a:ext cx="350079" cy="350079"/>
            <a:chOff x="583100" y="3982600"/>
            <a:chExt cx="296175" cy="296175"/>
          </a:xfrm>
        </p:grpSpPr>
        <p:sp>
          <p:nvSpPr>
            <p:cNvPr id="1229" name="Google Shape;1229;p80"/>
            <p:cNvSpPr/>
            <p:nvPr/>
          </p:nvSpPr>
          <p:spPr>
            <a:xfrm>
              <a:off x="694925" y="3982600"/>
              <a:ext cx="70925" cy="68550"/>
            </a:xfrm>
            <a:custGeom>
              <a:avLst/>
              <a:gdLst/>
              <a:ahLst/>
              <a:cxnLst/>
              <a:rect l="l" t="t" r="r" b="b"/>
              <a:pathLst>
                <a:path w="2837" h="2742" extrusionOk="0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80"/>
            <p:cNvSpPr/>
            <p:nvPr/>
          </p:nvSpPr>
          <p:spPr>
            <a:xfrm>
              <a:off x="609075" y="4139350"/>
              <a:ext cx="69350" cy="68525"/>
            </a:xfrm>
            <a:custGeom>
              <a:avLst/>
              <a:gdLst/>
              <a:ahLst/>
              <a:cxnLst/>
              <a:rect l="l" t="t" r="r" b="b"/>
              <a:pathLst>
                <a:path w="2774" h="2741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80"/>
            <p:cNvSpPr/>
            <p:nvPr/>
          </p:nvSpPr>
          <p:spPr>
            <a:xfrm>
              <a:off x="783925" y="41401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80"/>
            <p:cNvSpPr/>
            <p:nvPr/>
          </p:nvSpPr>
          <p:spPr>
            <a:xfrm>
              <a:off x="583100" y="4207075"/>
              <a:ext cx="122100" cy="71700"/>
            </a:xfrm>
            <a:custGeom>
              <a:avLst/>
              <a:gdLst/>
              <a:ahLst/>
              <a:cxnLst/>
              <a:rect l="l" t="t" r="r" b="b"/>
              <a:pathLst>
                <a:path w="4884" h="2868" extrusionOk="0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80"/>
            <p:cNvSpPr/>
            <p:nvPr/>
          </p:nvSpPr>
          <p:spPr>
            <a:xfrm>
              <a:off x="669725" y="4049550"/>
              <a:ext cx="122900" cy="72475"/>
            </a:xfrm>
            <a:custGeom>
              <a:avLst/>
              <a:gdLst/>
              <a:ahLst/>
              <a:cxnLst/>
              <a:rect l="l" t="t" r="r" b="b"/>
              <a:pathLst>
                <a:path w="4916" h="2899" extrusionOk="0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80"/>
            <p:cNvSpPr/>
            <p:nvPr/>
          </p:nvSpPr>
          <p:spPr>
            <a:xfrm>
              <a:off x="757150" y="42070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80"/>
            <p:cNvSpPr/>
            <p:nvPr/>
          </p:nvSpPr>
          <p:spPr>
            <a:xfrm>
              <a:off x="691775" y="4139350"/>
              <a:ext cx="77225" cy="64600"/>
            </a:xfrm>
            <a:custGeom>
              <a:avLst/>
              <a:gdLst/>
              <a:ahLst/>
              <a:cxnLst/>
              <a:rect l="l" t="t" r="r" b="b"/>
              <a:pathLst>
                <a:path w="3089" h="2584" extrusionOk="0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6" name="Google Shape;1236;p80"/>
          <p:cNvGrpSpPr/>
          <p:nvPr/>
        </p:nvGrpSpPr>
        <p:grpSpPr>
          <a:xfrm>
            <a:off x="7477873" y="3202186"/>
            <a:ext cx="307231" cy="348690"/>
            <a:chOff x="2423775" y="3226875"/>
            <a:chExt cx="259925" cy="295000"/>
          </a:xfrm>
        </p:grpSpPr>
        <p:sp>
          <p:nvSpPr>
            <p:cNvPr id="1237" name="Google Shape;1237;p80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80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80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0" name="Google Shape;1240;p80"/>
          <p:cNvGrpSpPr/>
          <p:nvPr/>
        </p:nvGrpSpPr>
        <p:grpSpPr>
          <a:xfrm>
            <a:off x="3158758" y="2703516"/>
            <a:ext cx="352857" cy="347301"/>
            <a:chOff x="2404875" y="3592725"/>
            <a:chExt cx="298525" cy="293825"/>
          </a:xfrm>
        </p:grpSpPr>
        <p:sp>
          <p:nvSpPr>
            <p:cNvPr id="1241" name="Google Shape;1241;p80"/>
            <p:cNvSpPr/>
            <p:nvPr/>
          </p:nvSpPr>
          <p:spPr>
            <a:xfrm>
              <a:off x="2404875" y="3747900"/>
              <a:ext cx="52775" cy="138650"/>
            </a:xfrm>
            <a:custGeom>
              <a:avLst/>
              <a:gdLst/>
              <a:ahLst/>
              <a:cxnLst/>
              <a:rect l="l" t="t" r="r" b="b"/>
              <a:pathLst>
                <a:path w="2111" h="554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80"/>
            <p:cNvSpPr/>
            <p:nvPr/>
          </p:nvSpPr>
          <p:spPr>
            <a:xfrm>
              <a:off x="2458425" y="3592725"/>
              <a:ext cx="190625" cy="160700"/>
            </a:xfrm>
            <a:custGeom>
              <a:avLst/>
              <a:gdLst/>
              <a:ahLst/>
              <a:cxnLst/>
              <a:rect l="l" t="t" r="r" b="b"/>
              <a:pathLst>
                <a:path w="7625" h="6428" extrusionOk="0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80"/>
            <p:cNvSpPr/>
            <p:nvPr/>
          </p:nvSpPr>
          <p:spPr>
            <a:xfrm>
              <a:off x="2474975" y="3742775"/>
              <a:ext cx="228425" cy="125650"/>
            </a:xfrm>
            <a:custGeom>
              <a:avLst/>
              <a:gdLst/>
              <a:ahLst/>
              <a:cxnLst/>
              <a:rect l="l" t="t" r="r" b="b"/>
              <a:pathLst>
                <a:path w="9137" h="5026" extrusionOk="0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4" name="Google Shape;1244;p80"/>
          <p:cNvGrpSpPr/>
          <p:nvPr/>
        </p:nvGrpSpPr>
        <p:grpSpPr>
          <a:xfrm>
            <a:off x="3782927" y="2702596"/>
            <a:ext cx="350995" cy="349133"/>
            <a:chOff x="2404875" y="3955825"/>
            <a:chExt cx="296950" cy="295375"/>
          </a:xfrm>
        </p:grpSpPr>
        <p:sp>
          <p:nvSpPr>
            <p:cNvPr id="1245" name="Google Shape;1245;p80"/>
            <p:cNvSpPr/>
            <p:nvPr/>
          </p:nvSpPr>
          <p:spPr>
            <a:xfrm>
              <a:off x="2404875" y="3955825"/>
              <a:ext cx="219775" cy="224500"/>
            </a:xfrm>
            <a:custGeom>
              <a:avLst/>
              <a:gdLst/>
              <a:ahLst/>
              <a:cxnLst/>
              <a:rect l="l" t="t" r="r" b="b"/>
              <a:pathLst>
                <a:path w="8791" h="8980" extrusionOk="0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80"/>
            <p:cNvSpPr/>
            <p:nvPr/>
          </p:nvSpPr>
          <p:spPr>
            <a:xfrm>
              <a:off x="2510400" y="4024075"/>
              <a:ext cx="191425" cy="87575"/>
            </a:xfrm>
            <a:custGeom>
              <a:avLst/>
              <a:gdLst/>
              <a:ahLst/>
              <a:cxnLst/>
              <a:rect l="l" t="t" r="r" b="b"/>
              <a:pathLst>
                <a:path w="7657" h="3503" extrusionOk="0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80"/>
            <p:cNvSpPr/>
            <p:nvPr/>
          </p:nvSpPr>
          <p:spPr>
            <a:xfrm>
              <a:off x="2424550" y="4188175"/>
              <a:ext cx="189050" cy="63025"/>
            </a:xfrm>
            <a:custGeom>
              <a:avLst/>
              <a:gdLst/>
              <a:ahLst/>
              <a:cxnLst/>
              <a:rect l="l" t="t" r="r" b="b"/>
              <a:pathLst>
                <a:path w="7562" h="2521" extrusionOk="0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80"/>
            <p:cNvSpPr/>
            <p:nvPr/>
          </p:nvSpPr>
          <p:spPr>
            <a:xfrm>
              <a:off x="2457625" y="4007025"/>
              <a:ext cx="115025" cy="122100"/>
            </a:xfrm>
            <a:custGeom>
              <a:avLst/>
              <a:gdLst/>
              <a:ahLst/>
              <a:cxnLst/>
              <a:rect l="l" t="t" r="r" b="b"/>
              <a:pathLst>
                <a:path w="4601" h="4884" extrusionOk="0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9" name="Google Shape;1249;p80"/>
          <p:cNvGrpSpPr/>
          <p:nvPr/>
        </p:nvGrpSpPr>
        <p:grpSpPr>
          <a:xfrm>
            <a:off x="5031515" y="2188917"/>
            <a:ext cx="349163" cy="350079"/>
            <a:chOff x="4263650" y="3235150"/>
            <a:chExt cx="295400" cy="296175"/>
          </a:xfrm>
        </p:grpSpPr>
        <p:sp>
          <p:nvSpPr>
            <p:cNvPr id="1250" name="Google Shape;1250;p80"/>
            <p:cNvSpPr/>
            <p:nvPr/>
          </p:nvSpPr>
          <p:spPr>
            <a:xfrm>
              <a:off x="4393625" y="3391100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63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80"/>
            <p:cNvSpPr/>
            <p:nvPr/>
          </p:nvSpPr>
          <p:spPr>
            <a:xfrm>
              <a:off x="4377075" y="3443875"/>
              <a:ext cx="70125" cy="34675"/>
            </a:xfrm>
            <a:custGeom>
              <a:avLst/>
              <a:gdLst/>
              <a:ahLst/>
              <a:cxnLst/>
              <a:rect l="l" t="t" r="r" b="b"/>
              <a:pathLst>
                <a:path w="2805" h="1387" extrusionOk="0">
                  <a:moveTo>
                    <a:pt x="1387" y="0"/>
                  </a:moveTo>
                  <a:cubicBezTo>
                    <a:pt x="631" y="0"/>
                    <a:pt x="1" y="630"/>
                    <a:pt x="1" y="1387"/>
                  </a:cubicBezTo>
                  <a:lnTo>
                    <a:pt x="2805" y="1387"/>
                  </a:lnTo>
                  <a:cubicBezTo>
                    <a:pt x="2805" y="630"/>
                    <a:pt x="2174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80"/>
            <p:cNvSpPr/>
            <p:nvPr/>
          </p:nvSpPr>
          <p:spPr>
            <a:xfrm>
              <a:off x="4333750" y="3357225"/>
              <a:ext cx="156775" cy="174100"/>
            </a:xfrm>
            <a:custGeom>
              <a:avLst/>
              <a:gdLst/>
              <a:ahLst/>
              <a:cxnLst/>
              <a:rect l="l" t="t" r="r" b="b"/>
              <a:pathLst>
                <a:path w="6271" h="6964" extrusionOk="0">
                  <a:moveTo>
                    <a:pt x="3088" y="725"/>
                  </a:moveTo>
                  <a:cubicBezTo>
                    <a:pt x="3813" y="725"/>
                    <a:pt x="4506" y="1356"/>
                    <a:pt x="4506" y="2080"/>
                  </a:cubicBezTo>
                  <a:cubicBezTo>
                    <a:pt x="4506" y="2458"/>
                    <a:pt x="4348" y="2805"/>
                    <a:pt x="4096" y="3025"/>
                  </a:cubicBezTo>
                  <a:cubicBezTo>
                    <a:pt x="4727" y="3372"/>
                    <a:pt x="5168" y="4065"/>
                    <a:pt x="5168" y="4853"/>
                  </a:cubicBezTo>
                  <a:lnTo>
                    <a:pt x="5168" y="5199"/>
                  </a:lnTo>
                  <a:cubicBezTo>
                    <a:pt x="5168" y="5388"/>
                    <a:pt x="5010" y="5546"/>
                    <a:pt x="4821" y="5546"/>
                  </a:cubicBezTo>
                  <a:lnTo>
                    <a:pt x="1293" y="5546"/>
                  </a:lnTo>
                  <a:cubicBezTo>
                    <a:pt x="1103" y="5546"/>
                    <a:pt x="946" y="5388"/>
                    <a:pt x="946" y="5199"/>
                  </a:cubicBezTo>
                  <a:lnTo>
                    <a:pt x="946" y="4853"/>
                  </a:lnTo>
                  <a:lnTo>
                    <a:pt x="1040" y="4853"/>
                  </a:lnTo>
                  <a:cubicBezTo>
                    <a:pt x="1040" y="4065"/>
                    <a:pt x="1450" y="3403"/>
                    <a:pt x="2080" y="3025"/>
                  </a:cubicBezTo>
                  <a:cubicBezTo>
                    <a:pt x="1860" y="2805"/>
                    <a:pt x="1702" y="2458"/>
                    <a:pt x="1702" y="2080"/>
                  </a:cubicBezTo>
                  <a:cubicBezTo>
                    <a:pt x="1702" y="1356"/>
                    <a:pt x="2332" y="725"/>
                    <a:pt x="3088" y="725"/>
                  </a:cubicBezTo>
                  <a:close/>
                  <a:moveTo>
                    <a:pt x="1" y="1"/>
                  </a:moveTo>
                  <a:lnTo>
                    <a:pt x="1" y="6617"/>
                  </a:lnTo>
                  <a:cubicBezTo>
                    <a:pt x="1" y="6806"/>
                    <a:pt x="158" y="6963"/>
                    <a:pt x="347" y="6963"/>
                  </a:cubicBezTo>
                  <a:lnTo>
                    <a:pt x="5924" y="6963"/>
                  </a:lnTo>
                  <a:cubicBezTo>
                    <a:pt x="6113" y="6963"/>
                    <a:pt x="6270" y="6806"/>
                    <a:pt x="6270" y="6617"/>
                  </a:cubicBezTo>
                  <a:lnTo>
                    <a:pt x="6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80"/>
            <p:cNvSpPr/>
            <p:nvPr/>
          </p:nvSpPr>
          <p:spPr>
            <a:xfrm>
              <a:off x="4316425" y="3235150"/>
              <a:ext cx="191425" cy="35475"/>
            </a:xfrm>
            <a:custGeom>
              <a:avLst/>
              <a:gdLst/>
              <a:ahLst/>
              <a:cxnLst/>
              <a:rect l="l" t="t" r="r" b="b"/>
              <a:pathLst>
                <a:path w="7657" h="1419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418"/>
                  </a:lnTo>
                  <a:lnTo>
                    <a:pt x="7625" y="1418"/>
                  </a:lnTo>
                  <a:lnTo>
                    <a:pt x="7625" y="347"/>
                  </a:lnTo>
                  <a:lnTo>
                    <a:pt x="7656" y="347"/>
                  </a:lnTo>
                  <a:cubicBezTo>
                    <a:pt x="7656" y="158"/>
                    <a:pt x="7499" y="1"/>
                    <a:pt x="73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80"/>
            <p:cNvSpPr/>
            <p:nvPr/>
          </p:nvSpPr>
          <p:spPr>
            <a:xfrm>
              <a:off x="4263650" y="3288700"/>
              <a:ext cx="295400" cy="137875"/>
            </a:xfrm>
            <a:custGeom>
              <a:avLst/>
              <a:gdLst/>
              <a:ahLst/>
              <a:cxnLst/>
              <a:rect l="l" t="t" r="r" b="b"/>
              <a:pathLst>
                <a:path w="11816" h="5515" extrusionOk="0">
                  <a:moveTo>
                    <a:pt x="10082" y="662"/>
                  </a:moveTo>
                  <a:cubicBezTo>
                    <a:pt x="10303" y="662"/>
                    <a:pt x="10461" y="820"/>
                    <a:pt x="10461" y="1009"/>
                  </a:cubicBezTo>
                  <a:cubicBezTo>
                    <a:pt x="10461" y="1198"/>
                    <a:pt x="10303" y="1356"/>
                    <a:pt x="10082" y="1356"/>
                  </a:cubicBezTo>
                  <a:cubicBezTo>
                    <a:pt x="9893" y="1356"/>
                    <a:pt x="9736" y="1198"/>
                    <a:pt x="9736" y="1009"/>
                  </a:cubicBezTo>
                  <a:cubicBezTo>
                    <a:pt x="9767" y="820"/>
                    <a:pt x="9893" y="662"/>
                    <a:pt x="10082" y="662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4475"/>
                  </a:lnTo>
                  <a:cubicBezTo>
                    <a:pt x="1" y="5073"/>
                    <a:pt x="473" y="5514"/>
                    <a:pt x="1041" y="5514"/>
                  </a:cubicBezTo>
                  <a:lnTo>
                    <a:pt x="2112" y="5514"/>
                  </a:lnTo>
                  <a:lnTo>
                    <a:pt x="2112" y="2395"/>
                  </a:lnTo>
                  <a:cubicBezTo>
                    <a:pt x="2112" y="2206"/>
                    <a:pt x="2269" y="2049"/>
                    <a:pt x="2458" y="2049"/>
                  </a:cubicBezTo>
                  <a:lnTo>
                    <a:pt x="9421" y="2049"/>
                  </a:lnTo>
                  <a:cubicBezTo>
                    <a:pt x="9610" y="2049"/>
                    <a:pt x="9767" y="2206"/>
                    <a:pt x="9767" y="2395"/>
                  </a:cubicBezTo>
                  <a:lnTo>
                    <a:pt x="9767" y="5514"/>
                  </a:lnTo>
                  <a:lnTo>
                    <a:pt x="10807" y="5514"/>
                  </a:lnTo>
                  <a:cubicBezTo>
                    <a:pt x="11406" y="5514"/>
                    <a:pt x="11815" y="5042"/>
                    <a:pt x="11815" y="4475"/>
                  </a:cubicBezTo>
                  <a:lnTo>
                    <a:pt x="11815" y="1009"/>
                  </a:lnTo>
                  <a:cubicBezTo>
                    <a:pt x="11815" y="410"/>
                    <a:pt x="11343" y="1"/>
                    <a:pt x="10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5" name="Google Shape;1255;p80"/>
          <p:cNvGrpSpPr/>
          <p:nvPr/>
        </p:nvGrpSpPr>
        <p:grpSpPr>
          <a:xfrm>
            <a:off x="5651520" y="3212669"/>
            <a:ext cx="353802" cy="327739"/>
            <a:chOff x="4266025" y="3609275"/>
            <a:chExt cx="299325" cy="277275"/>
          </a:xfrm>
        </p:grpSpPr>
        <p:sp>
          <p:nvSpPr>
            <p:cNvPr id="1256" name="Google Shape;1256;p80"/>
            <p:cNvSpPr/>
            <p:nvPr/>
          </p:nvSpPr>
          <p:spPr>
            <a:xfrm>
              <a:off x="4266025" y="3609275"/>
              <a:ext cx="299325" cy="224500"/>
            </a:xfrm>
            <a:custGeom>
              <a:avLst/>
              <a:gdLst/>
              <a:ahLst/>
              <a:cxnLst/>
              <a:rect l="l" t="t" r="r" b="b"/>
              <a:pathLst>
                <a:path w="11973" h="8980" extrusionOk="0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80"/>
            <p:cNvSpPr/>
            <p:nvPr/>
          </p:nvSpPr>
          <p:spPr>
            <a:xfrm>
              <a:off x="4332975" y="3851850"/>
              <a:ext cx="157550" cy="34700"/>
            </a:xfrm>
            <a:custGeom>
              <a:avLst/>
              <a:gdLst/>
              <a:ahLst/>
              <a:cxnLst/>
              <a:rect l="l" t="t" r="r" b="b"/>
              <a:pathLst>
                <a:path w="6302" h="1388" extrusionOk="0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8" name="Google Shape;1258;p80"/>
          <p:cNvGrpSpPr/>
          <p:nvPr/>
        </p:nvGrpSpPr>
        <p:grpSpPr>
          <a:xfrm>
            <a:off x="5651969" y="3688600"/>
            <a:ext cx="352886" cy="349133"/>
            <a:chOff x="4263650" y="3963700"/>
            <a:chExt cx="298550" cy="295375"/>
          </a:xfrm>
        </p:grpSpPr>
        <p:sp>
          <p:nvSpPr>
            <p:cNvPr id="1259" name="Google Shape;1259;p80"/>
            <p:cNvSpPr/>
            <p:nvPr/>
          </p:nvSpPr>
          <p:spPr>
            <a:xfrm>
              <a:off x="4384950" y="3963700"/>
              <a:ext cx="53575" cy="51225"/>
            </a:xfrm>
            <a:custGeom>
              <a:avLst/>
              <a:gdLst/>
              <a:ahLst/>
              <a:cxnLst/>
              <a:rect l="l" t="t" r="r" b="b"/>
              <a:pathLst>
                <a:path w="2143" h="2049" extrusionOk="0"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1607"/>
                    <a:pt x="473" y="2048"/>
                    <a:pt x="1072" y="2048"/>
                  </a:cubicBezTo>
                  <a:cubicBezTo>
                    <a:pt x="1670" y="2048"/>
                    <a:pt x="2143" y="1576"/>
                    <a:pt x="2143" y="1040"/>
                  </a:cubicBezTo>
                  <a:cubicBezTo>
                    <a:pt x="2143" y="442"/>
                    <a:pt x="1670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80"/>
            <p:cNvSpPr/>
            <p:nvPr/>
          </p:nvSpPr>
          <p:spPr>
            <a:xfrm>
              <a:off x="4315650" y="41369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80"/>
            <p:cNvSpPr/>
            <p:nvPr/>
          </p:nvSpPr>
          <p:spPr>
            <a:xfrm>
              <a:off x="4455850" y="41369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80"/>
            <p:cNvSpPr/>
            <p:nvPr/>
          </p:nvSpPr>
          <p:spPr>
            <a:xfrm>
              <a:off x="4263650" y="4085000"/>
              <a:ext cx="298550" cy="122100"/>
            </a:xfrm>
            <a:custGeom>
              <a:avLst/>
              <a:gdLst/>
              <a:ahLst/>
              <a:cxnLst/>
              <a:rect l="l" t="t" r="r" b="b"/>
              <a:pathLst>
                <a:path w="11942" h="4884" extrusionOk="0">
                  <a:moveTo>
                    <a:pt x="1545" y="0"/>
                  </a:moveTo>
                  <a:cubicBezTo>
                    <a:pt x="1041" y="0"/>
                    <a:pt x="599" y="347"/>
                    <a:pt x="505" y="851"/>
                  </a:cubicBezTo>
                  <a:lnTo>
                    <a:pt x="64" y="3655"/>
                  </a:lnTo>
                  <a:cubicBezTo>
                    <a:pt x="1" y="3970"/>
                    <a:pt x="95" y="4253"/>
                    <a:pt x="284" y="4474"/>
                  </a:cubicBezTo>
                  <a:cubicBezTo>
                    <a:pt x="410" y="4631"/>
                    <a:pt x="599" y="4757"/>
                    <a:pt x="788" y="4789"/>
                  </a:cubicBezTo>
                  <a:cubicBezTo>
                    <a:pt x="1009" y="4442"/>
                    <a:pt x="1324" y="4127"/>
                    <a:pt x="1639" y="3938"/>
                  </a:cubicBezTo>
                  <a:cubicBezTo>
                    <a:pt x="1513" y="3686"/>
                    <a:pt x="1419" y="3434"/>
                    <a:pt x="1419" y="3151"/>
                  </a:cubicBezTo>
                  <a:cubicBezTo>
                    <a:pt x="1419" y="2206"/>
                    <a:pt x="2206" y="1418"/>
                    <a:pt x="3151" y="1418"/>
                  </a:cubicBezTo>
                  <a:cubicBezTo>
                    <a:pt x="4097" y="1418"/>
                    <a:pt x="4884" y="2206"/>
                    <a:pt x="4884" y="3151"/>
                  </a:cubicBezTo>
                  <a:cubicBezTo>
                    <a:pt x="4884" y="3434"/>
                    <a:pt x="4821" y="3686"/>
                    <a:pt x="4695" y="3938"/>
                  </a:cubicBezTo>
                  <a:cubicBezTo>
                    <a:pt x="5042" y="4159"/>
                    <a:pt x="5325" y="4474"/>
                    <a:pt x="5577" y="4883"/>
                  </a:cubicBezTo>
                  <a:lnTo>
                    <a:pt x="6396" y="4883"/>
                  </a:lnTo>
                  <a:cubicBezTo>
                    <a:pt x="6585" y="4537"/>
                    <a:pt x="6900" y="4159"/>
                    <a:pt x="7247" y="3938"/>
                  </a:cubicBezTo>
                  <a:cubicBezTo>
                    <a:pt x="7152" y="3686"/>
                    <a:pt x="7058" y="3434"/>
                    <a:pt x="7058" y="3151"/>
                  </a:cubicBezTo>
                  <a:cubicBezTo>
                    <a:pt x="7058" y="2206"/>
                    <a:pt x="7846" y="1418"/>
                    <a:pt x="8791" y="1418"/>
                  </a:cubicBezTo>
                  <a:cubicBezTo>
                    <a:pt x="9736" y="1418"/>
                    <a:pt x="10524" y="2206"/>
                    <a:pt x="10524" y="3151"/>
                  </a:cubicBezTo>
                  <a:cubicBezTo>
                    <a:pt x="10524" y="3434"/>
                    <a:pt x="10461" y="3686"/>
                    <a:pt x="10334" y="3938"/>
                  </a:cubicBezTo>
                  <a:cubicBezTo>
                    <a:pt x="10681" y="4159"/>
                    <a:pt x="10965" y="4442"/>
                    <a:pt x="11154" y="4789"/>
                  </a:cubicBezTo>
                  <a:cubicBezTo>
                    <a:pt x="11343" y="4757"/>
                    <a:pt x="11563" y="4631"/>
                    <a:pt x="11658" y="4474"/>
                  </a:cubicBezTo>
                  <a:cubicBezTo>
                    <a:pt x="11878" y="4253"/>
                    <a:pt x="11941" y="3938"/>
                    <a:pt x="11910" y="3655"/>
                  </a:cubicBezTo>
                  <a:lnTo>
                    <a:pt x="11343" y="851"/>
                  </a:lnTo>
                  <a:cubicBezTo>
                    <a:pt x="11280" y="347"/>
                    <a:pt x="10839" y="0"/>
                    <a:pt x="10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80"/>
            <p:cNvSpPr/>
            <p:nvPr/>
          </p:nvSpPr>
          <p:spPr>
            <a:xfrm>
              <a:off x="4431425" y="4196825"/>
              <a:ext cx="104000" cy="62250"/>
            </a:xfrm>
            <a:custGeom>
              <a:avLst/>
              <a:gdLst/>
              <a:ahLst/>
              <a:cxnLst/>
              <a:rect l="l" t="t" r="r" b="b"/>
              <a:pathLst>
                <a:path w="4160" h="2490" extrusionOk="0">
                  <a:moveTo>
                    <a:pt x="977" y="1"/>
                  </a:moveTo>
                  <a:cubicBezTo>
                    <a:pt x="536" y="284"/>
                    <a:pt x="189" y="694"/>
                    <a:pt x="63" y="1198"/>
                  </a:cubicBezTo>
                  <a:cubicBezTo>
                    <a:pt x="32" y="1387"/>
                    <a:pt x="0" y="1576"/>
                    <a:pt x="0" y="1797"/>
                  </a:cubicBezTo>
                  <a:lnTo>
                    <a:pt x="0" y="2143"/>
                  </a:lnTo>
                  <a:cubicBezTo>
                    <a:pt x="0" y="2332"/>
                    <a:pt x="158" y="2490"/>
                    <a:pt x="347" y="2490"/>
                  </a:cubicBezTo>
                  <a:lnTo>
                    <a:pt x="3813" y="2490"/>
                  </a:lnTo>
                  <a:cubicBezTo>
                    <a:pt x="4002" y="2490"/>
                    <a:pt x="4159" y="2332"/>
                    <a:pt x="4159" y="2143"/>
                  </a:cubicBezTo>
                  <a:lnTo>
                    <a:pt x="4159" y="1797"/>
                  </a:lnTo>
                  <a:cubicBezTo>
                    <a:pt x="4096" y="1576"/>
                    <a:pt x="4065" y="1356"/>
                    <a:pt x="4002" y="1198"/>
                  </a:cubicBezTo>
                  <a:cubicBezTo>
                    <a:pt x="3844" y="694"/>
                    <a:pt x="3529" y="284"/>
                    <a:pt x="3119" y="1"/>
                  </a:cubicBezTo>
                  <a:cubicBezTo>
                    <a:pt x="2804" y="253"/>
                    <a:pt x="2426" y="410"/>
                    <a:pt x="2048" y="410"/>
                  </a:cubicBezTo>
                  <a:cubicBezTo>
                    <a:pt x="1639" y="410"/>
                    <a:pt x="1261" y="253"/>
                    <a:pt x="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80"/>
            <p:cNvSpPr/>
            <p:nvPr/>
          </p:nvSpPr>
          <p:spPr>
            <a:xfrm>
              <a:off x="4359750" y="4022775"/>
              <a:ext cx="104775" cy="44125"/>
            </a:xfrm>
            <a:custGeom>
              <a:avLst/>
              <a:gdLst/>
              <a:ahLst/>
              <a:cxnLst/>
              <a:rect l="l" t="t" r="r" b="b"/>
              <a:pathLst>
                <a:path w="4191" h="1765" extrusionOk="0">
                  <a:moveTo>
                    <a:pt x="1009" y="0"/>
                  </a:moveTo>
                  <a:cubicBezTo>
                    <a:pt x="379" y="347"/>
                    <a:pt x="0" y="1040"/>
                    <a:pt x="0" y="1765"/>
                  </a:cubicBezTo>
                  <a:lnTo>
                    <a:pt x="4191" y="1765"/>
                  </a:lnTo>
                  <a:cubicBezTo>
                    <a:pt x="4191" y="1040"/>
                    <a:pt x="3813" y="347"/>
                    <a:pt x="3214" y="0"/>
                  </a:cubicBezTo>
                  <a:cubicBezTo>
                    <a:pt x="2899" y="252"/>
                    <a:pt x="2521" y="378"/>
                    <a:pt x="2111" y="378"/>
                  </a:cubicBezTo>
                  <a:cubicBezTo>
                    <a:pt x="1733" y="378"/>
                    <a:pt x="1324" y="252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80"/>
            <p:cNvSpPr/>
            <p:nvPr/>
          </p:nvSpPr>
          <p:spPr>
            <a:xfrm>
              <a:off x="4291225" y="4196825"/>
              <a:ext cx="102425" cy="62250"/>
            </a:xfrm>
            <a:custGeom>
              <a:avLst/>
              <a:gdLst/>
              <a:ahLst/>
              <a:cxnLst/>
              <a:rect l="l" t="t" r="r" b="b"/>
              <a:pathLst>
                <a:path w="4097" h="2490" extrusionOk="0">
                  <a:moveTo>
                    <a:pt x="1009" y="1"/>
                  </a:moveTo>
                  <a:cubicBezTo>
                    <a:pt x="568" y="284"/>
                    <a:pt x="221" y="694"/>
                    <a:pt x="95" y="1198"/>
                  </a:cubicBezTo>
                  <a:cubicBezTo>
                    <a:pt x="64" y="1387"/>
                    <a:pt x="1" y="1576"/>
                    <a:pt x="1" y="1797"/>
                  </a:cubicBezTo>
                  <a:lnTo>
                    <a:pt x="1" y="2143"/>
                  </a:lnTo>
                  <a:cubicBezTo>
                    <a:pt x="1" y="2332"/>
                    <a:pt x="158" y="2490"/>
                    <a:pt x="379" y="2490"/>
                  </a:cubicBezTo>
                  <a:lnTo>
                    <a:pt x="3844" y="2490"/>
                  </a:lnTo>
                  <a:cubicBezTo>
                    <a:pt x="3939" y="2490"/>
                    <a:pt x="4096" y="2332"/>
                    <a:pt x="4096" y="2143"/>
                  </a:cubicBezTo>
                  <a:lnTo>
                    <a:pt x="4096" y="1797"/>
                  </a:lnTo>
                  <a:cubicBezTo>
                    <a:pt x="4096" y="1576"/>
                    <a:pt x="4065" y="1356"/>
                    <a:pt x="4033" y="1198"/>
                  </a:cubicBezTo>
                  <a:cubicBezTo>
                    <a:pt x="3876" y="694"/>
                    <a:pt x="3561" y="284"/>
                    <a:pt x="3120" y="1"/>
                  </a:cubicBezTo>
                  <a:cubicBezTo>
                    <a:pt x="2804" y="253"/>
                    <a:pt x="2458" y="410"/>
                    <a:pt x="2048" y="410"/>
                  </a:cubicBezTo>
                  <a:cubicBezTo>
                    <a:pt x="1670" y="410"/>
                    <a:pt x="1261" y="253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6" name="Google Shape;1266;p80"/>
          <p:cNvGrpSpPr/>
          <p:nvPr/>
        </p:nvGrpSpPr>
        <p:grpSpPr>
          <a:xfrm>
            <a:off x="3151462" y="2188941"/>
            <a:ext cx="352886" cy="350049"/>
            <a:chOff x="946175" y="3253275"/>
            <a:chExt cx="298550" cy="296150"/>
          </a:xfrm>
        </p:grpSpPr>
        <p:sp>
          <p:nvSpPr>
            <p:cNvPr id="1267" name="Google Shape;1267;p80"/>
            <p:cNvSpPr/>
            <p:nvPr/>
          </p:nvSpPr>
          <p:spPr>
            <a:xfrm>
              <a:off x="946175" y="3253275"/>
              <a:ext cx="209550" cy="261500"/>
            </a:xfrm>
            <a:custGeom>
              <a:avLst/>
              <a:gdLst/>
              <a:ahLst/>
              <a:cxnLst/>
              <a:rect l="l" t="t" r="r" b="b"/>
              <a:pathLst>
                <a:path w="8382" h="10460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80"/>
            <p:cNvSpPr/>
            <p:nvPr/>
          </p:nvSpPr>
          <p:spPr>
            <a:xfrm>
              <a:off x="986350" y="3293425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80"/>
            <p:cNvSpPr/>
            <p:nvPr/>
          </p:nvSpPr>
          <p:spPr>
            <a:xfrm>
              <a:off x="1051725" y="3359600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80"/>
            <p:cNvSpPr/>
            <p:nvPr/>
          </p:nvSpPr>
          <p:spPr>
            <a:xfrm>
              <a:off x="980050" y="3289500"/>
              <a:ext cx="192200" cy="242600"/>
            </a:xfrm>
            <a:custGeom>
              <a:avLst/>
              <a:gdLst/>
              <a:ahLst/>
              <a:cxnLst/>
              <a:rect l="l" t="t" r="r" b="b"/>
              <a:pathLst>
                <a:path w="7688" h="9704" extrusionOk="0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80"/>
            <p:cNvSpPr/>
            <p:nvPr/>
          </p:nvSpPr>
          <p:spPr>
            <a:xfrm>
              <a:off x="1154125" y="3460400"/>
              <a:ext cx="90600" cy="89025"/>
            </a:xfrm>
            <a:custGeom>
              <a:avLst/>
              <a:gdLst/>
              <a:ahLst/>
              <a:cxnLst/>
              <a:rect l="l" t="t" r="r" b="b"/>
              <a:pathLst>
                <a:path w="3624" h="3561" extrusionOk="0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2" name="Google Shape;1272;p80"/>
          <p:cNvGrpSpPr/>
          <p:nvPr/>
        </p:nvGrpSpPr>
        <p:grpSpPr>
          <a:xfrm>
            <a:off x="2511508" y="2190312"/>
            <a:ext cx="351024" cy="347301"/>
            <a:chOff x="946175" y="3619500"/>
            <a:chExt cx="296975" cy="293825"/>
          </a:xfrm>
        </p:grpSpPr>
        <p:sp>
          <p:nvSpPr>
            <p:cNvPr id="1273" name="Google Shape;1273;p80"/>
            <p:cNvSpPr/>
            <p:nvPr/>
          </p:nvSpPr>
          <p:spPr>
            <a:xfrm>
              <a:off x="963525" y="3619500"/>
              <a:ext cx="207950" cy="293825"/>
            </a:xfrm>
            <a:custGeom>
              <a:avLst/>
              <a:gdLst/>
              <a:ahLst/>
              <a:cxnLst/>
              <a:rect l="l" t="t" r="r" b="b"/>
              <a:pathLst>
                <a:path w="8318" h="11753" extrusionOk="0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80"/>
            <p:cNvSpPr/>
            <p:nvPr/>
          </p:nvSpPr>
          <p:spPr>
            <a:xfrm>
              <a:off x="1185625" y="3688025"/>
              <a:ext cx="57525" cy="55950"/>
            </a:xfrm>
            <a:custGeom>
              <a:avLst/>
              <a:gdLst/>
              <a:ahLst/>
              <a:cxnLst/>
              <a:rect l="l" t="t" r="r" b="b"/>
              <a:pathLst>
                <a:path w="2301" h="2238" extrusionOk="0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80"/>
            <p:cNvSpPr/>
            <p:nvPr/>
          </p:nvSpPr>
          <p:spPr>
            <a:xfrm>
              <a:off x="1088075" y="3795925"/>
              <a:ext cx="46375" cy="45025"/>
            </a:xfrm>
            <a:custGeom>
              <a:avLst/>
              <a:gdLst/>
              <a:ahLst/>
              <a:cxnLst/>
              <a:rect l="l" t="t" r="r" b="b"/>
              <a:pathLst>
                <a:path w="1855" h="1801" extrusionOk="0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80"/>
            <p:cNvSpPr/>
            <p:nvPr/>
          </p:nvSpPr>
          <p:spPr>
            <a:xfrm>
              <a:off x="1112375" y="3720325"/>
              <a:ext cx="97700" cy="97700"/>
            </a:xfrm>
            <a:custGeom>
              <a:avLst/>
              <a:gdLst/>
              <a:ahLst/>
              <a:cxnLst/>
              <a:rect l="l" t="t" r="r" b="b"/>
              <a:pathLst>
                <a:path w="3908" h="3908" extrusionOk="0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80"/>
            <p:cNvSpPr/>
            <p:nvPr/>
          </p:nvSpPr>
          <p:spPr>
            <a:xfrm>
              <a:off x="1120250" y="3623450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80"/>
            <p:cNvSpPr/>
            <p:nvPr/>
          </p:nvSpPr>
          <p:spPr>
            <a:xfrm>
              <a:off x="946175" y="3879425"/>
              <a:ext cx="166225" cy="33900"/>
            </a:xfrm>
            <a:custGeom>
              <a:avLst/>
              <a:gdLst/>
              <a:ahLst/>
              <a:cxnLst/>
              <a:rect l="l" t="t" r="r" b="b"/>
              <a:pathLst>
                <a:path w="6649" h="1356" extrusionOk="0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9" name="Google Shape;1279;p80"/>
          <p:cNvGrpSpPr/>
          <p:nvPr/>
        </p:nvGrpSpPr>
        <p:grpSpPr>
          <a:xfrm>
            <a:off x="5652446" y="2188466"/>
            <a:ext cx="351940" cy="350995"/>
            <a:chOff x="944600" y="3981825"/>
            <a:chExt cx="297750" cy="296950"/>
          </a:xfrm>
        </p:grpSpPr>
        <p:sp>
          <p:nvSpPr>
            <p:cNvPr id="1280" name="Google Shape;1280;p80"/>
            <p:cNvSpPr/>
            <p:nvPr/>
          </p:nvSpPr>
          <p:spPr>
            <a:xfrm>
              <a:off x="944600" y="3981825"/>
              <a:ext cx="297750" cy="296950"/>
            </a:xfrm>
            <a:custGeom>
              <a:avLst/>
              <a:gdLst/>
              <a:ahLst/>
              <a:cxnLst/>
              <a:rect l="l" t="t" r="r" b="b"/>
              <a:pathLst>
                <a:path w="11910" h="11878" extrusionOk="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80"/>
            <p:cNvSpPr/>
            <p:nvPr/>
          </p:nvSpPr>
          <p:spPr>
            <a:xfrm>
              <a:off x="1058025" y="4155875"/>
              <a:ext cx="72500" cy="52000"/>
            </a:xfrm>
            <a:custGeom>
              <a:avLst/>
              <a:gdLst/>
              <a:ahLst/>
              <a:cxnLst/>
              <a:rect l="l" t="t" r="r" b="b"/>
              <a:pathLst>
                <a:path w="2900" h="2080" extrusionOk="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80"/>
            <p:cNvSpPr/>
            <p:nvPr/>
          </p:nvSpPr>
          <p:spPr>
            <a:xfrm>
              <a:off x="1076150" y="4103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80"/>
            <p:cNvSpPr/>
            <p:nvPr/>
          </p:nvSpPr>
          <p:spPr>
            <a:xfrm>
              <a:off x="1016275" y="4051125"/>
              <a:ext cx="155975" cy="137075"/>
            </a:xfrm>
            <a:custGeom>
              <a:avLst/>
              <a:gdLst/>
              <a:ahLst/>
              <a:cxnLst/>
              <a:rect l="l" t="t" r="r" b="b"/>
              <a:pathLst>
                <a:path w="6239" h="5483" extrusionOk="0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4" name="Google Shape;1284;p80"/>
          <p:cNvGrpSpPr/>
          <p:nvPr/>
        </p:nvGrpSpPr>
        <p:grpSpPr>
          <a:xfrm>
            <a:off x="6907565" y="2702119"/>
            <a:ext cx="227180" cy="350079"/>
            <a:chOff x="2819150" y="3955025"/>
            <a:chExt cx="192200" cy="296175"/>
          </a:xfrm>
        </p:grpSpPr>
        <p:sp>
          <p:nvSpPr>
            <p:cNvPr id="1285" name="Google Shape;1285;p80"/>
            <p:cNvSpPr/>
            <p:nvPr/>
          </p:nvSpPr>
          <p:spPr>
            <a:xfrm>
              <a:off x="2856175" y="4007025"/>
              <a:ext cx="122100" cy="70125"/>
            </a:xfrm>
            <a:custGeom>
              <a:avLst/>
              <a:gdLst/>
              <a:ahLst/>
              <a:cxnLst/>
              <a:rect l="l" t="t" r="r" b="b"/>
              <a:pathLst>
                <a:path w="4884" h="2805" extrusionOk="0">
                  <a:moveTo>
                    <a:pt x="1324" y="0"/>
                  </a:moveTo>
                  <a:cubicBezTo>
                    <a:pt x="631" y="0"/>
                    <a:pt x="127" y="725"/>
                    <a:pt x="347" y="1386"/>
                  </a:cubicBezTo>
                  <a:lnTo>
                    <a:pt x="599" y="2080"/>
                  </a:lnTo>
                  <a:lnTo>
                    <a:pt x="379" y="2080"/>
                  </a:lnTo>
                  <a:cubicBezTo>
                    <a:pt x="158" y="2080"/>
                    <a:pt x="0" y="2237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4506" y="2804"/>
                  </a:lnTo>
                  <a:cubicBezTo>
                    <a:pt x="4726" y="2804"/>
                    <a:pt x="4884" y="2647"/>
                    <a:pt x="4884" y="2458"/>
                  </a:cubicBezTo>
                  <a:cubicBezTo>
                    <a:pt x="4884" y="2237"/>
                    <a:pt x="4726" y="2080"/>
                    <a:pt x="4506" y="2080"/>
                  </a:cubicBezTo>
                  <a:lnTo>
                    <a:pt x="4317" y="2080"/>
                  </a:lnTo>
                  <a:lnTo>
                    <a:pt x="4569" y="1386"/>
                  </a:lnTo>
                  <a:cubicBezTo>
                    <a:pt x="4789" y="725"/>
                    <a:pt x="4285" y="0"/>
                    <a:pt x="35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80"/>
            <p:cNvSpPr/>
            <p:nvPr/>
          </p:nvSpPr>
          <p:spPr>
            <a:xfrm>
              <a:off x="2819150" y="4180300"/>
              <a:ext cx="192200" cy="70900"/>
            </a:xfrm>
            <a:custGeom>
              <a:avLst/>
              <a:gdLst/>
              <a:ahLst/>
              <a:cxnLst/>
              <a:rect l="l" t="t" r="r" b="b"/>
              <a:pathLst>
                <a:path w="7688" h="2836" extrusionOk="0">
                  <a:moveTo>
                    <a:pt x="1418" y="0"/>
                  </a:moveTo>
                  <a:cubicBezTo>
                    <a:pt x="1040" y="0"/>
                    <a:pt x="725" y="315"/>
                    <a:pt x="725" y="725"/>
                  </a:cubicBezTo>
                  <a:lnTo>
                    <a:pt x="725" y="1418"/>
                  </a:lnTo>
                  <a:cubicBezTo>
                    <a:pt x="316" y="1418"/>
                    <a:pt x="1" y="1733"/>
                    <a:pt x="1" y="2143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79" y="2836"/>
                  </a:cubicBezTo>
                  <a:lnTo>
                    <a:pt x="7310" y="2836"/>
                  </a:lnTo>
                  <a:cubicBezTo>
                    <a:pt x="7530" y="2804"/>
                    <a:pt x="7688" y="2678"/>
                    <a:pt x="7688" y="2489"/>
                  </a:cubicBezTo>
                  <a:lnTo>
                    <a:pt x="7688" y="2143"/>
                  </a:lnTo>
                  <a:cubicBezTo>
                    <a:pt x="7688" y="1733"/>
                    <a:pt x="7373" y="1418"/>
                    <a:pt x="6995" y="1418"/>
                  </a:cubicBezTo>
                  <a:lnTo>
                    <a:pt x="6995" y="725"/>
                  </a:lnTo>
                  <a:cubicBezTo>
                    <a:pt x="6995" y="315"/>
                    <a:pt x="6680" y="0"/>
                    <a:pt x="6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80"/>
            <p:cNvSpPr/>
            <p:nvPr/>
          </p:nvSpPr>
          <p:spPr>
            <a:xfrm>
              <a:off x="2882950" y="3955025"/>
              <a:ext cx="68550" cy="35475"/>
            </a:xfrm>
            <a:custGeom>
              <a:avLst/>
              <a:gdLst/>
              <a:ahLst/>
              <a:cxnLst/>
              <a:rect l="l" t="t" r="r" b="b"/>
              <a:pathLst>
                <a:path w="2742" h="1419" extrusionOk="0">
                  <a:moveTo>
                    <a:pt x="1355" y="1"/>
                  </a:moveTo>
                  <a:cubicBezTo>
                    <a:pt x="1166" y="1"/>
                    <a:pt x="1009" y="158"/>
                    <a:pt x="1009" y="348"/>
                  </a:cubicBezTo>
                  <a:lnTo>
                    <a:pt x="1009" y="726"/>
                  </a:lnTo>
                  <a:cubicBezTo>
                    <a:pt x="568" y="820"/>
                    <a:pt x="221" y="1072"/>
                    <a:pt x="1" y="1419"/>
                  </a:cubicBezTo>
                  <a:lnTo>
                    <a:pt x="2742" y="1419"/>
                  </a:lnTo>
                  <a:cubicBezTo>
                    <a:pt x="2521" y="1104"/>
                    <a:pt x="2111" y="852"/>
                    <a:pt x="1733" y="726"/>
                  </a:cubicBezTo>
                  <a:lnTo>
                    <a:pt x="1733" y="348"/>
                  </a:lnTo>
                  <a:cubicBezTo>
                    <a:pt x="1670" y="158"/>
                    <a:pt x="1513" y="1"/>
                    <a:pt x="1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80"/>
            <p:cNvSpPr/>
            <p:nvPr/>
          </p:nvSpPr>
          <p:spPr>
            <a:xfrm>
              <a:off x="2856975" y="4093650"/>
              <a:ext cx="118950" cy="70125"/>
            </a:xfrm>
            <a:custGeom>
              <a:avLst/>
              <a:gdLst/>
              <a:ahLst/>
              <a:cxnLst/>
              <a:rect l="l" t="t" r="r" b="b"/>
              <a:pathLst>
                <a:path w="4758" h="2805" extrusionOk="0">
                  <a:moveTo>
                    <a:pt x="473" y="1"/>
                  </a:moveTo>
                  <a:lnTo>
                    <a:pt x="0" y="2805"/>
                  </a:lnTo>
                  <a:lnTo>
                    <a:pt x="4757" y="2805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9" name="Google Shape;1289;p80"/>
          <p:cNvGrpSpPr/>
          <p:nvPr/>
        </p:nvGrpSpPr>
        <p:grpSpPr>
          <a:xfrm>
            <a:off x="4402679" y="2189844"/>
            <a:ext cx="349133" cy="348217"/>
            <a:chOff x="4629125" y="3235150"/>
            <a:chExt cx="295375" cy="294600"/>
          </a:xfrm>
        </p:grpSpPr>
        <p:sp>
          <p:nvSpPr>
            <p:cNvPr id="1290" name="Google Shape;1290;p80"/>
            <p:cNvSpPr/>
            <p:nvPr/>
          </p:nvSpPr>
          <p:spPr>
            <a:xfrm>
              <a:off x="4696850" y="33911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64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80"/>
            <p:cNvSpPr/>
            <p:nvPr/>
          </p:nvSpPr>
          <p:spPr>
            <a:xfrm>
              <a:off x="4680300" y="3443875"/>
              <a:ext cx="69350" cy="34675"/>
            </a:xfrm>
            <a:custGeom>
              <a:avLst/>
              <a:gdLst/>
              <a:ahLst/>
              <a:cxnLst/>
              <a:rect l="l" t="t" r="r" b="b"/>
              <a:pathLst>
                <a:path w="2774" h="1387" extrusionOk="0">
                  <a:moveTo>
                    <a:pt x="1387" y="0"/>
                  </a:moveTo>
                  <a:cubicBezTo>
                    <a:pt x="631" y="0"/>
                    <a:pt x="1" y="630"/>
                    <a:pt x="1" y="1387"/>
                  </a:cubicBezTo>
                  <a:lnTo>
                    <a:pt x="2773" y="1387"/>
                  </a:lnTo>
                  <a:cubicBezTo>
                    <a:pt x="2773" y="630"/>
                    <a:pt x="2175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80"/>
            <p:cNvSpPr/>
            <p:nvPr/>
          </p:nvSpPr>
          <p:spPr>
            <a:xfrm>
              <a:off x="4629125" y="3339900"/>
              <a:ext cx="295375" cy="189850"/>
            </a:xfrm>
            <a:custGeom>
              <a:avLst/>
              <a:gdLst/>
              <a:ahLst/>
              <a:cxnLst/>
              <a:rect l="l" t="t" r="r" b="b"/>
              <a:pathLst>
                <a:path w="11815" h="7594" extrusionOk="0">
                  <a:moveTo>
                    <a:pt x="10050" y="2080"/>
                  </a:moveTo>
                  <a:cubicBezTo>
                    <a:pt x="10239" y="2080"/>
                    <a:pt x="10397" y="2238"/>
                    <a:pt x="10397" y="2427"/>
                  </a:cubicBezTo>
                  <a:cubicBezTo>
                    <a:pt x="10397" y="2616"/>
                    <a:pt x="10239" y="2773"/>
                    <a:pt x="10050" y="2773"/>
                  </a:cubicBezTo>
                  <a:lnTo>
                    <a:pt x="6553" y="2773"/>
                  </a:lnTo>
                  <a:cubicBezTo>
                    <a:pt x="6333" y="2773"/>
                    <a:pt x="6175" y="2616"/>
                    <a:pt x="6175" y="2427"/>
                  </a:cubicBezTo>
                  <a:cubicBezTo>
                    <a:pt x="6175" y="2238"/>
                    <a:pt x="6333" y="2080"/>
                    <a:pt x="6553" y="2080"/>
                  </a:cubicBezTo>
                  <a:close/>
                  <a:moveTo>
                    <a:pt x="10050" y="3466"/>
                  </a:moveTo>
                  <a:cubicBezTo>
                    <a:pt x="10239" y="3466"/>
                    <a:pt x="10397" y="3624"/>
                    <a:pt x="10397" y="3813"/>
                  </a:cubicBezTo>
                  <a:cubicBezTo>
                    <a:pt x="10397" y="4002"/>
                    <a:pt x="10239" y="4159"/>
                    <a:pt x="10050" y="4159"/>
                  </a:cubicBezTo>
                  <a:lnTo>
                    <a:pt x="6553" y="4159"/>
                  </a:lnTo>
                  <a:cubicBezTo>
                    <a:pt x="6333" y="4159"/>
                    <a:pt x="6175" y="4002"/>
                    <a:pt x="6175" y="3813"/>
                  </a:cubicBezTo>
                  <a:cubicBezTo>
                    <a:pt x="6175" y="3624"/>
                    <a:pt x="6333" y="3466"/>
                    <a:pt x="6553" y="3466"/>
                  </a:cubicBezTo>
                  <a:close/>
                  <a:moveTo>
                    <a:pt x="10050" y="4821"/>
                  </a:moveTo>
                  <a:cubicBezTo>
                    <a:pt x="10239" y="4821"/>
                    <a:pt x="10397" y="4978"/>
                    <a:pt x="10397" y="5199"/>
                  </a:cubicBezTo>
                  <a:cubicBezTo>
                    <a:pt x="10397" y="5388"/>
                    <a:pt x="10239" y="5546"/>
                    <a:pt x="10050" y="5546"/>
                  </a:cubicBezTo>
                  <a:lnTo>
                    <a:pt x="6553" y="5546"/>
                  </a:lnTo>
                  <a:cubicBezTo>
                    <a:pt x="6333" y="5546"/>
                    <a:pt x="6175" y="5388"/>
                    <a:pt x="6175" y="5199"/>
                  </a:cubicBezTo>
                  <a:cubicBezTo>
                    <a:pt x="6175" y="4978"/>
                    <a:pt x="6333" y="4821"/>
                    <a:pt x="6553" y="4821"/>
                  </a:cubicBezTo>
                  <a:close/>
                  <a:moveTo>
                    <a:pt x="3403" y="1418"/>
                  </a:moveTo>
                  <a:cubicBezTo>
                    <a:pt x="4127" y="1418"/>
                    <a:pt x="4757" y="2049"/>
                    <a:pt x="4757" y="2773"/>
                  </a:cubicBezTo>
                  <a:cubicBezTo>
                    <a:pt x="4757" y="3151"/>
                    <a:pt x="4600" y="3498"/>
                    <a:pt x="4379" y="3718"/>
                  </a:cubicBezTo>
                  <a:cubicBezTo>
                    <a:pt x="5009" y="4065"/>
                    <a:pt x="5451" y="4758"/>
                    <a:pt x="5451" y="5546"/>
                  </a:cubicBezTo>
                  <a:lnTo>
                    <a:pt x="5451" y="5892"/>
                  </a:lnTo>
                  <a:lnTo>
                    <a:pt x="5514" y="5892"/>
                  </a:lnTo>
                  <a:cubicBezTo>
                    <a:pt x="5514" y="6081"/>
                    <a:pt x="5356" y="6239"/>
                    <a:pt x="5167" y="6239"/>
                  </a:cubicBezTo>
                  <a:lnTo>
                    <a:pt x="1701" y="6239"/>
                  </a:lnTo>
                  <a:cubicBezTo>
                    <a:pt x="1512" y="6239"/>
                    <a:pt x="1355" y="6081"/>
                    <a:pt x="1355" y="5892"/>
                  </a:cubicBezTo>
                  <a:lnTo>
                    <a:pt x="1355" y="5546"/>
                  </a:lnTo>
                  <a:cubicBezTo>
                    <a:pt x="1355" y="4758"/>
                    <a:pt x="1764" y="4096"/>
                    <a:pt x="2395" y="3718"/>
                  </a:cubicBezTo>
                  <a:cubicBezTo>
                    <a:pt x="2174" y="3498"/>
                    <a:pt x="2016" y="3151"/>
                    <a:pt x="2016" y="2773"/>
                  </a:cubicBezTo>
                  <a:cubicBezTo>
                    <a:pt x="2016" y="2049"/>
                    <a:pt x="2647" y="1418"/>
                    <a:pt x="3403" y="1418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09"/>
                  </a:cubicBezTo>
                  <a:lnTo>
                    <a:pt x="0" y="6554"/>
                  </a:lnTo>
                  <a:cubicBezTo>
                    <a:pt x="0" y="7152"/>
                    <a:pt x="473" y="7593"/>
                    <a:pt x="1040" y="7593"/>
                  </a:cubicBezTo>
                  <a:lnTo>
                    <a:pt x="10806" y="7593"/>
                  </a:lnTo>
                  <a:cubicBezTo>
                    <a:pt x="11373" y="7593"/>
                    <a:pt x="11815" y="7121"/>
                    <a:pt x="11815" y="6554"/>
                  </a:cubicBezTo>
                  <a:lnTo>
                    <a:pt x="11815" y="1009"/>
                  </a:lnTo>
                  <a:cubicBezTo>
                    <a:pt x="11783" y="473"/>
                    <a:pt x="11310" y="1"/>
                    <a:pt x="10743" y="1"/>
                  </a:cubicBezTo>
                  <a:lnTo>
                    <a:pt x="7593" y="1"/>
                  </a:lnTo>
                  <a:lnTo>
                    <a:pt x="7593" y="347"/>
                  </a:lnTo>
                  <a:cubicBezTo>
                    <a:pt x="7593" y="946"/>
                    <a:pt x="7120" y="1355"/>
                    <a:pt x="6585" y="1355"/>
                  </a:cubicBezTo>
                  <a:lnTo>
                    <a:pt x="5198" y="1355"/>
                  </a:lnTo>
                  <a:cubicBezTo>
                    <a:pt x="4600" y="1355"/>
                    <a:pt x="4190" y="883"/>
                    <a:pt x="4190" y="347"/>
                  </a:cubicBezTo>
                  <a:lnTo>
                    <a:pt x="41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80"/>
            <p:cNvSpPr/>
            <p:nvPr/>
          </p:nvSpPr>
          <p:spPr>
            <a:xfrm>
              <a:off x="4714975" y="3287125"/>
              <a:ext cx="122100" cy="70125"/>
            </a:xfrm>
            <a:custGeom>
              <a:avLst/>
              <a:gdLst/>
              <a:ahLst/>
              <a:cxnLst/>
              <a:rect l="l" t="t" r="r" b="b"/>
              <a:pathLst>
                <a:path w="4884" h="2805" extrusionOk="0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1104"/>
                    <a:pt x="315" y="1419"/>
                    <a:pt x="693" y="1419"/>
                  </a:cubicBezTo>
                  <a:lnTo>
                    <a:pt x="1418" y="1419"/>
                  </a:lnTo>
                  <a:lnTo>
                    <a:pt x="1418" y="2458"/>
                  </a:lnTo>
                  <a:cubicBezTo>
                    <a:pt x="1386" y="2647"/>
                    <a:pt x="1544" y="2805"/>
                    <a:pt x="1733" y="2805"/>
                  </a:cubicBezTo>
                  <a:lnTo>
                    <a:pt x="3119" y="2805"/>
                  </a:lnTo>
                  <a:cubicBezTo>
                    <a:pt x="3308" y="2805"/>
                    <a:pt x="3466" y="2647"/>
                    <a:pt x="3466" y="2458"/>
                  </a:cubicBezTo>
                  <a:lnTo>
                    <a:pt x="3466" y="1419"/>
                  </a:lnTo>
                  <a:lnTo>
                    <a:pt x="4159" y="1419"/>
                  </a:lnTo>
                  <a:cubicBezTo>
                    <a:pt x="4568" y="1419"/>
                    <a:pt x="4883" y="1104"/>
                    <a:pt x="4883" y="725"/>
                  </a:cubicBezTo>
                  <a:cubicBezTo>
                    <a:pt x="4883" y="316"/>
                    <a:pt x="4568" y="1"/>
                    <a:pt x="41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80"/>
            <p:cNvSpPr/>
            <p:nvPr/>
          </p:nvSpPr>
          <p:spPr>
            <a:xfrm>
              <a:off x="4732300" y="3235150"/>
              <a:ext cx="86650" cy="35475"/>
            </a:xfrm>
            <a:custGeom>
              <a:avLst/>
              <a:gdLst/>
              <a:ahLst/>
              <a:cxnLst/>
              <a:rect l="l" t="t" r="r" b="b"/>
              <a:pathLst>
                <a:path w="3466" h="1419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3466" y="1418"/>
                  </a:lnTo>
                  <a:lnTo>
                    <a:pt x="3466" y="347"/>
                  </a:lnTo>
                  <a:cubicBezTo>
                    <a:pt x="3466" y="158"/>
                    <a:pt x="3308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5" name="Google Shape;1295;p80"/>
          <p:cNvGrpSpPr/>
          <p:nvPr/>
        </p:nvGrpSpPr>
        <p:grpSpPr>
          <a:xfrm>
            <a:off x="6242750" y="2188941"/>
            <a:ext cx="350995" cy="350049"/>
            <a:chOff x="1310075" y="3253275"/>
            <a:chExt cx="296950" cy="296150"/>
          </a:xfrm>
        </p:grpSpPr>
        <p:sp>
          <p:nvSpPr>
            <p:cNvPr id="1296" name="Google Shape;1296;p80"/>
            <p:cNvSpPr/>
            <p:nvPr/>
          </p:nvSpPr>
          <p:spPr>
            <a:xfrm>
              <a:off x="1423475" y="33596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80"/>
            <p:cNvSpPr/>
            <p:nvPr/>
          </p:nvSpPr>
          <p:spPr>
            <a:xfrm>
              <a:off x="1310075" y="3253275"/>
              <a:ext cx="296950" cy="296150"/>
            </a:xfrm>
            <a:custGeom>
              <a:avLst/>
              <a:gdLst/>
              <a:ahLst/>
              <a:cxnLst/>
              <a:rect l="l" t="t" r="r" b="b"/>
              <a:pathLst>
                <a:path w="11878" h="11846" extrusionOk="0">
                  <a:moveTo>
                    <a:pt x="5923" y="2111"/>
                  </a:moveTo>
                  <a:cubicBezTo>
                    <a:pt x="8003" y="2111"/>
                    <a:pt x="9735" y="3812"/>
                    <a:pt x="9735" y="5923"/>
                  </a:cubicBezTo>
                  <a:cubicBezTo>
                    <a:pt x="9735" y="8034"/>
                    <a:pt x="8034" y="9767"/>
                    <a:pt x="5923" y="9767"/>
                  </a:cubicBezTo>
                  <a:cubicBezTo>
                    <a:pt x="3844" y="9767"/>
                    <a:pt x="2080" y="8065"/>
                    <a:pt x="2080" y="5923"/>
                  </a:cubicBezTo>
                  <a:cubicBezTo>
                    <a:pt x="2111" y="3844"/>
                    <a:pt x="3844" y="2111"/>
                    <a:pt x="5923" y="2111"/>
                  </a:cubicBezTo>
                  <a:close/>
                  <a:moveTo>
                    <a:pt x="5262" y="0"/>
                  </a:moveTo>
                  <a:cubicBezTo>
                    <a:pt x="5104" y="0"/>
                    <a:pt x="4947" y="95"/>
                    <a:pt x="4884" y="252"/>
                  </a:cubicBezTo>
                  <a:lnTo>
                    <a:pt x="4726" y="1166"/>
                  </a:lnTo>
                  <a:cubicBezTo>
                    <a:pt x="4253" y="1292"/>
                    <a:pt x="3844" y="1481"/>
                    <a:pt x="3434" y="1733"/>
                  </a:cubicBezTo>
                  <a:lnTo>
                    <a:pt x="2678" y="1197"/>
                  </a:lnTo>
                  <a:cubicBezTo>
                    <a:pt x="2641" y="1160"/>
                    <a:pt x="2584" y="1142"/>
                    <a:pt x="2523" y="1142"/>
                  </a:cubicBezTo>
                  <a:cubicBezTo>
                    <a:pt x="2429" y="1142"/>
                    <a:pt x="2326" y="1184"/>
                    <a:pt x="2269" y="1260"/>
                  </a:cubicBezTo>
                  <a:lnTo>
                    <a:pt x="1260" y="2237"/>
                  </a:lnTo>
                  <a:cubicBezTo>
                    <a:pt x="1166" y="2363"/>
                    <a:pt x="1166" y="2552"/>
                    <a:pt x="1229" y="2678"/>
                  </a:cubicBezTo>
                  <a:lnTo>
                    <a:pt x="1733" y="3403"/>
                  </a:lnTo>
                  <a:cubicBezTo>
                    <a:pt x="1512" y="3812"/>
                    <a:pt x="1323" y="4253"/>
                    <a:pt x="1197" y="4726"/>
                  </a:cubicBezTo>
                  <a:lnTo>
                    <a:pt x="284" y="4883"/>
                  </a:lnTo>
                  <a:cubicBezTo>
                    <a:pt x="126" y="4915"/>
                    <a:pt x="0" y="5041"/>
                    <a:pt x="0" y="5230"/>
                  </a:cubicBezTo>
                  <a:lnTo>
                    <a:pt x="0" y="6616"/>
                  </a:lnTo>
                  <a:cubicBezTo>
                    <a:pt x="0" y="6805"/>
                    <a:pt x="126" y="6963"/>
                    <a:pt x="284" y="6963"/>
                  </a:cubicBezTo>
                  <a:lnTo>
                    <a:pt x="1197" y="7120"/>
                  </a:lnTo>
                  <a:cubicBezTo>
                    <a:pt x="1292" y="7593"/>
                    <a:pt x="1512" y="8002"/>
                    <a:pt x="1733" y="8412"/>
                  </a:cubicBezTo>
                  <a:lnTo>
                    <a:pt x="1229" y="9168"/>
                  </a:lnTo>
                  <a:cubicBezTo>
                    <a:pt x="1103" y="9263"/>
                    <a:pt x="1166" y="9483"/>
                    <a:pt x="1260" y="9578"/>
                  </a:cubicBezTo>
                  <a:lnTo>
                    <a:pt x="2269" y="10586"/>
                  </a:lnTo>
                  <a:cubicBezTo>
                    <a:pt x="2321" y="10638"/>
                    <a:pt x="2411" y="10661"/>
                    <a:pt x="2497" y="10661"/>
                  </a:cubicBezTo>
                  <a:cubicBezTo>
                    <a:pt x="2568" y="10661"/>
                    <a:pt x="2636" y="10646"/>
                    <a:pt x="2678" y="10617"/>
                  </a:cubicBezTo>
                  <a:lnTo>
                    <a:pt x="3434" y="10113"/>
                  </a:lnTo>
                  <a:cubicBezTo>
                    <a:pt x="3844" y="10334"/>
                    <a:pt x="4253" y="10554"/>
                    <a:pt x="4726" y="10649"/>
                  </a:cubicBezTo>
                  <a:lnTo>
                    <a:pt x="4884" y="11562"/>
                  </a:lnTo>
                  <a:cubicBezTo>
                    <a:pt x="4947" y="11720"/>
                    <a:pt x="5041" y="11846"/>
                    <a:pt x="5262" y="11846"/>
                  </a:cubicBezTo>
                  <a:lnTo>
                    <a:pt x="6616" y="11846"/>
                  </a:lnTo>
                  <a:cubicBezTo>
                    <a:pt x="6774" y="11846"/>
                    <a:pt x="6931" y="11720"/>
                    <a:pt x="6994" y="11562"/>
                  </a:cubicBezTo>
                  <a:lnTo>
                    <a:pt x="7152" y="10649"/>
                  </a:lnTo>
                  <a:cubicBezTo>
                    <a:pt x="7624" y="10523"/>
                    <a:pt x="8034" y="10334"/>
                    <a:pt x="8444" y="10113"/>
                  </a:cubicBezTo>
                  <a:lnTo>
                    <a:pt x="9200" y="10617"/>
                  </a:lnTo>
                  <a:cubicBezTo>
                    <a:pt x="9242" y="10646"/>
                    <a:pt x="9310" y="10661"/>
                    <a:pt x="9381" y="10661"/>
                  </a:cubicBezTo>
                  <a:cubicBezTo>
                    <a:pt x="9467" y="10661"/>
                    <a:pt x="9557" y="10638"/>
                    <a:pt x="9609" y="10586"/>
                  </a:cubicBezTo>
                  <a:lnTo>
                    <a:pt x="10617" y="9578"/>
                  </a:lnTo>
                  <a:cubicBezTo>
                    <a:pt x="10712" y="9483"/>
                    <a:pt x="10712" y="9263"/>
                    <a:pt x="10649" y="9168"/>
                  </a:cubicBezTo>
                  <a:lnTo>
                    <a:pt x="10145" y="8412"/>
                  </a:lnTo>
                  <a:cubicBezTo>
                    <a:pt x="10365" y="8002"/>
                    <a:pt x="10554" y="7593"/>
                    <a:pt x="10680" y="7120"/>
                  </a:cubicBezTo>
                  <a:lnTo>
                    <a:pt x="11594" y="6963"/>
                  </a:lnTo>
                  <a:cubicBezTo>
                    <a:pt x="11752" y="6900"/>
                    <a:pt x="11878" y="6805"/>
                    <a:pt x="11878" y="6616"/>
                  </a:cubicBezTo>
                  <a:lnTo>
                    <a:pt x="11878" y="5230"/>
                  </a:lnTo>
                  <a:cubicBezTo>
                    <a:pt x="11878" y="5072"/>
                    <a:pt x="11752" y="4915"/>
                    <a:pt x="11594" y="4883"/>
                  </a:cubicBezTo>
                  <a:lnTo>
                    <a:pt x="10680" y="4726"/>
                  </a:lnTo>
                  <a:cubicBezTo>
                    <a:pt x="10554" y="4253"/>
                    <a:pt x="10365" y="3812"/>
                    <a:pt x="10145" y="3403"/>
                  </a:cubicBezTo>
                  <a:lnTo>
                    <a:pt x="10649" y="2678"/>
                  </a:lnTo>
                  <a:cubicBezTo>
                    <a:pt x="10775" y="2552"/>
                    <a:pt x="10712" y="2363"/>
                    <a:pt x="10617" y="2237"/>
                  </a:cubicBezTo>
                  <a:lnTo>
                    <a:pt x="9609" y="1260"/>
                  </a:lnTo>
                  <a:cubicBezTo>
                    <a:pt x="9554" y="1187"/>
                    <a:pt x="9455" y="1156"/>
                    <a:pt x="9364" y="1156"/>
                  </a:cubicBezTo>
                  <a:cubicBezTo>
                    <a:pt x="9300" y="1156"/>
                    <a:pt x="9239" y="1171"/>
                    <a:pt x="9200" y="1197"/>
                  </a:cubicBezTo>
                  <a:lnTo>
                    <a:pt x="8444" y="1733"/>
                  </a:lnTo>
                  <a:cubicBezTo>
                    <a:pt x="8034" y="1481"/>
                    <a:pt x="7624" y="1292"/>
                    <a:pt x="7152" y="1166"/>
                  </a:cubicBezTo>
                  <a:lnTo>
                    <a:pt x="6994" y="252"/>
                  </a:lnTo>
                  <a:cubicBezTo>
                    <a:pt x="6931" y="95"/>
                    <a:pt x="6837" y="0"/>
                    <a:pt x="6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80"/>
            <p:cNvSpPr/>
            <p:nvPr/>
          </p:nvSpPr>
          <p:spPr>
            <a:xfrm>
              <a:off x="1399850" y="3426550"/>
              <a:ext cx="116600" cy="52800"/>
            </a:xfrm>
            <a:custGeom>
              <a:avLst/>
              <a:gdLst/>
              <a:ahLst/>
              <a:cxnLst/>
              <a:rect l="l" t="t" r="r" b="b"/>
              <a:pathLst>
                <a:path w="4664" h="2112" extrusionOk="0">
                  <a:moveTo>
                    <a:pt x="725" y="0"/>
                  </a:moveTo>
                  <a:cubicBezTo>
                    <a:pt x="410" y="252"/>
                    <a:pt x="127" y="662"/>
                    <a:pt x="1" y="1103"/>
                  </a:cubicBezTo>
                  <a:cubicBezTo>
                    <a:pt x="599" y="1733"/>
                    <a:pt x="1387" y="2111"/>
                    <a:pt x="2332" y="2111"/>
                  </a:cubicBezTo>
                  <a:cubicBezTo>
                    <a:pt x="3246" y="2111"/>
                    <a:pt x="4065" y="1733"/>
                    <a:pt x="4664" y="1103"/>
                  </a:cubicBezTo>
                  <a:cubicBezTo>
                    <a:pt x="4538" y="662"/>
                    <a:pt x="4254" y="252"/>
                    <a:pt x="3939" y="0"/>
                  </a:cubicBezTo>
                  <a:cubicBezTo>
                    <a:pt x="3561" y="473"/>
                    <a:pt x="2994" y="788"/>
                    <a:pt x="2332" y="788"/>
                  </a:cubicBezTo>
                  <a:cubicBezTo>
                    <a:pt x="1702" y="788"/>
                    <a:pt x="1103" y="473"/>
                    <a:pt x="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9" name="Google Shape;1299;p80"/>
          <p:cNvSpPr/>
          <p:nvPr/>
        </p:nvSpPr>
        <p:spPr>
          <a:xfrm>
            <a:off x="6839767" y="3202895"/>
            <a:ext cx="348217" cy="347272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0" name="Google Shape;1300;p80"/>
          <p:cNvGrpSpPr/>
          <p:nvPr/>
        </p:nvGrpSpPr>
        <p:grpSpPr>
          <a:xfrm>
            <a:off x="6242276" y="3200702"/>
            <a:ext cx="351941" cy="351675"/>
            <a:chOff x="1310075" y="3980250"/>
            <a:chExt cx="297750" cy="297525"/>
          </a:xfrm>
        </p:grpSpPr>
        <p:sp>
          <p:nvSpPr>
            <p:cNvPr id="1301" name="Google Shape;1301;p80"/>
            <p:cNvSpPr/>
            <p:nvPr/>
          </p:nvSpPr>
          <p:spPr>
            <a:xfrm>
              <a:off x="1310075" y="3980250"/>
              <a:ext cx="297750" cy="297525"/>
            </a:xfrm>
            <a:custGeom>
              <a:avLst/>
              <a:gdLst/>
              <a:ahLst/>
              <a:cxnLst/>
              <a:rect l="l" t="t" r="r" b="b"/>
              <a:pathLst>
                <a:path w="11910" h="11901" extrusionOk="0">
                  <a:moveTo>
                    <a:pt x="3844" y="4946"/>
                  </a:moveTo>
                  <a:cubicBezTo>
                    <a:pt x="4033" y="4946"/>
                    <a:pt x="4190" y="5104"/>
                    <a:pt x="4190" y="5293"/>
                  </a:cubicBezTo>
                  <a:lnTo>
                    <a:pt x="4190" y="6679"/>
                  </a:lnTo>
                  <a:cubicBezTo>
                    <a:pt x="4190" y="6868"/>
                    <a:pt x="4033" y="7026"/>
                    <a:pt x="3844" y="7026"/>
                  </a:cubicBezTo>
                  <a:lnTo>
                    <a:pt x="2458" y="7026"/>
                  </a:lnTo>
                  <a:cubicBezTo>
                    <a:pt x="2269" y="7026"/>
                    <a:pt x="2111" y="6868"/>
                    <a:pt x="2111" y="6679"/>
                  </a:cubicBezTo>
                  <a:lnTo>
                    <a:pt x="2111" y="5293"/>
                  </a:lnTo>
                  <a:cubicBezTo>
                    <a:pt x="2111" y="5104"/>
                    <a:pt x="2269" y="4946"/>
                    <a:pt x="2458" y="4946"/>
                  </a:cubicBezTo>
                  <a:close/>
                  <a:moveTo>
                    <a:pt x="6616" y="3560"/>
                  </a:moveTo>
                  <a:cubicBezTo>
                    <a:pt x="6837" y="3560"/>
                    <a:pt x="6994" y="3718"/>
                    <a:pt x="6994" y="3907"/>
                  </a:cubicBezTo>
                  <a:lnTo>
                    <a:pt x="6994" y="6679"/>
                  </a:lnTo>
                  <a:cubicBezTo>
                    <a:pt x="6994" y="6868"/>
                    <a:pt x="6837" y="7026"/>
                    <a:pt x="6616" y="7026"/>
                  </a:cubicBezTo>
                  <a:lnTo>
                    <a:pt x="5262" y="7026"/>
                  </a:lnTo>
                  <a:cubicBezTo>
                    <a:pt x="5041" y="7026"/>
                    <a:pt x="4884" y="6868"/>
                    <a:pt x="4884" y="6679"/>
                  </a:cubicBezTo>
                  <a:lnTo>
                    <a:pt x="4884" y="3907"/>
                  </a:lnTo>
                  <a:cubicBezTo>
                    <a:pt x="4884" y="3718"/>
                    <a:pt x="5041" y="3560"/>
                    <a:pt x="5262" y="3560"/>
                  </a:cubicBezTo>
                  <a:close/>
                  <a:moveTo>
                    <a:pt x="9389" y="2174"/>
                  </a:moveTo>
                  <a:cubicBezTo>
                    <a:pt x="9578" y="2174"/>
                    <a:pt x="9735" y="2331"/>
                    <a:pt x="9735" y="2520"/>
                  </a:cubicBezTo>
                  <a:lnTo>
                    <a:pt x="9735" y="6679"/>
                  </a:lnTo>
                  <a:cubicBezTo>
                    <a:pt x="9735" y="6868"/>
                    <a:pt x="9578" y="7026"/>
                    <a:pt x="9389" y="7026"/>
                  </a:cubicBezTo>
                  <a:lnTo>
                    <a:pt x="8003" y="7026"/>
                  </a:lnTo>
                  <a:cubicBezTo>
                    <a:pt x="7813" y="7026"/>
                    <a:pt x="7656" y="6868"/>
                    <a:pt x="7656" y="6679"/>
                  </a:cubicBezTo>
                  <a:lnTo>
                    <a:pt x="7656" y="2520"/>
                  </a:lnTo>
                  <a:cubicBezTo>
                    <a:pt x="7656" y="2331"/>
                    <a:pt x="7813" y="2174"/>
                    <a:pt x="8003" y="2174"/>
                  </a:cubicBezTo>
                  <a:close/>
                  <a:moveTo>
                    <a:pt x="5577" y="8412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412"/>
                  </a:lnTo>
                  <a:close/>
                  <a:moveTo>
                    <a:pt x="6396" y="8412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4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78"/>
                  </a:cubicBezTo>
                  <a:lnTo>
                    <a:pt x="5608" y="725"/>
                  </a:lnTo>
                  <a:lnTo>
                    <a:pt x="347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47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58" y="7719"/>
                    <a:pt x="0" y="7876"/>
                    <a:pt x="0" y="8097"/>
                  </a:cubicBezTo>
                  <a:cubicBezTo>
                    <a:pt x="0" y="8286"/>
                    <a:pt x="158" y="8443"/>
                    <a:pt x="378" y="8443"/>
                  </a:cubicBezTo>
                  <a:lnTo>
                    <a:pt x="4726" y="8443"/>
                  </a:lnTo>
                  <a:lnTo>
                    <a:pt x="3560" y="11436"/>
                  </a:lnTo>
                  <a:cubicBezTo>
                    <a:pt x="3466" y="11625"/>
                    <a:pt x="3560" y="11814"/>
                    <a:pt x="3749" y="11877"/>
                  </a:cubicBezTo>
                  <a:cubicBezTo>
                    <a:pt x="3788" y="11893"/>
                    <a:pt x="3831" y="11901"/>
                    <a:pt x="3876" y="11901"/>
                  </a:cubicBezTo>
                  <a:cubicBezTo>
                    <a:pt x="4016" y="11901"/>
                    <a:pt x="4167" y="11824"/>
                    <a:pt x="4190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44" y="11184"/>
                    <a:pt x="6301" y="11027"/>
                    <a:pt x="6301" y="10838"/>
                  </a:cubicBezTo>
                  <a:lnTo>
                    <a:pt x="6301" y="9830"/>
                  </a:lnTo>
                  <a:lnTo>
                    <a:pt x="6994" y="9830"/>
                  </a:lnTo>
                  <a:lnTo>
                    <a:pt x="7719" y="11657"/>
                  </a:lnTo>
                  <a:cubicBezTo>
                    <a:pt x="7791" y="11824"/>
                    <a:pt x="7916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49" y="11783"/>
                    <a:pt x="8444" y="11594"/>
                    <a:pt x="8349" y="11436"/>
                  </a:cubicBezTo>
                  <a:lnTo>
                    <a:pt x="7183" y="8443"/>
                  </a:lnTo>
                  <a:lnTo>
                    <a:pt x="11531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31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31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31" y="725"/>
                  </a:cubicBezTo>
                  <a:lnTo>
                    <a:pt x="6301" y="725"/>
                  </a:lnTo>
                  <a:lnTo>
                    <a:pt x="6301" y="378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80"/>
            <p:cNvSpPr/>
            <p:nvPr/>
          </p:nvSpPr>
          <p:spPr>
            <a:xfrm>
              <a:off x="1449475" y="4086575"/>
              <a:ext cx="17350" cy="52000"/>
            </a:xfrm>
            <a:custGeom>
              <a:avLst/>
              <a:gdLst/>
              <a:ahLst/>
              <a:cxnLst/>
              <a:rect l="l" t="t" r="r" b="b"/>
              <a:pathLst>
                <a:path w="694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694" y="2080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80"/>
            <p:cNvSpPr/>
            <p:nvPr/>
          </p:nvSpPr>
          <p:spPr>
            <a:xfrm>
              <a:off x="1380175" y="41212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0" y="0"/>
                  </a:moveTo>
                  <a:lnTo>
                    <a:pt x="0" y="694"/>
                  </a:lnTo>
                  <a:lnTo>
                    <a:pt x="693" y="694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80"/>
            <p:cNvSpPr/>
            <p:nvPr/>
          </p:nvSpPr>
          <p:spPr>
            <a:xfrm>
              <a:off x="1518800" y="4051925"/>
              <a:ext cx="18125" cy="86650"/>
            </a:xfrm>
            <a:custGeom>
              <a:avLst/>
              <a:gdLst/>
              <a:ahLst/>
              <a:cxnLst/>
              <a:rect l="l" t="t" r="r" b="b"/>
              <a:pathLst>
                <a:path w="725" h="3466" extrusionOk="0">
                  <a:moveTo>
                    <a:pt x="0" y="0"/>
                  </a:moveTo>
                  <a:lnTo>
                    <a:pt x="0" y="3466"/>
                  </a:lnTo>
                  <a:lnTo>
                    <a:pt x="725" y="346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5" name="Google Shape;1305;p80"/>
          <p:cNvGrpSpPr/>
          <p:nvPr/>
        </p:nvGrpSpPr>
        <p:grpSpPr>
          <a:xfrm>
            <a:off x="5072930" y="3201964"/>
            <a:ext cx="266305" cy="349133"/>
            <a:chOff x="3167275" y="3227275"/>
            <a:chExt cx="225300" cy="295375"/>
          </a:xfrm>
        </p:grpSpPr>
        <p:sp>
          <p:nvSpPr>
            <p:cNvPr id="1306" name="Google Shape;1306;p80"/>
            <p:cNvSpPr/>
            <p:nvPr/>
          </p:nvSpPr>
          <p:spPr>
            <a:xfrm>
              <a:off x="3167275" y="3227275"/>
              <a:ext cx="225300" cy="207950"/>
            </a:xfrm>
            <a:custGeom>
              <a:avLst/>
              <a:gdLst/>
              <a:ahLst/>
              <a:cxnLst/>
              <a:rect l="l" t="t" r="r" b="b"/>
              <a:pathLst>
                <a:path w="9012" h="8318" extrusionOk="0">
                  <a:moveTo>
                    <a:pt x="4538" y="1"/>
                  </a:moveTo>
                  <a:cubicBezTo>
                    <a:pt x="2112" y="1"/>
                    <a:pt x="1" y="1985"/>
                    <a:pt x="32" y="4537"/>
                  </a:cubicBezTo>
                  <a:cubicBezTo>
                    <a:pt x="32" y="5860"/>
                    <a:pt x="631" y="7184"/>
                    <a:pt x="1797" y="8066"/>
                  </a:cubicBezTo>
                  <a:cubicBezTo>
                    <a:pt x="1923" y="8192"/>
                    <a:pt x="2017" y="8223"/>
                    <a:pt x="2049" y="8318"/>
                  </a:cubicBezTo>
                  <a:lnTo>
                    <a:pt x="4160" y="8318"/>
                  </a:lnTo>
                  <a:lnTo>
                    <a:pt x="4160" y="6900"/>
                  </a:lnTo>
                  <a:lnTo>
                    <a:pt x="2427" y="6900"/>
                  </a:lnTo>
                  <a:cubicBezTo>
                    <a:pt x="2238" y="6900"/>
                    <a:pt x="2080" y="6743"/>
                    <a:pt x="2080" y="6554"/>
                  </a:cubicBezTo>
                  <a:lnTo>
                    <a:pt x="2080" y="5829"/>
                  </a:lnTo>
                  <a:cubicBezTo>
                    <a:pt x="2080" y="4852"/>
                    <a:pt x="2679" y="4033"/>
                    <a:pt x="3498" y="3624"/>
                  </a:cubicBezTo>
                  <a:cubicBezTo>
                    <a:pt x="3277" y="3403"/>
                    <a:pt x="3151" y="3088"/>
                    <a:pt x="3151" y="2678"/>
                  </a:cubicBezTo>
                  <a:cubicBezTo>
                    <a:pt x="3151" y="1922"/>
                    <a:pt x="3782" y="1292"/>
                    <a:pt x="4538" y="1292"/>
                  </a:cubicBezTo>
                  <a:cubicBezTo>
                    <a:pt x="5262" y="1292"/>
                    <a:pt x="5892" y="1922"/>
                    <a:pt x="5892" y="2678"/>
                  </a:cubicBezTo>
                  <a:cubicBezTo>
                    <a:pt x="5892" y="3025"/>
                    <a:pt x="5735" y="3340"/>
                    <a:pt x="5546" y="3624"/>
                  </a:cubicBezTo>
                  <a:cubicBezTo>
                    <a:pt x="6365" y="4033"/>
                    <a:pt x="6964" y="4852"/>
                    <a:pt x="6964" y="5829"/>
                  </a:cubicBezTo>
                  <a:lnTo>
                    <a:pt x="6964" y="6554"/>
                  </a:lnTo>
                  <a:cubicBezTo>
                    <a:pt x="6964" y="6743"/>
                    <a:pt x="6806" y="6900"/>
                    <a:pt x="6617" y="6900"/>
                  </a:cubicBezTo>
                  <a:lnTo>
                    <a:pt x="4884" y="6900"/>
                  </a:lnTo>
                  <a:lnTo>
                    <a:pt x="4884" y="8318"/>
                  </a:lnTo>
                  <a:lnTo>
                    <a:pt x="6995" y="8318"/>
                  </a:lnTo>
                  <a:cubicBezTo>
                    <a:pt x="7027" y="8286"/>
                    <a:pt x="7121" y="8192"/>
                    <a:pt x="7247" y="8129"/>
                  </a:cubicBezTo>
                  <a:cubicBezTo>
                    <a:pt x="8413" y="7184"/>
                    <a:pt x="9011" y="5829"/>
                    <a:pt x="9011" y="4506"/>
                  </a:cubicBezTo>
                  <a:cubicBezTo>
                    <a:pt x="9011" y="2017"/>
                    <a:pt x="6995" y="1"/>
                    <a:pt x="4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80"/>
            <p:cNvSpPr/>
            <p:nvPr/>
          </p:nvSpPr>
          <p:spPr>
            <a:xfrm>
              <a:off x="3262600" y="3278475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80"/>
            <p:cNvSpPr/>
            <p:nvPr/>
          </p:nvSpPr>
          <p:spPr>
            <a:xfrm>
              <a:off x="3220050" y="3452525"/>
              <a:ext cx="121325" cy="35475"/>
            </a:xfrm>
            <a:custGeom>
              <a:avLst/>
              <a:gdLst/>
              <a:ahLst/>
              <a:cxnLst/>
              <a:rect l="l" t="t" r="r" b="b"/>
              <a:pathLst>
                <a:path w="4853" h="1419" extrusionOk="0">
                  <a:moveTo>
                    <a:pt x="1" y="1"/>
                  </a:moveTo>
                  <a:lnTo>
                    <a:pt x="1" y="347"/>
                  </a:lnTo>
                  <a:cubicBezTo>
                    <a:pt x="1" y="946"/>
                    <a:pt x="473" y="1419"/>
                    <a:pt x="1040" y="1419"/>
                  </a:cubicBezTo>
                  <a:lnTo>
                    <a:pt x="3781" y="1419"/>
                  </a:lnTo>
                  <a:cubicBezTo>
                    <a:pt x="4380" y="1419"/>
                    <a:pt x="4853" y="946"/>
                    <a:pt x="4853" y="34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80"/>
            <p:cNvSpPr/>
            <p:nvPr/>
          </p:nvSpPr>
          <p:spPr>
            <a:xfrm>
              <a:off x="3237375" y="3332025"/>
              <a:ext cx="86675" cy="52000"/>
            </a:xfrm>
            <a:custGeom>
              <a:avLst/>
              <a:gdLst/>
              <a:ahLst/>
              <a:cxnLst/>
              <a:rect l="l" t="t" r="r" b="b"/>
              <a:pathLst>
                <a:path w="3467" h="2080" extrusionOk="0">
                  <a:moveTo>
                    <a:pt x="1734" y="1"/>
                  </a:moveTo>
                  <a:cubicBezTo>
                    <a:pt x="789" y="1"/>
                    <a:pt x="1" y="725"/>
                    <a:pt x="1" y="1733"/>
                  </a:cubicBezTo>
                  <a:lnTo>
                    <a:pt x="1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80"/>
            <p:cNvSpPr/>
            <p:nvPr/>
          </p:nvSpPr>
          <p:spPr>
            <a:xfrm>
              <a:off x="3237375" y="350530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2" y="1"/>
                  </a:moveTo>
                  <a:cubicBezTo>
                    <a:pt x="1" y="379"/>
                    <a:pt x="284" y="694"/>
                    <a:pt x="694" y="694"/>
                  </a:cubicBezTo>
                  <a:lnTo>
                    <a:pt x="2773" y="694"/>
                  </a:lnTo>
                  <a:cubicBezTo>
                    <a:pt x="3183" y="694"/>
                    <a:pt x="3498" y="379"/>
                    <a:pt x="3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1" name="Google Shape;1311;p80"/>
          <p:cNvGrpSpPr/>
          <p:nvPr/>
        </p:nvGrpSpPr>
        <p:grpSpPr>
          <a:xfrm>
            <a:off x="6242276" y="3688593"/>
            <a:ext cx="351940" cy="349163"/>
            <a:chOff x="3133425" y="3955025"/>
            <a:chExt cx="297750" cy="295400"/>
          </a:xfrm>
        </p:grpSpPr>
        <p:sp>
          <p:nvSpPr>
            <p:cNvPr id="1312" name="Google Shape;1312;p80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80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80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5" name="Google Shape;1315;p80"/>
          <p:cNvGrpSpPr/>
          <p:nvPr/>
        </p:nvGrpSpPr>
        <p:grpSpPr>
          <a:xfrm>
            <a:off x="5038318" y="2701496"/>
            <a:ext cx="350079" cy="351320"/>
            <a:chOff x="4991425" y="3234750"/>
            <a:chExt cx="296175" cy="297225"/>
          </a:xfrm>
        </p:grpSpPr>
        <p:sp>
          <p:nvSpPr>
            <p:cNvPr id="1316" name="Google Shape;1316;p80"/>
            <p:cNvSpPr/>
            <p:nvPr/>
          </p:nvSpPr>
          <p:spPr>
            <a:xfrm>
              <a:off x="5077275" y="3304450"/>
              <a:ext cx="122100" cy="99275"/>
            </a:xfrm>
            <a:custGeom>
              <a:avLst/>
              <a:gdLst/>
              <a:ahLst/>
              <a:cxnLst/>
              <a:rect l="l" t="t" r="r" b="b"/>
              <a:pathLst>
                <a:path w="4884" h="3971" extrusionOk="0">
                  <a:moveTo>
                    <a:pt x="2426" y="1"/>
                  </a:moveTo>
                  <a:cubicBezTo>
                    <a:pt x="1103" y="1"/>
                    <a:pt x="0" y="1104"/>
                    <a:pt x="0" y="2427"/>
                  </a:cubicBezTo>
                  <a:cubicBezTo>
                    <a:pt x="0" y="3025"/>
                    <a:pt x="190" y="3530"/>
                    <a:pt x="536" y="3971"/>
                  </a:cubicBezTo>
                  <a:cubicBezTo>
                    <a:pt x="820" y="3624"/>
                    <a:pt x="1103" y="3309"/>
                    <a:pt x="1481" y="3057"/>
                  </a:cubicBezTo>
                  <a:cubicBezTo>
                    <a:pt x="1261" y="2805"/>
                    <a:pt x="1103" y="2458"/>
                    <a:pt x="1103" y="2112"/>
                  </a:cubicBezTo>
                  <a:cubicBezTo>
                    <a:pt x="1103" y="1356"/>
                    <a:pt x="1733" y="726"/>
                    <a:pt x="2489" y="726"/>
                  </a:cubicBezTo>
                  <a:cubicBezTo>
                    <a:pt x="3214" y="726"/>
                    <a:pt x="3844" y="1356"/>
                    <a:pt x="3844" y="2112"/>
                  </a:cubicBezTo>
                  <a:cubicBezTo>
                    <a:pt x="3844" y="2458"/>
                    <a:pt x="3687" y="2805"/>
                    <a:pt x="3466" y="3057"/>
                  </a:cubicBezTo>
                  <a:cubicBezTo>
                    <a:pt x="3844" y="3246"/>
                    <a:pt x="4128" y="3561"/>
                    <a:pt x="4317" y="3971"/>
                  </a:cubicBezTo>
                  <a:cubicBezTo>
                    <a:pt x="4695" y="3530"/>
                    <a:pt x="4884" y="3025"/>
                    <a:pt x="4884" y="2427"/>
                  </a:cubicBezTo>
                  <a:cubicBezTo>
                    <a:pt x="4884" y="1104"/>
                    <a:pt x="3781" y="1"/>
                    <a:pt x="2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80"/>
            <p:cNvSpPr/>
            <p:nvPr/>
          </p:nvSpPr>
          <p:spPr>
            <a:xfrm>
              <a:off x="5121375" y="3339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80"/>
            <p:cNvSpPr/>
            <p:nvPr/>
          </p:nvSpPr>
          <p:spPr>
            <a:xfrm>
              <a:off x="5009550" y="3234750"/>
              <a:ext cx="259150" cy="261125"/>
            </a:xfrm>
            <a:custGeom>
              <a:avLst/>
              <a:gdLst/>
              <a:ahLst/>
              <a:cxnLst/>
              <a:rect l="l" t="t" r="r" b="b"/>
              <a:pathLst>
                <a:path w="10366" h="10445" extrusionOk="0">
                  <a:moveTo>
                    <a:pt x="5198" y="2159"/>
                  </a:moveTo>
                  <a:cubicBezTo>
                    <a:pt x="6931" y="2159"/>
                    <a:pt x="8286" y="3514"/>
                    <a:pt x="8286" y="5246"/>
                  </a:cubicBezTo>
                  <a:cubicBezTo>
                    <a:pt x="8286" y="6916"/>
                    <a:pt x="6931" y="8365"/>
                    <a:pt x="5198" y="8365"/>
                  </a:cubicBezTo>
                  <a:cubicBezTo>
                    <a:pt x="3340" y="8365"/>
                    <a:pt x="2079" y="6822"/>
                    <a:pt x="2079" y="5246"/>
                  </a:cubicBezTo>
                  <a:cubicBezTo>
                    <a:pt x="2079" y="3514"/>
                    <a:pt x="3497" y="2159"/>
                    <a:pt x="5198" y="2159"/>
                  </a:cubicBezTo>
                  <a:close/>
                  <a:moveTo>
                    <a:pt x="5167" y="1"/>
                  </a:moveTo>
                  <a:cubicBezTo>
                    <a:pt x="5088" y="1"/>
                    <a:pt x="5009" y="17"/>
                    <a:pt x="4946" y="48"/>
                  </a:cubicBezTo>
                  <a:lnTo>
                    <a:pt x="4001" y="836"/>
                  </a:lnTo>
                  <a:lnTo>
                    <a:pt x="2773" y="678"/>
                  </a:lnTo>
                  <a:cubicBezTo>
                    <a:pt x="2756" y="675"/>
                    <a:pt x="2739" y="673"/>
                    <a:pt x="2723" y="673"/>
                  </a:cubicBezTo>
                  <a:cubicBezTo>
                    <a:pt x="2583" y="673"/>
                    <a:pt x="2454" y="786"/>
                    <a:pt x="2426" y="899"/>
                  </a:cubicBezTo>
                  <a:lnTo>
                    <a:pt x="1953" y="2033"/>
                  </a:lnTo>
                  <a:lnTo>
                    <a:pt x="819" y="2505"/>
                  </a:lnTo>
                  <a:cubicBezTo>
                    <a:pt x="662" y="2568"/>
                    <a:pt x="567" y="2694"/>
                    <a:pt x="630" y="2852"/>
                  </a:cubicBezTo>
                  <a:lnTo>
                    <a:pt x="788" y="4081"/>
                  </a:lnTo>
                  <a:lnTo>
                    <a:pt x="32" y="5026"/>
                  </a:lnTo>
                  <a:cubicBezTo>
                    <a:pt x="0" y="5183"/>
                    <a:pt x="0" y="5341"/>
                    <a:pt x="63" y="5467"/>
                  </a:cubicBezTo>
                  <a:lnTo>
                    <a:pt x="819" y="6381"/>
                  </a:lnTo>
                  <a:lnTo>
                    <a:pt x="662" y="7609"/>
                  </a:lnTo>
                  <a:cubicBezTo>
                    <a:pt x="630" y="7767"/>
                    <a:pt x="725" y="7924"/>
                    <a:pt x="851" y="7956"/>
                  </a:cubicBezTo>
                  <a:lnTo>
                    <a:pt x="1985" y="8428"/>
                  </a:lnTo>
                  <a:lnTo>
                    <a:pt x="2457" y="9594"/>
                  </a:lnTo>
                  <a:cubicBezTo>
                    <a:pt x="2536" y="9725"/>
                    <a:pt x="2637" y="9791"/>
                    <a:pt x="2741" y="9791"/>
                  </a:cubicBezTo>
                  <a:cubicBezTo>
                    <a:pt x="2762" y="9791"/>
                    <a:pt x="2783" y="9788"/>
                    <a:pt x="2804" y="9783"/>
                  </a:cubicBezTo>
                  <a:lnTo>
                    <a:pt x="4033" y="9626"/>
                  </a:lnTo>
                  <a:lnTo>
                    <a:pt x="4978" y="10382"/>
                  </a:lnTo>
                  <a:cubicBezTo>
                    <a:pt x="5072" y="10413"/>
                    <a:pt x="5104" y="10445"/>
                    <a:pt x="5167" y="10445"/>
                  </a:cubicBezTo>
                  <a:cubicBezTo>
                    <a:pt x="5261" y="10445"/>
                    <a:pt x="5324" y="10413"/>
                    <a:pt x="5387" y="10382"/>
                  </a:cubicBezTo>
                  <a:lnTo>
                    <a:pt x="6333" y="9626"/>
                  </a:lnTo>
                  <a:lnTo>
                    <a:pt x="7530" y="9783"/>
                  </a:lnTo>
                  <a:cubicBezTo>
                    <a:pt x="7687" y="9783"/>
                    <a:pt x="7876" y="9689"/>
                    <a:pt x="7908" y="9594"/>
                  </a:cubicBezTo>
                  <a:lnTo>
                    <a:pt x="8380" y="8428"/>
                  </a:lnTo>
                  <a:lnTo>
                    <a:pt x="9515" y="7956"/>
                  </a:lnTo>
                  <a:cubicBezTo>
                    <a:pt x="9672" y="7893"/>
                    <a:pt x="9735" y="7767"/>
                    <a:pt x="9704" y="7609"/>
                  </a:cubicBezTo>
                  <a:lnTo>
                    <a:pt x="9546" y="6381"/>
                  </a:lnTo>
                  <a:lnTo>
                    <a:pt x="10302" y="5467"/>
                  </a:lnTo>
                  <a:cubicBezTo>
                    <a:pt x="10365" y="5341"/>
                    <a:pt x="10365" y="5120"/>
                    <a:pt x="10302" y="5026"/>
                  </a:cubicBezTo>
                  <a:lnTo>
                    <a:pt x="9546" y="4081"/>
                  </a:lnTo>
                  <a:lnTo>
                    <a:pt x="9704" y="2852"/>
                  </a:lnTo>
                  <a:cubicBezTo>
                    <a:pt x="9735" y="2694"/>
                    <a:pt x="9641" y="2537"/>
                    <a:pt x="9515" y="2505"/>
                  </a:cubicBezTo>
                  <a:lnTo>
                    <a:pt x="8380" y="2033"/>
                  </a:lnTo>
                  <a:lnTo>
                    <a:pt x="7908" y="899"/>
                  </a:lnTo>
                  <a:cubicBezTo>
                    <a:pt x="7826" y="762"/>
                    <a:pt x="7719" y="672"/>
                    <a:pt x="7589" y="672"/>
                  </a:cubicBezTo>
                  <a:cubicBezTo>
                    <a:pt x="7570" y="672"/>
                    <a:pt x="7550" y="674"/>
                    <a:pt x="7530" y="678"/>
                  </a:cubicBezTo>
                  <a:lnTo>
                    <a:pt x="6333" y="836"/>
                  </a:lnTo>
                  <a:lnTo>
                    <a:pt x="5387" y="48"/>
                  </a:lnTo>
                  <a:cubicBezTo>
                    <a:pt x="5324" y="17"/>
                    <a:pt x="5246" y="1"/>
                    <a:pt x="5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80"/>
            <p:cNvSpPr/>
            <p:nvPr/>
          </p:nvSpPr>
          <p:spPr>
            <a:xfrm>
              <a:off x="5105625" y="3391900"/>
              <a:ext cx="66975" cy="34675"/>
            </a:xfrm>
            <a:custGeom>
              <a:avLst/>
              <a:gdLst/>
              <a:ahLst/>
              <a:cxnLst/>
              <a:rect l="l" t="t" r="r" b="b"/>
              <a:pathLst>
                <a:path w="2679" h="1387" extrusionOk="0">
                  <a:moveTo>
                    <a:pt x="1355" y="0"/>
                  </a:moveTo>
                  <a:cubicBezTo>
                    <a:pt x="725" y="0"/>
                    <a:pt x="190" y="441"/>
                    <a:pt x="1" y="977"/>
                  </a:cubicBezTo>
                  <a:cubicBezTo>
                    <a:pt x="410" y="1229"/>
                    <a:pt x="820" y="1386"/>
                    <a:pt x="1355" y="1386"/>
                  </a:cubicBezTo>
                  <a:cubicBezTo>
                    <a:pt x="1859" y="1386"/>
                    <a:pt x="2301" y="1229"/>
                    <a:pt x="2679" y="977"/>
                  </a:cubicBezTo>
                  <a:cubicBezTo>
                    <a:pt x="2521" y="410"/>
                    <a:pt x="1985" y="0"/>
                    <a:pt x="1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80"/>
            <p:cNvSpPr/>
            <p:nvPr/>
          </p:nvSpPr>
          <p:spPr>
            <a:xfrm>
              <a:off x="5192275" y="3443075"/>
              <a:ext cx="95325" cy="86975"/>
            </a:xfrm>
            <a:custGeom>
              <a:avLst/>
              <a:gdLst/>
              <a:ahLst/>
              <a:cxnLst/>
              <a:rect l="l" t="t" r="r" b="b"/>
              <a:pathLst>
                <a:path w="3813" h="3479" extrusionOk="0">
                  <a:moveTo>
                    <a:pt x="2867" y="1"/>
                  </a:moveTo>
                  <a:cubicBezTo>
                    <a:pt x="2741" y="127"/>
                    <a:pt x="2647" y="221"/>
                    <a:pt x="2489" y="284"/>
                  </a:cubicBezTo>
                  <a:lnTo>
                    <a:pt x="1607" y="631"/>
                  </a:lnTo>
                  <a:lnTo>
                    <a:pt x="1260" y="1482"/>
                  </a:lnTo>
                  <a:cubicBezTo>
                    <a:pt x="1103" y="1891"/>
                    <a:pt x="693" y="2112"/>
                    <a:pt x="284" y="2112"/>
                  </a:cubicBezTo>
                  <a:lnTo>
                    <a:pt x="158" y="2112"/>
                  </a:lnTo>
                  <a:lnTo>
                    <a:pt x="0" y="2080"/>
                  </a:lnTo>
                  <a:lnTo>
                    <a:pt x="1166" y="3372"/>
                  </a:lnTo>
                  <a:cubicBezTo>
                    <a:pt x="1237" y="3443"/>
                    <a:pt x="1343" y="3478"/>
                    <a:pt x="1445" y="3478"/>
                  </a:cubicBezTo>
                  <a:cubicBezTo>
                    <a:pt x="1479" y="3478"/>
                    <a:pt x="1512" y="3474"/>
                    <a:pt x="1544" y="3466"/>
                  </a:cubicBezTo>
                  <a:cubicBezTo>
                    <a:pt x="1638" y="3403"/>
                    <a:pt x="1764" y="3340"/>
                    <a:pt x="1764" y="3183"/>
                  </a:cubicBezTo>
                  <a:lnTo>
                    <a:pt x="2080" y="1639"/>
                  </a:lnTo>
                  <a:lnTo>
                    <a:pt x="3497" y="1324"/>
                  </a:lnTo>
                  <a:cubicBezTo>
                    <a:pt x="3532" y="1338"/>
                    <a:pt x="3563" y="1344"/>
                    <a:pt x="3592" y="1344"/>
                  </a:cubicBezTo>
                  <a:cubicBezTo>
                    <a:pt x="3693" y="1344"/>
                    <a:pt x="3756" y="1265"/>
                    <a:pt x="3781" y="1167"/>
                  </a:cubicBezTo>
                  <a:cubicBezTo>
                    <a:pt x="3812" y="1072"/>
                    <a:pt x="3781" y="946"/>
                    <a:pt x="3686" y="820"/>
                  </a:cubicBezTo>
                  <a:lnTo>
                    <a:pt x="28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80"/>
            <p:cNvSpPr/>
            <p:nvPr/>
          </p:nvSpPr>
          <p:spPr>
            <a:xfrm>
              <a:off x="4991425" y="3444650"/>
              <a:ext cx="95325" cy="87325"/>
            </a:xfrm>
            <a:custGeom>
              <a:avLst/>
              <a:gdLst/>
              <a:ahLst/>
              <a:cxnLst/>
              <a:rect l="l" t="t" r="r" b="b"/>
              <a:pathLst>
                <a:path w="3813" h="3493" extrusionOk="0">
                  <a:moveTo>
                    <a:pt x="946" y="1"/>
                  </a:moveTo>
                  <a:lnTo>
                    <a:pt x="126" y="851"/>
                  </a:lnTo>
                  <a:cubicBezTo>
                    <a:pt x="0" y="851"/>
                    <a:pt x="0" y="1009"/>
                    <a:pt x="32" y="1104"/>
                  </a:cubicBezTo>
                  <a:cubicBezTo>
                    <a:pt x="95" y="1230"/>
                    <a:pt x="158" y="1324"/>
                    <a:pt x="315" y="1356"/>
                  </a:cubicBezTo>
                  <a:lnTo>
                    <a:pt x="1733" y="1671"/>
                  </a:lnTo>
                  <a:lnTo>
                    <a:pt x="2048" y="3214"/>
                  </a:lnTo>
                  <a:cubicBezTo>
                    <a:pt x="2080" y="3309"/>
                    <a:pt x="2174" y="3435"/>
                    <a:pt x="2300" y="3466"/>
                  </a:cubicBezTo>
                  <a:cubicBezTo>
                    <a:pt x="2328" y="3485"/>
                    <a:pt x="2361" y="3492"/>
                    <a:pt x="2396" y="3492"/>
                  </a:cubicBezTo>
                  <a:cubicBezTo>
                    <a:pt x="2482" y="3492"/>
                    <a:pt x="2580" y="3448"/>
                    <a:pt x="2647" y="3403"/>
                  </a:cubicBezTo>
                  <a:lnTo>
                    <a:pt x="3813" y="2112"/>
                  </a:lnTo>
                  <a:lnTo>
                    <a:pt x="3813" y="2112"/>
                  </a:lnTo>
                  <a:lnTo>
                    <a:pt x="3624" y="2143"/>
                  </a:lnTo>
                  <a:lnTo>
                    <a:pt x="3561" y="2143"/>
                  </a:lnTo>
                  <a:cubicBezTo>
                    <a:pt x="3119" y="2143"/>
                    <a:pt x="2773" y="1891"/>
                    <a:pt x="2552" y="1513"/>
                  </a:cubicBezTo>
                  <a:lnTo>
                    <a:pt x="2206" y="631"/>
                  </a:lnTo>
                  <a:lnTo>
                    <a:pt x="1355" y="284"/>
                  </a:lnTo>
                  <a:cubicBezTo>
                    <a:pt x="1198" y="221"/>
                    <a:pt x="1072" y="127"/>
                    <a:pt x="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2" name="Google Shape;1322;p80"/>
          <p:cNvGrpSpPr/>
          <p:nvPr/>
        </p:nvGrpSpPr>
        <p:grpSpPr>
          <a:xfrm>
            <a:off x="3776103" y="3709069"/>
            <a:ext cx="350079" cy="308177"/>
            <a:chOff x="4991425" y="3617150"/>
            <a:chExt cx="296175" cy="260725"/>
          </a:xfrm>
        </p:grpSpPr>
        <p:sp>
          <p:nvSpPr>
            <p:cNvPr id="1323" name="Google Shape;1323;p80"/>
            <p:cNvSpPr/>
            <p:nvPr/>
          </p:nvSpPr>
          <p:spPr>
            <a:xfrm>
              <a:off x="5069400" y="3738450"/>
              <a:ext cx="139425" cy="139425"/>
            </a:xfrm>
            <a:custGeom>
              <a:avLst/>
              <a:gdLst/>
              <a:ahLst/>
              <a:cxnLst/>
              <a:rect l="l" t="t" r="r" b="b"/>
              <a:pathLst>
                <a:path w="5577" h="5577" extrusionOk="0">
                  <a:moveTo>
                    <a:pt x="2804" y="0"/>
                  </a:moveTo>
                  <a:cubicBezTo>
                    <a:pt x="1607" y="0"/>
                    <a:pt x="1450" y="725"/>
                    <a:pt x="1009" y="3308"/>
                  </a:cubicBezTo>
                  <a:cubicBezTo>
                    <a:pt x="946" y="3749"/>
                    <a:pt x="851" y="4285"/>
                    <a:pt x="757" y="4883"/>
                  </a:cubicBezTo>
                  <a:lnTo>
                    <a:pt x="347" y="4883"/>
                  </a:lnTo>
                  <a:cubicBezTo>
                    <a:pt x="158" y="4883"/>
                    <a:pt x="0" y="5041"/>
                    <a:pt x="0" y="5230"/>
                  </a:cubicBezTo>
                  <a:cubicBezTo>
                    <a:pt x="0" y="5419"/>
                    <a:pt x="158" y="5576"/>
                    <a:pt x="347" y="5576"/>
                  </a:cubicBezTo>
                  <a:lnTo>
                    <a:pt x="5230" y="5576"/>
                  </a:lnTo>
                  <a:cubicBezTo>
                    <a:pt x="5419" y="5545"/>
                    <a:pt x="5577" y="5387"/>
                    <a:pt x="5577" y="5198"/>
                  </a:cubicBezTo>
                  <a:cubicBezTo>
                    <a:pt x="5577" y="5009"/>
                    <a:pt x="5419" y="4852"/>
                    <a:pt x="5230" y="4852"/>
                  </a:cubicBezTo>
                  <a:lnTo>
                    <a:pt x="4852" y="4852"/>
                  </a:lnTo>
                  <a:cubicBezTo>
                    <a:pt x="4726" y="4253"/>
                    <a:pt x="4632" y="3749"/>
                    <a:pt x="4569" y="3277"/>
                  </a:cubicBezTo>
                  <a:cubicBezTo>
                    <a:pt x="4128" y="756"/>
                    <a:pt x="3970" y="0"/>
                    <a:pt x="28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80"/>
            <p:cNvSpPr/>
            <p:nvPr/>
          </p:nvSpPr>
          <p:spPr>
            <a:xfrm>
              <a:off x="5200150" y="3617150"/>
              <a:ext cx="69325" cy="69325"/>
            </a:xfrm>
            <a:custGeom>
              <a:avLst/>
              <a:gdLst/>
              <a:ahLst/>
              <a:cxnLst/>
              <a:rect l="l" t="t" r="r" b="b"/>
              <a:pathLst>
                <a:path w="2773" h="2773" extrusionOk="0">
                  <a:moveTo>
                    <a:pt x="1386" y="0"/>
                  </a:moveTo>
                  <a:cubicBezTo>
                    <a:pt x="630" y="0"/>
                    <a:pt x="0" y="630"/>
                    <a:pt x="0" y="1387"/>
                  </a:cubicBezTo>
                  <a:cubicBezTo>
                    <a:pt x="0" y="2111"/>
                    <a:pt x="630" y="2773"/>
                    <a:pt x="1386" y="2773"/>
                  </a:cubicBezTo>
                  <a:cubicBezTo>
                    <a:pt x="2143" y="2773"/>
                    <a:pt x="2773" y="2111"/>
                    <a:pt x="2773" y="1387"/>
                  </a:cubicBezTo>
                  <a:cubicBezTo>
                    <a:pt x="2773" y="630"/>
                    <a:pt x="2143" y="0"/>
                    <a:pt x="13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80"/>
            <p:cNvSpPr/>
            <p:nvPr/>
          </p:nvSpPr>
          <p:spPr>
            <a:xfrm>
              <a:off x="5009550" y="3617150"/>
              <a:ext cx="68525" cy="69325"/>
            </a:xfrm>
            <a:custGeom>
              <a:avLst/>
              <a:gdLst/>
              <a:ahLst/>
              <a:cxnLst/>
              <a:rect l="l" t="t" r="r" b="b"/>
              <a:pathLst>
                <a:path w="2741" h="2773" extrusionOk="0">
                  <a:moveTo>
                    <a:pt x="1355" y="0"/>
                  </a:moveTo>
                  <a:cubicBezTo>
                    <a:pt x="599" y="0"/>
                    <a:pt x="0" y="630"/>
                    <a:pt x="0" y="1387"/>
                  </a:cubicBezTo>
                  <a:cubicBezTo>
                    <a:pt x="0" y="2143"/>
                    <a:pt x="599" y="2773"/>
                    <a:pt x="1355" y="2773"/>
                  </a:cubicBezTo>
                  <a:cubicBezTo>
                    <a:pt x="2111" y="2773"/>
                    <a:pt x="2741" y="2143"/>
                    <a:pt x="2741" y="1387"/>
                  </a:cubicBezTo>
                  <a:cubicBezTo>
                    <a:pt x="2741" y="630"/>
                    <a:pt x="2111" y="0"/>
                    <a:pt x="1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80"/>
            <p:cNvSpPr/>
            <p:nvPr/>
          </p:nvSpPr>
          <p:spPr>
            <a:xfrm>
              <a:off x="4991425" y="3686450"/>
              <a:ext cx="104775" cy="52025"/>
            </a:xfrm>
            <a:custGeom>
              <a:avLst/>
              <a:gdLst/>
              <a:ahLst/>
              <a:cxnLst/>
              <a:rect l="l" t="t" r="r" b="b"/>
              <a:pathLst>
                <a:path w="4191" h="2081" extrusionOk="0">
                  <a:moveTo>
                    <a:pt x="568" y="1"/>
                  </a:moveTo>
                  <a:cubicBezTo>
                    <a:pt x="252" y="347"/>
                    <a:pt x="0" y="851"/>
                    <a:pt x="0" y="1356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33" y="2080"/>
                    <a:pt x="4191" y="1923"/>
                    <a:pt x="4191" y="1734"/>
                  </a:cubicBezTo>
                  <a:lnTo>
                    <a:pt x="4191" y="1356"/>
                  </a:lnTo>
                  <a:cubicBezTo>
                    <a:pt x="4191" y="820"/>
                    <a:pt x="3970" y="347"/>
                    <a:pt x="3624" y="1"/>
                  </a:cubicBezTo>
                  <a:cubicBezTo>
                    <a:pt x="3245" y="410"/>
                    <a:pt x="2678" y="694"/>
                    <a:pt x="2080" y="694"/>
                  </a:cubicBezTo>
                  <a:cubicBezTo>
                    <a:pt x="1513" y="694"/>
                    <a:pt x="946" y="410"/>
                    <a:pt x="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80"/>
            <p:cNvSpPr/>
            <p:nvPr/>
          </p:nvSpPr>
          <p:spPr>
            <a:xfrm>
              <a:off x="5183600" y="3686450"/>
              <a:ext cx="104000" cy="52025"/>
            </a:xfrm>
            <a:custGeom>
              <a:avLst/>
              <a:gdLst/>
              <a:ahLst/>
              <a:cxnLst/>
              <a:rect l="l" t="t" r="r" b="b"/>
              <a:pathLst>
                <a:path w="4160" h="2081" extrusionOk="0">
                  <a:moveTo>
                    <a:pt x="536" y="1"/>
                  </a:moveTo>
                  <a:cubicBezTo>
                    <a:pt x="221" y="347"/>
                    <a:pt x="1" y="851"/>
                    <a:pt x="1" y="1356"/>
                  </a:cubicBezTo>
                  <a:lnTo>
                    <a:pt x="1" y="1702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02" y="2080"/>
                    <a:pt x="4159" y="1923"/>
                    <a:pt x="4159" y="1702"/>
                  </a:cubicBezTo>
                  <a:lnTo>
                    <a:pt x="4159" y="1356"/>
                  </a:lnTo>
                  <a:cubicBezTo>
                    <a:pt x="4159" y="820"/>
                    <a:pt x="3970" y="347"/>
                    <a:pt x="3624" y="1"/>
                  </a:cubicBezTo>
                  <a:cubicBezTo>
                    <a:pt x="3214" y="410"/>
                    <a:pt x="2679" y="694"/>
                    <a:pt x="2080" y="694"/>
                  </a:cubicBezTo>
                  <a:cubicBezTo>
                    <a:pt x="1450" y="694"/>
                    <a:pt x="946" y="410"/>
                    <a:pt x="5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80"/>
            <p:cNvSpPr/>
            <p:nvPr/>
          </p:nvSpPr>
          <p:spPr>
            <a:xfrm>
              <a:off x="5187550" y="3755775"/>
              <a:ext cx="100050" cy="52800"/>
            </a:xfrm>
            <a:custGeom>
              <a:avLst/>
              <a:gdLst/>
              <a:ahLst/>
              <a:cxnLst/>
              <a:rect l="l" t="t" r="r" b="b"/>
              <a:pathLst>
                <a:path w="4002" h="2112" extrusionOk="0">
                  <a:moveTo>
                    <a:pt x="0" y="0"/>
                  </a:moveTo>
                  <a:cubicBezTo>
                    <a:pt x="189" y="567"/>
                    <a:pt x="315" y="1229"/>
                    <a:pt x="473" y="2111"/>
                  </a:cubicBezTo>
                  <a:lnTo>
                    <a:pt x="3655" y="2111"/>
                  </a:lnTo>
                  <a:cubicBezTo>
                    <a:pt x="3844" y="2111"/>
                    <a:pt x="4001" y="1954"/>
                    <a:pt x="4001" y="1733"/>
                  </a:cubicBezTo>
                  <a:lnTo>
                    <a:pt x="4001" y="378"/>
                  </a:lnTo>
                  <a:cubicBezTo>
                    <a:pt x="3970" y="158"/>
                    <a:pt x="3844" y="0"/>
                    <a:pt x="36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80"/>
            <p:cNvSpPr/>
            <p:nvPr/>
          </p:nvSpPr>
          <p:spPr>
            <a:xfrm>
              <a:off x="4991425" y="3755775"/>
              <a:ext cx="100850" cy="52000"/>
            </a:xfrm>
            <a:custGeom>
              <a:avLst/>
              <a:gdLst/>
              <a:ahLst/>
              <a:cxnLst/>
              <a:rect l="l" t="t" r="r" b="b"/>
              <a:pathLst>
                <a:path w="4034" h="2080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54"/>
                    <a:pt x="158" y="2080"/>
                    <a:pt x="347" y="2080"/>
                  </a:cubicBezTo>
                  <a:lnTo>
                    <a:pt x="3561" y="2080"/>
                  </a:lnTo>
                  <a:cubicBezTo>
                    <a:pt x="3718" y="1229"/>
                    <a:pt x="3813" y="567"/>
                    <a:pt x="40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0" name="Google Shape;1330;p80"/>
          <p:cNvGrpSpPr/>
          <p:nvPr/>
        </p:nvGrpSpPr>
        <p:grpSpPr>
          <a:xfrm>
            <a:off x="5652926" y="1647913"/>
            <a:ext cx="350995" cy="349133"/>
            <a:chOff x="6168925" y="3936925"/>
            <a:chExt cx="296950" cy="295375"/>
          </a:xfrm>
        </p:grpSpPr>
        <p:sp>
          <p:nvSpPr>
            <p:cNvPr id="1331" name="Google Shape;1331;p80"/>
            <p:cNvSpPr/>
            <p:nvPr/>
          </p:nvSpPr>
          <p:spPr>
            <a:xfrm>
              <a:off x="6220900" y="416455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80"/>
            <p:cNvSpPr/>
            <p:nvPr/>
          </p:nvSpPr>
          <p:spPr>
            <a:xfrm>
              <a:off x="6168925" y="3972375"/>
              <a:ext cx="227650" cy="259925"/>
            </a:xfrm>
            <a:custGeom>
              <a:avLst/>
              <a:gdLst/>
              <a:ahLst/>
              <a:cxnLst/>
              <a:rect l="l" t="t" r="r" b="b"/>
              <a:pathLst>
                <a:path w="9106" h="10397" extrusionOk="0">
                  <a:moveTo>
                    <a:pt x="3115" y="2135"/>
                  </a:moveTo>
                  <a:cubicBezTo>
                    <a:pt x="3206" y="2135"/>
                    <a:pt x="3293" y="2158"/>
                    <a:pt x="3340" y="2205"/>
                  </a:cubicBezTo>
                  <a:cubicBezTo>
                    <a:pt x="3466" y="2331"/>
                    <a:pt x="3466" y="2583"/>
                    <a:pt x="3340" y="2678"/>
                  </a:cubicBezTo>
                  <a:lnTo>
                    <a:pt x="2930" y="3119"/>
                  </a:lnTo>
                  <a:lnTo>
                    <a:pt x="3340" y="3560"/>
                  </a:lnTo>
                  <a:cubicBezTo>
                    <a:pt x="3466" y="3686"/>
                    <a:pt x="3466" y="3907"/>
                    <a:pt x="3340" y="4033"/>
                  </a:cubicBezTo>
                  <a:cubicBezTo>
                    <a:pt x="3293" y="4096"/>
                    <a:pt x="3206" y="4127"/>
                    <a:pt x="3115" y="4127"/>
                  </a:cubicBezTo>
                  <a:cubicBezTo>
                    <a:pt x="3025" y="4127"/>
                    <a:pt x="2930" y="4096"/>
                    <a:pt x="2867" y="4033"/>
                  </a:cubicBezTo>
                  <a:lnTo>
                    <a:pt x="2458" y="3592"/>
                  </a:lnTo>
                  <a:lnTo>
                    <a:pt x="2017" y="4033"/>
                  </a:lnTo>
                  <a:cubicBezTo>
                    <a:pt x="1954" y="4096"/>
                    <a:pt x="1867" y="4127"/>
                    <a:pt x="1780" y="4127"/>
                  </a:cubicBezTo>
                  <a:cubicBezTo>
                    <a:pt x="1694" y="4127"/>
                    <a:pt x="1607" y="4096"/>
                    <a:pt x="1544" y="4033"/>
                  </a:cubicBezTo>
                  <a:cubicBezTo>
                    <a:pt x="1418" y="3907"/>
                    <a:pt x="1418" y="3686"/>
                    <a:pt x="1544" y="3560"/>
                  </a:cubicBezTo>
                  <a:lnTo>
                    <a:pt x="1985" y="3119"/>
                  </a:lnTo>
                  <a:lnTo>
                    <a:pt x="1544" y="2678"/>
                  </a:lnTo>
                  <a:cubicBezTo>
                    <a:pt x="1418" y="2583"/>
                    <a:pt x="1418" y="2331"/>
                    <a:pt x="1544" y="2205"/>
                  </a:cubicBezTo>
                  <a:cubicBezTo>
                    <a:pt x="1591" y="2158"/>
                    <a:pt x="1678" y="2135"/>
                    <a:pt x="1769" y="2135"/>
                  </a:cubicBezTo>
                  <a:cubicBezTo>
                    <a:pt x="1859" y="2135"/>
                    <a:pt x="1954" y="2158"/>
                    <a:pt x="2017" y="2205"/>
                  </a:cubicBezTo>
                  <a:lnTo>
                    <a:pt x="2458" y="2646"/>
                  </a:lnTo>
                  <a:lnTo>
                    <a:pt x="2867" y="2205"/>
                  </a:lnTo>
                  <a:cubicBezTo>
                    <a:pt x="2930" y="2158"/>
                    <a:pt x="3025" y="2135"/>
                    <a:pt x="3115" y="2135"/>
                  </a:cubicBezTo>
                  <a:close/>
                  <a:moveTo>
                    <a:pt x="6727" y="2079"/>
                  </a:moveTo>
                  <a:cubicBezTo>
                    <a:pt x="6813" y="2079"/>
                    <a:pt x="6900" y="2111"/>
                    <a:pt x="6963" y="2174"/>
                  </a:cubicBezTo>
                  <a:lnTo>
                    <a:pt x="7688" y="2898"/>
                  </a:lnTo>
                  <a:cubicBezTo>
                    <a:pt x="7719" y="2993"/>
                    <a:pt x="7719" y="3245"/>
                    <a:pt x="7593" y="3371"/>
                  </a:cubicBezTo>
                  <a:cubicBezTo>
                    <a:pt x="7546" y="3418"/>
                    <a:pt x="7459" y="3442"/>
                    <a:pt x="7369" y="3442"/>
                  </a:cubicBezTo>
                  <a:cubicBezTo>
                    <a:pt x="7278" y="3442"/>
                    <a:pt x="7183" y="3418"/>
                    <a:pt x="7120" y="3371"/>
                  </a:cubicBezTo>
                  <a:lnTo>
                    <a:pt x="7026" y="3245"/>
                  </a:lnTo>
                  <a:lnTo>
                    <a:pt x="7026" y="4505"/>
                  </a:lnTo>
                  <a:cubicBezTo>
                    <a:pt x="7026" y="5104"/>
                    <a:pt x="6553" y="5513"/>
                    <a:pt x="5986" y="5513"/>
                  </a:cubicBezTo>
                  <a:lnTo>
                    <a:pt x="3151" y="5513"/>
                  </a:lnTo>
                  <a:cubicBezTo>
                    <a:pt x="2962" y="5513"/>
                    <a:pt x="2804" y="5671"/>
                    <a:pt x="2804" y="5891"/>
                  </a:cubicBezTo>
                  <a:lnTo>
                    <a:pt x="2804" y="7026"/>
                  </a:lnTo>
                  <a:cubicBezTo>
                    <a:pt x="3182" y="7183"/>
                    <a:pt x="3497" y="7530"/>
                    <a:pt x="3497" y="8002"/>
                  </a:cubicBezTo>
                  <a:cubicBezTo>
                    <a:pt x="3497" y="8601"/>
                    <a:pt x="3025" y="9042"/>
                    <a:pt x="2489" y="9042"/>
                  </a:cubicBezTo>
                  <a:cubicBezTo>
                    <a:pt x="1922" y="9042"/>
                    <a:pt x="1450" y="8569"/>
                    <a:pt x="1450" y="8002"/>
                  </a:cubicBezTo>
                  <a:cubicBezTo>
                    <a:pt x="1450" y="7561"/>
                    <a:pt x="1733" y="7183"/>
                    <a:pt x="2174" y="7026"/>
                  </a:cubicBezTo>
                  <a:lnTo>
                    <a:pt x="2174" y="5891"/>
                  </a:lnTo>
                  <a:cubicBezTo>
                    <a:pt x="2174" y="5293"/>
                    <a:pt x="2647" y="4852"/>
                    <a:pt x="3182" y="4852"/>
                  </a:cubicBezTo>
                  <a:lnTo>
                    <a:pt x="6018" y="4852"/>
                  </a:lnTo>
                  <a:cubicBezTo>
                    <a:pt x="6207" y="4852"/>
                    <a:pt x="6364" y="4694"/>
                    <a:pt x="6364" y="4505"/>
                  </a:cubicBezTo>
                  <a:lnTo>
                    <a:pt x="6364" y="3245"/>
                  </a:lnTo>
                  <a:lnTo>
                    <a:pt x="6270" y="3371"/>
                  </a:lnTo>
                  <a:cubicBezTo>
                    <a:pt x="6207" y="3418"/>
                    <a:pt x="6120" y="3442"/>
                    <a:pt x="6034" y="3442"/>
                  </a:cubicBezTo>
                  <a:cubicBezTo>
                    <a:pt x="5947" y="3442"/>
                    <a:pt x="5860" y="3418"/>
                    <a:pt x="5797" y="3371"/>
                  </a:cubicBezTo>
                  <a:cubicBezTo>
                    <a:pt x="5671" y="3245"/>
                    <a:pt x="5671" y="2993"/>
                    <a:pt x="5797" y="2898"/>
                  </a:cubicBezTo>
                  <a:lnTo>
                    <a:pt x="6490" y="2174"/>
                  </a:lnTo>
                  <a:cubicBezTo>
                    <a:pt x="6553" y="2111"/>
                    <a:pt x="6640" y="2079"/>
                    <a:pt x="6727" y="2079"/>
                  </a:cubicBezTo>
                  <a:close/>
                  <a:moveTo>
                    <a:pt x="7369" y="7057"/>
                  </a:moveTo>
                  <a:cubicBezTo>
                    <a:pt x="7459" y="7057"/>
                    <a:pt x="7546" y="7089"/>
                    <a:pt x="7593" y="7152"/>
                  </a:cubicBezTo>
                  <a:cubicBezTo>
                    <a:pt x="7719" y="7246"/>
                    <a:pt x="7719" y="7498"/>
                    <a:pt x="7593" y="7624"/>
                  </a:cubicBezTo>
                  <a:lnTo>
                    <a:pt x="7183" y="8034"/>
                  </a:lnTo>
                  <a:lnTo>
                    <a:pt x="7593" y="8475"/>
                  </a:lnTo>
                  <a:cubicBezTo>
                    <a:pt x="7719" y="8601"/>
                    <a:pt x="7719" y="8821"/>
                    <a:pt x="7593" y="8947"/>
                  </a:cubicBezTo>
                  <a:cubicBezTo>
                    <a:pt x="7546" y="9010"/>
                    <a:pt x="7459" y="9042"/>
                    <a:pt x="7369" y="9042"/>
                  </a:cubicBezTo>
                  <a:cubicBezTo>
                    <a:pt x="7278" y="9042"/>
                    <a:pt x="7183" y="9010"/>
                    <a:pt x="7120" y="8947"/>
                  </a:cubicBezTo>
                  <a:lnTo>
                    <a:pt x="6711" y="8506"/>
                  </a:lnTo>
                  <a:lnTo>
                    <a:pt x="6270" y="8947"/>
                  </a:lnTo>
                  <a:cubicBezTo>
                    <a:pt x="6207" y="9010"/>
                    <a:pt x="6120" y="9042"/>
                    <a:pt x="6034" y="9042"/>
                  </a:cubicBezTo>
                  <a:cubicBezTo>
                    <a:pt x="5947" y="9042"/>
                    <a:pt x="5860" y="9010"/>
                    <a:pt x="5797" y="8947"/>
                  </a:cubicBezTo>
                  <a:cubicBezTo>
                    <a:pt x="5671" y="8821"/>
                    <a:pt x="5671" y="8601"/>
                    <a:pt x="5797" y="8475"/>
                  </a:cubicBezTo>
                  <a:lnTo>
                    <a:pt x="6207" y="8034"/>
                  </a:lnTo>
                  <a:lnTo>
                    <a:pt x="5797" y="7624"/>
                  </a:lnTo>
                  <a:cubicBezTo>
                    <a:pt x="5671" y="7498"/>
                    <a:pt x="5671" y="7246"/>
                    <a:pt x="5797" y="7152"/>
                  </a:cubicBezTo>
                  <a:cubicBezTo>
                    <a:pt x="5845" y="7089"/>
                    <a:pt x="5931" y="7057"/>
                    <a:pt x="6022" y="7057"/>
                  </a:cubicBezTo>
                  <a:cubicBezTo>
                    <a:pt x="6112" y="7057"/>
                    <a:pt x="6207" y="7089"/>
                    <a:pt x="6270" y="7152"/>
                  </a:cubicBezTo>
                  <a:lnTo>
                    <a:pt x="6711" y="7561"/>
                  </a:lnTo>
                  <a:lnTo>
                    <a:pt x="7120" y="7152"/>
                  </a:lnTo>
                  <a:cubicBezTo>
                    <a:pt x="7183" y="7089"/>
                    <a:pt x="7278" y="7057"/>
                    <a:pt x="7369" y="7057"/>
                  </a:cubicBezTo>
                  <a:close/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9388"/>
                  </a:lnTo>
                  <a:cubicBezTo>
                    <a:pt x="0" y="9987"/>
                    <a:pt x="473" y="10397"/>
                    <a:pt x="1040" y="10397"/>
                  </a:cubicBezTo>
                  <a:lnTo>
                    <a:pt x="8003" y="10397"/>
                  </a:lnTo>
                  <a:cubicBezTo>
                    <a:pt x="8601" y="10397"/>
                    <a:pt x="9011" y="9924"/>
                    <a:pt x="9011" y="9388"/>
                  </a:cubicBezTo>
                  <a:lnTo>
                    <a:pt x="9011" y="1040"/>
                  </a:lnTo>
                  <a:cubicBezTo>
                    <a:pt x="9105" y="473"/>
                    <a:pt x="8633" y="0"/>
                    <a:pt x="8034" y="0"/>
                  </a:cubicBezTo>
                  <a:lnTo>
                    <a:pt x="7341" y="0"/>
                  </a:lnTo>
                  <a:cubicBezTo>
                    <a:pt x="7341" y="756"/>
                    <a:pt x="6711" y="1386"/>
                    <a:pt x="5955" y="1386"/>
                  </a:cubicBezTo>
                  <a:lnTo>
                    <a:pt x="3119" y="1386"/>
                  </a:lnTo>
                  <a:cubicBezTo>
                    <a:pt x="2363" y="1386"/>
                    <a:pt x="1733" y="756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80"/>
            <p:cNvSpPr/>
            <p:nvPr/>
          </p:nvSpPr>
          <p:spPr>
            <a:xfrm>
              <a:off x="6228775" y="3936925"/>
              <a:ext cx="106350" cy="53575"/>
            </a:xfrm>
            <a:custGeom>
              <a:avLst/>
              <a:gdLst/>
              <a:ahLst/>
              <a:cxnLst/>
              <a:rect l="l" t="t" r="r" b="b"/>
              <a:pathLst>
                <a:path w="4254" h="2143" extrusionOk="0">
                  <a:moveTo>
                    <a:pt x="2143" y="0"/>
                  </a:moveTo>
                  <a:cubicBezTo>
                    <a:pt x="1860" y="0"/>
                    <a:pt x="1576" y="221"/>
                    <a:pt x="1450" y="473"/>
                  </a:cubicBezTo>
                  <a:lnTo>
                    <a:pt x="1387" y="725"/>
                  </a:lnTo>
                  <a:lnTo>
                    <a:pt x="725" y="725"/>
                  </a:lnTo>
                  <a:cubicBezTo>
                    <a:pt x="316" y="725"/>
                    <a:pt x="1" y="1040"/>
                    <a:pt x="1" y="1418"/>
                  </a:cubicBezTo>
                  <a:cubicBezTo>
                    <a:pt x="1" y="1828"/>
                    <a:pt x="316" y="2143"/>
                    <a:pt x="725" y="2143"/>
                  </a:cubicBezTo>
                  <a:lnTo>
                    <a:pt x="3561" y="2143"/>
                  </a:lnTo>
                  <a:cubicBezTo>
                    <a:pt x="3939" y="2143"/>
                    <a:pt x="4254" y="1828"/>
                    <a:pt x="4254" y="1418"/>
                  </a:cubicBezTo>
                  <a:cubicBezTo>
                    <a:pt x="4254" y="1040"/>
                    <a:pt x="3939" y="725"/>
                    <a:pt x="3561" y="725"/>
                  </a:cubicBezTo>
                  <a:lnTo>
                    <a:pt x="2868" y="725"/>
                  </a:lnTo>
                  <a:lnTo>
                    <a:pt x="2805" y="473"/>
                  </a:lnTo>
                  <a:cubicBezTo>
                    <a:pt x="2710" y="221"/>
                    <a:pt x="2458" y="0"/>
                    <a:pt x="2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80"/>
            <p:cNvSpPr/>
            <p:nvPr/>
          </p:nvSpPr>
          <p:spPr>
            <a:xfrm>
              <a:off x="6412300" y="4059000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0" y="1"/>
                  </a:moveTo>
                  <a:lnTo>
                    <a:pt x="0" y="4222"/>
                  </a:lnTo>
                  <a:lnTo>
                    <a:pt x="32" y="4222"/>
                  </a:lnTo>
                  <a:cubicBezTo>
                    <a:pt x="315" y="4002"/>
                    <a:pt x="662" y="3876"/>
                    <a:pt x="1072" y="3876"/>
                  </a:cubicBezTo>
                  <a:cubicBezTo>
                    <a:pt x="1450" y="3876"/>
                    <a:pt x="1796" y="4002"/>
                    <a:pt x="2080" y="4222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80"/>
            <p:cNvSpPr/>
            <p:nvPr/>
          </p:nvSpPr>
          <p:spPr>
            <a:xfrm>
              <a:off x="6413875" y="4007025"/>
              <a:ext cx="52000" cy="34675"/>
            </a:xfrm>
            <a:custGeom>
              <a:avLst/>
              <a:gdLst/>
              <a:ahLst/>
              <a:cxnLst/>
              <a:rect l="l" t="t" r="r" b="b"/>
              <a:pathLst>
                <a:path w="2080" h="1387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2080" y="1386"/>
                  </a:lnTo>
                  <a:lnTo>
                    <a:pt x="2080" y="1040"/>
                  </a:lnTo>
                  <a:cubicBezTo>
                    <a:pt x="2048" y="473"/>
                    <a:pt x="1576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80"/>
            <p:cNvSpPr/>
            <p:nvPr/>
          </p:nvSpPr>
          <p:spPr>
            <a:xfrm>
              <a:off x="6417800" y="4173200"/>
              <a:ext cx="43350" cy="43350"/>
            </a:xfrm>
            <a:custGeom>
              <a:avLst/>
              <a:gdLst/>
              <a:ahLst/>
              <a:cxnLst/>
              <a:rect l="l" t="t" r="r" b="b"/>
              <a:pathLst>
                <a:path w="1734" h="1734" extrusionOk="0">
                  <a:moveTo>
                    <a:pt x="883" y="1"/>
                  </a:moveTo>
                  <a:cubicBezTo>
                    <a:pt x="537" y="1"/>
                    <a:pt x="190" y="221"/>
                    <a:pt x="1" y="442"/>
                  </a:cubicBezTo>
                  <a:lnTo>
                    <a:pt x="568" y="1545"/>
                  </a:lnTo>
                  <a:cubicBezTo>
                    <a:pt x="600" y="1671"/>
                    <a:pt x="757" y="1734"/>
                    <a:pt x="883" y="1734"/>
                  </a:cubicBezTo>
                  <a:cubicBezTo>
                    <a:pt x="978" y="1734"/>
                    <a:pt x="1104" y="1671"/>
                    <a:pt x="1198" y="1545"/>
                  </a:cubicBezTo>
                  <a:lnTo>
                    <a:pt x="1734" y="442"/>
                  </a:lnTo>
                  <a:cubicBezTo>
                    <a:pt x="1545" y="158"/>
                    <a:pt x="1230" y="1"/>
                    <a:pt x="8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7" name="Google Shape;1337;p80"/>
          <p:cNvGrpSpPr/>
          <p:nvPr/>
        </p:nvGrpSpPr>
        <p:grpSpPr>
          <a:xfrm>
            <a:off x="1885166" y="3201965"/>
            <a:ext cx="348188" cy="349133"/>
            <a:chOff x="1674750" y="3254050"/>
            <a:chExt cx="294575" cy="295375"/>
          </a:xfrm>
        </p:grpSpPr>
        <p:sp>
          <p:nvSpPr>
            <p:cNvPr id="1338" name="Google Shape;1338;p80"/>
            <p:cNvSpPr/>
            <p:nvPr/>
          </p:nvSpPr>
          <p:spPr>
            <a:xfrm>
              <a:off x="1691275" y="3351700"/>
              <a:ext cx="278050" cy="197725"/>
            </a:xfrm>
            <a:custGeom>
              <a:avLst/>
              <a:gdLst/>
              <a:ahLst/>
              <a:cxnLst/>
              <a:rect l="l" t="t" r="r" b="b"/>
              <a:pathLst>
                <a:path w="11122" h="7909" extrusionOk="0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80"/>
            <p:cNvSpPr/>
            <p:nvPr/>
          </p:nvSpPr>
          <p:spPr>
            <a:xfrm>
              <a:off x="1674750" y="3254050"/>
              <a:ext cx="277250" cy="197900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80"/>
            <p:cNvSpPr/>
            <p:nvPr/>
          </p:nvSpPr>
          <p:spPr>
            <a:xfrm>
              <a:off x="1727500" y="3306825"/>
              <a:ext cx="189075" cy="189050"/>
            </a:xfrm>
            <a:custGeom>
              <a:avLst/>
              <a:gdLst/>
              <a:ahLst/>
              <a:cxnLst/>
              <a:rect l="l" t="t" r="r" b="b"/>
              <a:pathLst>
                <a:path w="7563" h="7562" extrusionOk="0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1" name="Google Shape;1341;p80"/>
          <p:cNvGrpSpPr/>
          <p:nvPr/>
        </p:nvGrpSpPr>
        <p:grpSpPr>
          <a:xfrm>
            <a:off x="5031045" y="3688124"/>
            <a:ext cx="350079" cy="350079"/>
            <a:chOff x="3497300" y="3227275"/>
            <a:chExt cx="296175" cy="296175"/>
          </a:xfrm>
        </p:grpSpPr>
        <p:sp>
          <p:nvSpPr>
            <p:cNvPr id="1342" name="Google Shape;1342;p80"/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80"/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80"/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80"/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80"/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80"/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80"/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80"/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0" name="Google Shape;1350;p80"/>
          <p:cNvGrpSpPr/>
          <p:nvPr/>
        </p:nvGrpSpPr>
        <p:grpSpPr>
          <a:xfrm>
            <a:off x="5661125" y="2703523"/>
            <a:ext cx="349133" cy="347272"/>
            <a:chOff x="3497300" y="3591950"/>
            <a:chExt cx="295375" cy="293800"/>
          </a:xfrm>
        </p:grpSpPr>
        <p:sp>
          <p:nvSpPr>
            <p:cNvPr id="1351" name="Google Shape;1351;p80"/>
            <p:cNvSpPr/>
            <p:nvPr/>
          </p:nvSpPr>
          <p:spPr>
            <a:xfrm>
              <a:off x="3628825" y="3724275"/>
              <a:ext cx="18150" cy="16550"/>
            </a:xfrm>
            <a:custGeom>
              <a:avLst/>
              <a:gdLst/>
              <a:ahLst/>
              <a:cxnLst/>
              <a:rect l="l" t="t" r="r" b="b"/>
              <a:pathLst>
                <a:path w="726" h="662" extrusionOk="0">
                  <a:moveTo>
                    <a:pt x="375" y="0"/>
                  </a:moveTo>
                  <a:cubicBezTo>
                    <a:pt x="292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cubicBezTo>
                    <a:pt x="190" y="630"/>
                    <a:pt x="277" y="662"/>
                    <a:pt x="363" y="662"/>
                  </a:cubicBezTo>
                  <a:cubicBezTo>
                    <a:pt x="450" y="662"/>
                    <a:pt x="536" y="630"/>
                    <a:pt x="599" y="567"/>
                  </a:cubicBezTo>
                  <a:cubicBezTo>
                    <a:pt x="725" y="441"/>
                    <a:pt x="725" y="221"/>
                    <a:pt x="599" y="95"/>
                  </a:cubicBezTo>
                  <a:cubicBezTo>
                    <a:pt x="536" y="32"/>
                    <a:pt x="458" y="0"/>
                    <a:pt x="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80"/>
            <p:cNvSpPr/>
            <p:nvPr/>
          </p:nvSpPr>
          <p:spPr>
            <a:xfrm>
              <a:off x="3590250" y="3689400"/>
              <a:ext cx="94525" cy="86675"/>
            </a:xfrm>
            <a:custGeom>
              <a:avLst/>
              <a:gdLst/>
              <a:ahLst/>
              <a:cxnLst/>
              <a:rect l="l" t="t" r="r" b="b"/>
              <a:pathLst>
                <a:path w="3781" h="3467" extrusionOk="0">
                  <a:moveTo>
                    <a:pt x="1922" y="710"/>
                  </a:moveTo>
                  <a:cubicBezTo>
                    <a:pt x="2190" y="710"/>
                    <a:pt x="2458" y="812"/>
                    <a:pt x="2647" y="1017"/>
                  </a:cubicBezTo>
                  <a:cubicBezTo>
                    <a:pt x="3088" y="1395"/>
                    <a:pt x="3088" y="2088"/>
                    <a:pt x="2647" y="2466"/>
                  </a:cubicBezTo>
                  <a:cubicBezTo>
                    <a:pt x="2458" y="2671"/>
                    <a:pt x="2190" y="2773"/>
                    <a:pt x="1922" y="2773"/>
                  </a:cubicBezTo>
                  <a:cubicBezTo>
                    <a:pt x="1654" y="2773"/>
                    <a:pt x="1386" y="2671"/>
                    <a:pt x="1197" y="2466"/>
                  </a:cubicBezTo>
                  <a:cubicBezTo>
                    <a:pt x="788" y="2088"/>
                    <a:pt x="788" y="1395"/>
                    <a:pt x="1197" y="1017"/>
                  </a:cubicBezTo>
                  <a:cubicBezTo>
                    <a:pt x="1386" y="812"/>
                    <a:pt x="1654" y="710"/>
                    <a:pt x="1922" y="710"/>
                  </a:cubicBezTo>
                  <a:close/>
                  <a:moveTo>
                    <a:pt x="1930" y="1"/>
                  </a:moveTo>
                  <a:cubicBezTo>
                    <a:pt x="1489" y="1"/>
                    <a:pt x="1040" y="182"/>
                    <a:pt x="693" y="544"/>
                  </a:cubicBezTo>
                  <a:cubicBezTo>
                    <a:pt x="0" y="1206"/>
                    <a:pt x="0" y="2309"/>
                    <a:pt x="693" y="2970"/>
                  </a:cubicBezTo>
                  <a:cubicBezTo>
                    <a:pt x="1024" y="3301"/>
                    <a:pt x="1473" y="3466"/>
                    <a:pt x="1918" y="3466"/>
                  </a:cubicBezTo>
                  <a:cubicBezTo>
                    <a:pt x="2363" y="3466"/>
                    <a:pt x="2804" y="3301"/>
                    <a:pt x="3119" y="2970"/>
                  </a:cubicBezTo>
                  <a:cubicBezTo>
                    <a:pt x="3781" y="2309"/>
                    <a:pt x="3781" y="1206"/>
                    <a:pt x="3119" y="544"/>
                  </a:cubicBezTo>
                  <a:cubicBezTo>
                    <a:pt x="2804" y="182"/>
                    <a:pt x="2371" y="1"/>
                    <a:pt x="19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80"/>
            <p:cNvSpPr/>
            <p:nvPr/>
          </p:nvSpPr>
          <p:spPr>
            <a:xfrm>
              <a:off x="3674525" y="3601400"/>
              <a:ext cx="118150" cy="118950"/>
            </a:xfrm>
            <a:custGeom>
              <a:avLst/>
              <a:gdLst/>
              <a:ahLst/>
              <a:cxnLst/>
              <a:rect l="l" t="t" r="r" b="b"/>
              <a:pathLst>
                <a:path w="4726" h="4758" extrusionOk="0">
                  <a:moveTo>
                    <a:pt x="3533" y="0"/>
                  </a:moveTo>
                  <a:cubicBezTo>
                    <a:pt x="3442" y="0"/>
                    <a:pt x="3355" y="32"/>
                    <a:pt x="3308" y="95"/>
                  </a:cubicBezTo>
                  <a:lnTo>
                    <a:pt x="0" y="3308"/>
                  </a:lnTo>
                  <a:cubicBezTo>
                    <a:pt x="410" y="3623"/>
                    <a:pt x="788" y="4127"/>
                    <a:pt x="1953" y="4758"/>
                  </a:cubicBezTo>
                  <a:lnTo>
                    <a:pt x="4600" y="2678"/>
                  </a:lnTo>
                  <a:cubicBezTo>
                    <a:pt x="4663" y="2615"/>
                    <a:pt x="4726" y="2521"/>
                    <a:pt x="4726" y="2395"/>
                  </a:cubicBezTo>
                  <a:cubicBezTo>
                    <a:pt x="4726" y="1544"/>
                    <a:pt x="4348" y="693"/>
                    <a:pt x="3781" y="95"/>
                  </a:cubicBezTo>
                  <a:cubicBezTo>
                    <a:pt x="3718" y="32"/>
                    <a:pt x="3623" y="0"/>
                    <a:pt x="3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80"/>
            <p:cNvSpPr/>
            <p:nvPr/>
          </p:nvSpPr>
          <p:spPr>
            <a:xfrm>
              <a:off x="3631200" y="3774675"/>
              <a:ext cx="103200" cy="102400"/>
            </a:xfrm>
            <a:custGeom>
              <a:avLst/>
              <a:gdLst/>
              <a:ahLst/>
              <a:cxnLst/>
              <a:rect l="l" t="t" r="r" b="b"/>
              <a:pathLst>
                <a:path w="4128" h="4096" extrusionOk="0">
                  <a:moveTo>
                    <a:pt x="2048" y="0"/>
                  </a:moveTo>
                  <a:cubicBezTo>
                    <a:pt x="1985" y="32"/>
                    <a:pt x="1985" y="63"/>
                    <a:pt x="1954" y="126"/>
                  </a:cubicBezTo>
                  <a:cubicBezTo>
                    <a:pt x="1506" y="546"/>
                    <a:pt x="859" y="767"/>
                    <a:pt x="235" y="767"/>
                  </a:cubicBezTo>
                  <a:cubicBezTo>
                    <a:pt x="156" y="767"/>
                    <a:pt x="78" y="764"/>
                    <a:pt x="0" y="756"/>
                  </a:cubicBezTo>
                  <a:lnTo>
                    <a:pt x="0" y="756"/>
                  </a:lnTo>
                  <a:cubicBezTo>
                    <a:pt x="567" y="1670"/>
                    <a:pt x="1355" y="3749"/>
                    <a:pt x="1418" y="3875"/>
                  </a:cubicBezTo>
                  <a:cubicBezTo>
                    <a:pt x="1450" y="4001"/>
                    <a:pt x="1607" y="4096"/>
                    <a:pt x="1733" y="4096"/>
                  </a:cubicBezTo>
                  <a:cubicBezTo>
                    <a:pt x="1891" y="4096"/>
                    <a:pt x="1985" y="4033"/>
                    <a:pt x="2048" y="3875"/>
                  </a:cubicBezTo>
                  <a:lnTo>
                    <a:pt x="2426" y="2647"/>
                  </a:lnTo>
                  <a:lnTo>
                    <a:pt x="3182" y="2647"/>
                  </a:lnTo>
                  <a:cubicBezTo>
                    <a:pt x="4128" y="2647"/>
                    <a:pt x="2710" y="630"/>
                    <a:pt x="20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80"/>
            <p:cNvSpPr/>
            <p:nvPr/>
          </p:nvSpPr>
          <p:spPr>
            <a:xfrm>
              <a:off x="3691850" y="3726625"/>
              <a:ext cx="89800" cy="89050"/>
            </a:xfrm>
            <a:custGeom>
              <a:avLst/>
              <a:gdLst/>
              <a:ahLst/>
              <a:cxnLst/>
              <a:rect l="l" t="t" r="r" b="b"/>
              <a:pathLst>
                <a:path w="3592" h="3562" extrusionOk="0">
                  <a:moveTo>
                    <a:pt x="252" y="1"/>
                  </a:moveTo>
                  <a:cubicBezTo>
                    <a:pt x="284" y="410"/>
                    <a:pt x="189" y="883"/>
                    <a:pt x="0" y="1292"/>
                  </a:cubicBezTo>
                  <a:cubicBezTo>
                    <a:pt x="630" y="1922"/>
                    <a:pt x="1134" y="2615"/>
                    <a:pt x="1544" y="3466"/>
                  </a:cubicBezTo>
                  <a:cubicBezTo>
                    <a:pt x="1565" y="3530"/>
                    <a:pt x="1634" y="3562"/>
                    <a:pt x="1715" y="3562"/>
                  </a:cubicBezTo>
                  <a:cubicBezTo>
                    <a:pt x="1874" y="3562"/>
                    <a:pt x="2080" y="3443"/>
                    <a:pt x="2080" y="3214"/>
                  </a:cubicBezTo>
                  <a:lnTo>
                    <a:pt x="2080" y="2458"/>
                  </a:lnTo>
                  <a:lnTo>
                    <a:pt x="3308" y="2080"/>
                  </a:lnTo>
                  <a:cubicBezTo>
                    <a:pt x="3497" y="1985"/>
                    <a:pt x="3592" y="1891"/>
                    <a:pt x="3592" y="1733"/>
                  </a:cubicBezTo>
                  <a:cubicBezTo>
                    <a:pt x="3592" y="1576"/>
                    <a:pt x="3497" y="1450"/>
                    <a:pt x="3340" y="1418"/>
                  </a:cubicBezTo>
                  <a:cubicBezTo>
                    <a:pt x="3182" y="1355"/>
                    <a:pt x="1134" y="568"/>
                    <a:pt x="2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80"/>
            <p:cNvSpPr/>
            <p:nvPr/>
          </p:nvSpPr>
          <p:spPr>
            <a:xfrm>
              <a:off x="3505175" y="3767575"/>
              <a:ext cx="120525" cy="118175"/>
            </a:xfrm>
            <a:custGeom>
              <a:avLst/>
              <a:gdLst/>
              <a:ahLst/>
              <a:cxnLst/>
              <a:rect l="l" t="t" r="r" b="b"/>
              <a:pathLst>
                <a:path w="4821" h="4727" extrusionOk="0">
                  <a:moveTo>
                    <a:pt x="3372" y="1"/>
                  </a:moveTo>
                  <a:lnTo>
                    <a:pt x="95" y="3277"/>
                  </a:lnTo>
                  <a:cubicBezTo>
                    <a:pt x="1" y="3435"/>
                    <a:pt x="1" y="3687"/>
                    <a:pt x="158" y="3781"/>
                  </a:cubicBezTo>
                  <a:cubicBezTo>
                    <a:pt x="788" y="4411"/>
                    <a:pt x="1607" y="4727"/>
                    <a:pt x="2458" y="4727"/>
                  </a:cubicBezTo>
                  <a:cubicBezTo>
                    <a:pt x="2584" y="4727"/>
                    <a:pt x="2679" y="4695"/>
                    <a:pt x="2742" y="4632"/>
                  </a:cubicBezTo>
                  <a:lnTo>
                    <a:pt x="4821" y="1986"/>
                  </a:lnTo>
                  <a:cubicBezTo>
                    <a:pt x="4254" y="851"/>
                    <a:pt x="3718" y="442"/>
                    <a:pt x="33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80"/>
            <p:cNvSpPr/>
            <p:nvPr/>
          </p:nvSpPr>
          <p:spPr>
            <a:xfrm>
              <a:off x="3631200" y="3591950"/>
              <a:ext cx="104000" cy="84300"/>
            </a:xfrm>
            <a:custGeom>
              <a:avLst/>
              <a:gdLst/>
              <a:ahLst/>
              <a:cxnLst/>
              <a:rect l="l" t="t" r="r" b="b"/>
              <a:pathLst>
                <a:path w="4160" h="3372" extrusionOk="0">
                  <a:moveTo>
                    <a:pt x="2836" y="0"/>
                  </a:moveTo>
                  <a:cubicBezTo>
                    <a:pt x="2678" y="0"/>
                    <a:pt x="2584" y="32"/>
                    <a:pt x="2521" y="95"/>
                  </a:cubicBezTo>
                  <a:lnTo>
                    <a:pt x="0" y="3245"/>
                  </a:lnTo>
                  <a:cubicBezTo>
                    <a:pt x="90" y="3238"/>
                    <a:pt x="181" y="3234"/>
                    <a:pt x="272" y="3234"/>
                  </a:cubicBezTo>
                  <a:cubicBezTo>
                    <a:pt x="568" y="3234"/>
                    <a:pt x="870" y="3275"/>
                    <a:pt x="1135" y="3371"/>
                  </a:cubicBezTo>
                  <a:cubicBezTo>
                    <a:pt x="1324" y="3119"/>
                    <a:pt x="3939" y="567"/>
                    <a:pt x="4159" y="347"/>
                  </a:cubicBezTo>
                  <a:cubicBezTo>
                    <a:pt x="3718" y="158"/>
                    <a:pt x="3308" y="0"/>
                    <a:pt x="2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80"/>
            <p:cNvSpPr/>
            <p:nvPr/>
          </p:nvSpPr>
          <p:spPr>
            <a:xfrm>
              <a:off x="3497300" y="3721900"/>
              <a:ext cx="84300" cy="107150"/>
            </a:xfrm>
            <a:custGeom>
              <a:avLst/>
              <a:gdLst/>
              <a:ahLst/>
              <a:cxnLst/>
              <a:rect l="l" t="t" r="r" b="b"/>
              <a:pathLst>
                <a:path w="3372" h="4286" extrusionOk="0">
                  <a:moveTo>
                    <a:pt x="3246" y="1"/>
                  </a:moveTo>
                  <a:lnTo>
                    <a:pt x="95" y="2552"/>
                  </a:lnTo>
                  <a:cubicBezTo>
                    <a:pt x="32" y="2615"/>
                    <a:pt x="1" y="2710"/>
                    <a:pt x="1" y="2836"/>
                  </a:cubicBezTo>
                  <a:cubicBezTo>
                    <a:pt x="1" y="3340"/>
                    <a:pt x="95" y="3844"/>
                    <a:pt x="347" y="4285"/>
                  </a:cubicBezTo>
                  <a:lnTo>
                    <a:pt x="3372" y="1261"/>
                  </a:lnTo>
                  <a:cubicBezTo>
                    <a:pt x="3214" y="851"/>
                    <a:pt x="3183" y="410"/>
                    <a:pt x="3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9" name="Google Shape;1359;p80"/>
          <p:cNvGrpSpPr/>
          <p:nvPr/>
        </p:nvGrpSpPr>
        <p:grpSpPr>
          <a:xfrm>
            <a:off x="2518774" y="2701192"/>
            <a:ext cx="351024" cy="351941"/>
            <a:chOff x="5355300" y="3598250"/>
            <a:chExt cx="296975" cy="297750"/>
          </a:xfrm>
        </p:grpSpPr>
        <p:sp>
          <p:nvSpPr>
            <p:cNvPr id="1360" name="Google Shape;1360;p80"/>
            <p:cNvSpPr/>
            <p:nvPr/>
          </p:nvSpPr>
          <p:spPr>
            <a:xfrm>
              <a:off x="5355300" y="3703000"/>
              <a:ext cx="35475" cy="191425"/>
            </a:xfrm>
            <a:custGeom>
              <a:avLst/>
              <a:gdLst/>
              <a:ahLst/>
              <a:cxnLst/>
              <a:rect l="l" t="t" r="r" b="b"/>
              <a:pathLst>
                <a:path w="1419" h="7657" extrusionOk="0">
                  <a:moveTo>
                    <a:pt x="410" y="0"/>
                  </a:moveTo>
                  <a:cubicBezTo>
                    <a:pt x="221" y="0"/>
                    <a:pt x="64" y="158"/>
                    <a:pt x="64" y="347"/>
                  </a:cubicBezTo>
                  <a:cubicBezTo>
                    <a:pt x="1" y="2867"/>
                    <a:pt x="1" y="4789"/>
                    <a:pt x="1" y="7310"/>
                  </a:cubicBezTo>
                  <a:cubicBezTo>
                    <a:pt x="1" y="7530"/>
                    <a:pt x="158" y="7656"/>
                    <a:pt x="379" y="7656"/>
                  </a:cubicBezTo>
                  <a:cubicBezTo>
                    <a:pt x="568" y="7656"/>
                    <a:pt x="725" y="7530"/>
                    <a:pt x="725" y="7310"/>
                  </a:cubicBezTo>
                  <a:lnTo>
                    <a:pt x="725" y="1355"/>
                  </a:lnTo>
                  <a:lnTo>
                    <a:pt x="1418" y="1355"/>
                  </a:lnTo>
                  <a:lnTo>
                    <a:pt x="14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80"/>
            <p:cNvSpPr/>
            <p:nvPr/>
          </p:nvSpPr>
          <p:spPr>
            <a:xfrm>
              <a:off x="5389175" y="3773100"/>
              <a:ext cx="122900" cy="122900"/>
            </a:xfrm>
            <a:custGeom>
              <a:avLst/>
              <a:gdLst/>
              <a:ahLst/>
              <a:cxnLst/>
              <a:rect l="l" t="t" r="r" b="b"/>
              <a:pathLst>
                <a:path w="4916" h="4916" extrusionOk="0">
                  <a:moveTo>
                    <a:pt x="2080" y="0"/>
                  </a:moveTo>
                  <a:lnTo>
                    <a:pt x="2080" y="693"/>
                  </a:lnTo>
                  <a:lnTo>
                    <a:pt x="1733" y="693"/>
                  </a:lnTo>
                  <a:cubicBezTo>
                    <a:pt x="788" y="693"/>
                    <a:pt x="0" y="1481"/>
                    <a:pt x="0" y="2458"/>
                  </a:cubicBezTo>
                  <a:cubicBezTo>
                    <a:pt x="0" y="2678"/>
                    <a:pt x="158" y="2836"/>
                    <a:pt x="347" y="2836"/>
                  </a:cubicBezTo>
                  <a:lnTo>
                    <a:pt x="2080" y="2836"/>
                  </a:lnTo>
                  <a:lnTo>
                    <a:pt x="2080" y="3529"/>
                  </a:lnTo>
                  <a:lnTo>
                    <a:pt x="1072" y="3529"/>
                  </a:lnTo>
                  <a:cubicBezTo>
                    <a:pt x="473" y="3529"/>
                    <a:pt x="32" y="4001"/>
                    <a:pt x="32" y="4569"/>
                  </a:cubicBezTo>
                  <a:cubicBezTo>
                    <a:pt x="32" y="4758"/>
                    <a:pt x="189" y="4915"/>
                    <a:pt x="410" y="4915"/>
                  </a:cubicBezTo>
                  <a:cubicBezTo>
                    <a:pt x="599" y="4915"/>
                    <a:pt x="757" y="4758"/>
                    <a:pt x="757" y="4569"/>
                  </a:cubicBezTo>
                  <a:cubicBezTo>
                    <a:pt x="757" y="4348"/>
                    <a:pt x="914" y="4190"/>
                    <a:pt x="1103" y="4190"/>
                  </a:cubicBezTo>
                  <a:lnTo>
                    <a:pt x="2143" y="4190"/>
                  </a:lnTo>
                  <a:lnTo>
                    <a:pt x="2143" y="4569"/>
                  </a:lnTo>
                  <a:cubicBezTo>
                    <a:pt x="2143" y="4758"/>
                    <a:pt x="2300" y="4915"/>
                    <a:pt x="2489" y="4915"/>
                  </a:cubicBezTo>
                  <a:cubicBezTo>
                    <a:pt x="2678" y="4915"/>
                    <a:pt x="2836" y="4758"/>
                    <a:pt x="2836" y="4569"/>
                  </a:cubicBezTo>
                  <a:lnTo>
                    <a:pt x="2836" y="4190"/>
                  </a:lnTo>
                  <a:lnTo>
                    <a:pt x="3876" y="4190"/>
                  </a:lnTo>
                  <a:cubicBezTo>
                    <a:pt x="4065" y="4190"/>
                    <a:pt x="4222" y="4348"/>
                    <a:pt x="4222" y="4569"/>
                  </a:cubicBezTo>
                  <a:cubicBezTo>
                    <a:pt x="4222" y="4758"/>
                    <a:pt x="4380" y="4915"/>
                    <a:pt x="4569" y="4915"/>
                  </a:cubicBezTo>
                  <a:cubicBezTo>
                    <a:pt x="4758" y="4915"/>
                    <a:pt x="4915" y="4758"/>
                    <a:pt x="4915" y="4569"/>
                  </a:cubicBezTo>
                  <a:cubicBezTo>
                    <a:pt x="4915" y="3970"/>
                    <a:pt x="4443" y="3529"/>
                    <a:pt x="3907" y="3529"/>
                  </a:cubicBezTo>
                  <a:lnTo>
                    <a:pt x="2867" y="3529"/>
                  </a:lnTo>
                  <a:lnTo>
                    <a:pt x="2867" y="2836"/>
                  </a:lnTo>
                  <a:lnTo>
                    <a:pt x="4537" y="2836"/>
                  </a:lnTo>
                  <a:lnTo>
                    <a:pt x="4537" y="2773"/>
                  </a:lnTo>
                  <a:cubicBezTo>
                    <a:pt x="4726" y="2773"/>
                    <a:pt x="4884" y="2615"/>
                    <a:pt x="4884" y="2426"/>
                  </a:cubicBezTo>
                  <a:cubicBezTo>
                    <a:pt x="4884" y="1481"/>
                    <a:pt x="4096" y="662"/>
                    <a:pt x="3151" y="662"/>
                  </a:cubicBezTo>
                  <a:lnTo>
                    <a:pt x="2804" y="662"/>
                  </a:lnTo>
                  <a:lnTo>
                    <a:pt x="28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80"/>
            <p:cNvSpPr/>
            <p:nvPr/>
          </p:nvSpPr>
          <p:spPr>
            <a:xfrm>
              <a:off x="5527800" y="3598250"/>
              <a:ext cx="105550" cy="35450"/>
            </a:xfrm>
            <a:custGeom>
              <a:avLst/>
              <a:gdLst/>
              <a:ahLst/>
              <a:cxnLst/>
              <a:rect l="l" t="t" r="r" b="b"/>
              <a:pathLst>
                <a:path w="4222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cubicBezTo>
                    <a:pt x="63" y="1103"/>
                    <a:pt x="378" y="1418"/>
                    <a:pt x="725" y="1418"/>
                  </a:cubicBezTo>
                  <a:lnTo>
                    <a:pt x="3875" y="1418"/>
                  </a:lnTo>
                  <a:cubicBezTo>
                    <a:pt x="4064" y="1418"/>
                    <a:pt x="4222" y="1260"/>
                    <a:pt x="4222" y="1071"/>
                  </a:cubicBezTo>
                  <a:lnTo>
                    <a:pt x="4222" y="378"/>
                  </a:lnTo>
                  <a:cubicBezTo>
                    <a:pt x="4222" y="158"/>
                    <a:pt x="4064" y="0"/>
                    <a:pt x="38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80"/>
            <p:cNvSpPr/>
            <p:nvPr/>
          </p:nvSpPr>
          <p:spPr>
            <a:xfrm>
              <a:off x="5545900" y="3651800"/>
              <a:ext cx="104800" cy="35475"/>
            </a:xfrm>
            <a:custGeom>
              <a:avLst/>
              <a:gdLst/>
              <a:ahLst/>
              <a:cxnLst/>
              <a:rect l="l" t="t" r="r" b="b"/>
              <a:pathLst>
                <a:path w="4192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lnTo>
                    <a:pt x="3845" y="1418"/>
                  </a:lnTo>
                  <a:cubicBezTo>
                    <a:pt x="4065" y="1418"/>
                    <a:pt x="4191" y="1261"/>
                    <a:pt x="4191" y="1072"/>
                  </a:cubicBezTo>
                  <a:lnTo>
                    <a:pt x="4191" y="347"/>
                  </a:lnTo>
                  <a:cubicBezTo>
                    <a:pt x="4191" y="158"/>
                    <a:pt x="4065" y="1"/>
                    <a:pt x="3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80"/>
            <p:cNvSpPr/>
            <p:nvPr/>
          </p:nvSpPr>
          <p:spPr>
            <a:xfrm>
              <a:off x="5529375" y="3754975"/>
              <a:ext cx="122100" cy="35475"/>
            </a:xfrm>
            <a:custGeom>
              <a:avLst/>
              <a:gdLst/>
              <a:ahLst/>
              <a:cxnLst/>
              <a:rect l="l" t="t" r="r" b="b"/>
              <a:pathLst>
                <a:path w="4884" h="1419" extrusionOk="0">
                  <a:moveTo>
                    <a:pt x="0" y="1"/>
                  </a:moveTo>
                  <a:lnTo>
                    <a:pt x="0" y="1418"/>
                  </a:lnTo>
                  <a:lnTo>
                    <a:pt x="4884" y="1418"/>
                  </a:lnTo>
                  <a:lnTo>
                    <a:pt x="4884" y="1"/>
                  </a:lnTo>
                  <a:lnTo>
                    <a:pt x="2773" y="1"/>
                  </a:lnTo>
                  <a:lnTo>
                    <a:pt x="2773" y="347"/>
                  </a:lnTo>
                  <a:cubicBezTo>
                    <a:pt x="2773" y="568"/>
                    <a:pt x="2615" y="725"/>
                    <a:pt x="2426" y="725"/>
                  </a:cubicBezTo>
                  <a:cubicBezTo>
                    <a:pt x="2237" y="725"/>
                    <a:pt x="2080" y="568"/>
                    <a:pt x="2080" y="347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80"/>
            <p:cNvSpPr/>
            <p:nvPr/>
          </p:nvSpPr>
          <p:spPr>
            <a:xfrm>
              <a:off x="5511250" y="3703000"/>
              <a:ext cx="140225" cy="33900"/>
            </a:xfrm>
            <a:custGeom>
              <a:avLst/>
              <a:gdLst/>
              <a:ahLst/>
              <a:cxnLst/>
              <a:rect l="l" t="t" r="r" b="b"/>
              <a:pathLst>
                <a:path w="5609" h="1356" extrusionOk="0">
                  <a:moveTo>
                    <a:pt x="1" y="0"/>
                  </a:moveTo>
                  <a:lnTo>
                    <a:pt x="1" y="1355"/>
                  </a:lnTo>
                  <a:lnTo>
                    <a:pt x="5609" y="1355"/>
                  </a:lnTo>
                  <a:lnTo>
                    <a:pt x="5609" y="347"/>
                  </a:lnTo>
                  <a:cubicBezTo>
                    <a:pt x="5577" y="158"/>
                    <a:pt x="5451" y="0"/>
                    <a:pt x="52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80"/>
            <p:cNvSpPr/>
            <p:nvPr/>
          </p:nvSpPr>
          <p:spPr>
            <a:xfrm>
              <a:off x="5529375" y="3808550"/>
              <a:ext cx="122900" cy="87450"/>
            </a:xfrm>
            <a:custGeom>
              <a:avLst/>
              <a:gdLst/>
              <a:ahLst/>
              <a:cxnLst/>
              <a:rect l="l" t="t" r="r" b="b"/>
              <a:pathLst>
                <a:path w="4916" h="3498" extrusionOk="0">
                  <a:moveTo>
                    <a:pt x="0" y="0"/>
                  </a:move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cubicBezTo>
                    <a:pt x="536" y="3497"/>
                    <a:pt x="693" y="3340"/>
                    <a:pt x="693" y="3151"/>
                  </a:cubicBezTo>
                  <a:lnTo>
                    <a:pt x="693" y="1418"/>
                  </a:lnTo>
                  <a:lnTo>
                    <a:pt x="4190" y="1418"/>
                  </a:lnTo>
                  <a:lnTo>
                    <a:pt x="4190" y="3151"/>
                  </a:lnTo>
                  <a:cubicBezTo>
                    <a:pt x="4190" y="3340"/>
                    <a:pt x="4348" y="3497"/>
                    <a:pt x="4569" y="3497"/>
                  </a:cubicBezTo>
                  <a:cubicBezTo>
                    <a:pt x="4758" y="3497"/>
                    <a:pt x="4915" y="3340"/>
                    <a:pt x="4915" y="3151"/>
                  </a:cubicBezTo>
                  <a:lnTo>
                    <a:pt x="4915" y="0"/>
                  </a:lnTo>
                  <a:lnTo>
                    <a:pt x="2773" y="0"/>
                  </a:lnTo>
                  <a:lnTo>
                    <a:pt x="2773" y="347"/>
                  </a:lnTo>
                  <a:cubicBezTo>
                    <a:pt x="2773" y="536"/>
                    <a:pt x="2615" y="693"/>
                    <a:pt x="2426" y="693"/>
                  </a:cubicBezTo>
                  <a:cubicBezTo>
                    <a:pt x="2237" y="693"/>
                    <a:pt x="2080" y="536"/>
                    <a:pt x="2080" y="347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80"/>
            <p:cNvSpPr/>
            <p:nvPr/>
          </p:nvSpPr>
          <p:spPr>
            <a:xfrm>
              <a:off x="5408075" y="3651025"/>
              <a:ext cx="86675" cy="103975"/>
            </a:xfrm>
            <a:custGeom>
              <a:avLst/>
              <a:gdLst/>
              <a:ahLst/>
              <a:cxnLst/>
              <a:rect l="l" t="t" r="r" b="b"/>
              <a:pathLst>
                <a:path w="3467" h="4159" extrusionOk="0">
                  <a:moveTo>
                    <a:pt x="1733" y="0"/>
                  </a:moveTo>
                  <a:cubicBezTo>
                    <a:pt x="788" y="0"/>
                    <a:pt x="1" y="788"/>
                    <a:pt x="1" y="1733"/>
                  </a:cubicBezTo>
                  <a:lnTo>
                    <a:pt x="1" y="3812"/>
                  </a:lnTo>
                  <a:cubicBezTo>
                    <a:pt x="1" y="4001"/>
                    <a:pt x="158" y="4159"/>
                    <a:pt x="347" y="4159"/>
                  </a:cubicBezTo>
                  <a:lnTo>
                    <a:pt x="3120" y="4159"/>
                  </a:lnTo>
                  <a:cubicBezTo>
                    <a:pt x="3309" y="4159"/>
                    <a:pt x="3466" y="4001"/>
                    <a:pt x="3466" y="3812"/>
                  </a:cubicBez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8" name="Google Shape;1368;p80"/>
          <p:cNvGrpSpPr/>
          <p:nvPr/>
        </p:nvGrpSpPr>
        <p:grpSpPr>
          <a:xfrm>
            <a:off x="2511981" y="3688124"/>
            <a:ext cx="350079" cy="350079"/>
            <a:chOff x="2037825" y="3254050"/>
            <a:chExt cx="296175" cy="296175"/>
          </a:xfrm>
        </p:grpSpPr>
        <p:sp>
          <p:nvSpPr>
            <p:cNvPr id="1369" name="Google Shape;1369;p80"/>
            <p:cNvSpPr/>
            <p:nvPr/>
          </p:nvSpPr>
          <p:spPr>
            <a:xfrm>
              <a:off x="2063825" y="3254050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80"/>
            <p:cNvSpPr/>
            <p:nvPr/>
          </p:nvSpPr>
          <p:spPr>
            <a:xfrm>
              <a:off x="2178025" y="3289500"/>
              <a:ext cx="104000" cy="67950"/>
            </a:xfrm>
            <a:custGeom>
              <a:avLst/>
              <a:gdLst/>
              <a:ahLst/>
              <a:cxnLst/>
              <a:rect l="l" t="t" r="r" b="b"/>
              <a:pathLst>
                <a:path w="4160" h="27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95" y="662"/>
                    <a:pt x="316" y="662"/>
                  </a:cubicBezTo>
                  <a:lnTo>
                    <a:pt x="2395" y="662"/>
                  </a:lnTo>
                  <a:cubicBezTo>
                    <a:pt x="2584" y="662"/>
                    <a:pt x="2742" y="820"/>
                    <a:pt x="2742" y="1009"/>
                  </a:cubicBezTo>
                  <a:lnTo>
                    <a:pt x="2742" y="1576"/>
                  </a:lnTo>
                  <a:lnTo>
                    <a:pt x="2616" y="1450"/>
                  </a:lnTo>
                  <a:cubicBezTo>
                    <a:pt x="2568" y="1387"/>
                    <a:pt x="2482" y="1355"/>
                    <a:pt x="2391" y="1355"/>
                  </a:cubicBezTo>
                  <a:cubicBezTo>
                    <a:pt x="2301" y="1355"/>
                    <a:pt x="2206" y="1387"/>
                    <a:pt x="2143" y="1450"/>
                  </a:cubicBezTo>
                  <a:cubicBezTo>
                    <a:pt x="2049" y="1576"/>
                    <a:pt x="2049" y="1796"/>
                    <a:pt x="2143" y="1922"/>
                  </a:cubicBezTo>
                  <a:lnTo>
                    <a:pt x="2868" y="2647"/>
                  </a:lnTo>
                  <a:cubicBezTo>
                    <a:pt x="2931" y="2694"/>
                    <a:pt x="3017" y="2718"/>
                    <a:pt x="3104" y="2718"/>
                  </a:cubicBezTo>
                  <a:cubicBezTo>
                    <a:pt x="3191" y="2718"/>
                    <a:pt x="3277" y="2694"/>
                    <a:pt x="3340" y="2647"/>
                  </a:cubicBezTo>
                  <a:lnTo>
                    <a:pt x="4033" y="1922"/>
                  </a:lnTo>
                  <a:cubicBezTo>
                    <a:pt x="4159" y="1796"/>
                    <a:pt x="4159" y="1576"/>
                    <a:pt x="4033" y="1450"/>
                  </a:cubicBezTo>
                  <a:cubicBezTo>
                    <a:pt x="3986" y="1387"/>
                    <a:pt x="3899" y="1355"/>
                    <a:pt x="3809" y="1355"/>
                  </a:cubicBezTo>
                  <a:cubicBezTo>
                    <a:pt x="3718" y="1355"/>
                    <a:pt x="3624" y="1387"/>
                    <a:pt x="3561" y="1450"/>
                  </a:cubicBezTo>
                  <a:lnTo>
                    <a:pt x="3466" y="1576"/>
                  </a:lnTo>
                  <a:lnTo>
                    <a:pt x="3466" y="1009"/>
                  </a:lnTo>
                  <a:cubicBezTo>
                    <a:pt x="3466" y="441"/>
                    <a:pt x="2994" y="0"/>
                    <a:pt x="2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80"/>
            <p:cNvSpPr/>
            <p:nvPr/>
          </p:nvSpPr>
          <p:spPr>
            <a:xfrm>
              <a:off x="2070125" y="3444225"/>
              <a:ext cx="106350" cy="69075"/>
            </a:xfrm>
            <a:custGeom>
              <a:avLst/>
              <a:gdLst/>
              <a:ahLst/>
              <a:cxnLst/>
              <a:rect l="l" t="t" r="r" b="b"/>
              <a:pathLst>
                <a:path w="4254" h="2763" extrusionOk="0">
                  <a:moveTo>
                    <a:pt x="1095" y="0"/>
                  </a:moveTo>
                  <a:cubicBezTo>
                    <a:pt x="1002" y="0"/>
                    <a:pt x="904" y="28"/>
                    <a:pt x="820" y="112"/>
                  </a:cubicBezTo>
                  <a:lnTo>
                    <a:pt x="127" y="805"/>
                  </a:lnTo>
                  <a:cubicBezTo>
                    <a:pt x="1" y="931"/>
                    <a:pt x="1" y="1184"/>
                    <a:pt x="127" y="1278"/>
                  </a:cubicBezTo>
                  <a:cubicBezTo>
                    <a:pt x="190" y="1341"/>
                    <a:pt x="276" y="1373"/>
                    <a:pt x="363" y="1373"/>
                  </a:cubicBezTo>
                  <a:cubicBezTo>
                    <a:pt x="449" y="1373"/>
                    <a:pt x="536" y="1341"/>
                    <a:pt x="599" y="1278"/>
                  </a:cubicBezTo>
                  <a:lnTo>
                    <a:pt x="725" y="1184"/>
                  </a:lnTo>
                  <a:lnTo>
                    <a:pt x="725" y="1719"/>
                  </a:lnTo>
                  <a:cubicBezTo>
                    <a:pt x="725" y="2318"/>
                    <a:pt x="1198" y="2759"/>
                    <a:pt x="1733" y="2759"/>
                  </a:cubicBezTo>
                  <a:lnTo>
                    <a:pt x="3813" y="2759"/>
                  </a:lnTo>
                  <a:cubicBezTo>
                    <a:pt x="3837" y="2761"/>
                    <a:pt x="3861" y="2763"/>
                    <a:pt x="3883" y="2763"/>
                  </a:cubicBezTo>
                  <a:cubicBezTo>
                    <a:pt x="4122" y="2763"/>
                    <a:pt x="4254" y="2616"/>
                    <a:pt x="4254" y="2444"/>
                  </a:cubicBezTo>
                  <a:cubicBezTo>
                    <a:pt x="4254" y="2223"/>
                    <a:pt x="4096" y="2066"/>
                    <a:pt x="3907" y="2066"/>
                  </a:cubicBezTo>
                  <a:lnTo>
                    <a:pt x="1828" y="2066"/>
                  </a:lnTo>
                  <a:cubicBezTo>
                    <a:pt x="1639" y="2066"/>
                    <a:pt x="1481" y="1908"/>
                    <a:pt x="1481" y="1719"/>
                  </a:cubicBezTo>
                  <a:lnTo>
                    <a:pt x="1481" y="1184"/>
                  </a:lnTo>
                  <a:lnTo>
                    <a:pt x="1576" y="1278"/>
                  </a:lnTo>
                  <a:cubicBezTo>
                    <a:pt x="1639" y="1341"/>
                    <a:pt x="1733" y="1373"/>
                    <a:pt x="1824" y="1373"/>
                  </a:cubicBezTo>
                  <a:cubicBezTo>
                    <a:pt x="1914" y="1373"/>
                    <a:pt x="2001" y="1341"/>
                    <a:pt x="2048" y="1278"/>
                  </a:cubicBezTo>
                  <a:cubicBezTo>
                    <a:pt x="2174" y="1184"/>
                    <a:pt x="2174" y="931"/>
                    <a:pt x="2048" y="805"/>
                  </a:cubicBezTo>
                  <a:lnTo>
                    <a:pt x="1355" y="112"/>
                  </a:lnTo>
                  <a:cubicBezTo>
                    <a:pt x="1292" y="81"/>
                    <a:pt x="1261" y="81"/>
                    <a:pt x="1229" y="18"/>
                  </a:cubicBezTo>
                  <a:cubicBezTo>
                    <a:pt x="1187" y="7"/>
                    <a:pt x="1142" y="0"/>
                    <a:pt x="10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80"/>
            <p:cNvSpPr/>
            <p:nvPr/>
          </p:nvSpPr>
          <p:spPr>
            <a:xfrm>
              <a:off x="2219775" y="3375350"/>
              <a:ext cx="89025" cy="85875"/>
            </a:xfrm>
            <a:custGeom>
              <a:avLst/>
              <a:gdLst/>
              <a:ahLst/>
              <a:cxnLst/>
              <a:rect l="l" t="t" r="r" b="b"/>
              <a:pathLst>
                <a:path w="3561" h="3435" extrusionOk="0">
                  <a:moveTo>
                    <a:pt x="1796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47"/>
                    <a:pt x="788" y="3434"/>
                    <a:pt x="1796" y="3434"/>
                  </a:cubicBezTo>
                  <a:cubicBezTo>
                    <a:pt x="2741" y="3434"/>
                    <a:pt x="3561" y="2647"/>
                    <a:pt x="3561" y="1733"/>
                  </a:cubicBezTo>
                  <a:cubicBezTo>
                    <a:pt x="3561" y="788"/>
                    <a:pt x="2773" y="0"/>
                    <a:pt x="17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80"/>
            <p:cNvSpPr/>
            <p:nvPr/>
          </p:nvSpPr>
          <p:spPr>
            <a:xfrm>
              <a:off x="2037825" y="3339125"/>
              <a:ext cx="138650" cy="88225"/>
            </a:xfrm>
            <a:custGeom>
              <a:avLst/>
              <a:gdLst/>
              <a:ahLst/>
              <a:cxnLst/>
              <a:rect l="l" t="t" r="r" b="b"/>
              <a:pathLst>
                <a:path w="5546" h="3529" extrusionOk="0">
                  <a:moveTo>
                    <a:pt x="1072" y="0"/>
                  </a:moveTo>
                  <a:cubicBezTo>
                    <a:pt x="442" y="536"/>
                    <a:pt x="32" y="1292"/>
                    <a:pt x="32" y="2143"/>
                  </a:cubicBezTo>
                  <a:lnTo>
                    <a:pt x="32" y="3182"/>
                  </a:lnTo>
                  <a:cubicBezTo>
                    <a:pt x="1" y="3371"/>
                    <a:pt x="158" y="3529"/>
                    <a:pt x="347" y="3529"/>
                  </a:cubicBezTo>
                  <a:lnTo>
                    <a:pt x="5199" y="3529"/>
                  </a:lnTo>
                  <a:cubicBezTo>
                    <a:pt x="5388" y="3529"/>
                    <a:pt x="5546" y="3371"/>
                    <a:pt x="5546" y="3182"/>
                  </a:cubicBezTo>
                  <a:lnTo>
                    <a:pt x="5546" y="2143"/>
                  </a:lnTo>
                  <a:cubicBezTo>
                    <a:pt x="5546" y="1292"/>
                    <a:pt x="5168" y="536"/>
                    <a:pt x="4538" y="0"/>
                  </a:cubicBezTo>
                  <a:cubicBezTo>
                    <a:pt x="4096" y="473"/>
                    <a:pt x="3466" y="756"/>
                    <a:pt x="2805" y="756"/>
                  </a:cubicBezTo>
                  <a:cubicBezTo>
                    <a:pt x="2143" y="756"/>
                    <a:pt x="1513" y="504"/>
                    <a:pt x="1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80"/>
            <p:cNvSpPr/>
            <p:nvPr/>
          </p:nvSpPr>
          <p:spPr>
            <a:xfrm>
              <a:off x="2193775" y="3460400"/>
              <a:ext cx="140225" cy="89825"/>
            </a:xfrm>
            <a:custGeom>
              <a:avLst/>
              <a:gdLst/>
              <a:ahLst/>
              <a:cxnLst/>
              <a:rect l="l" t="t" r="r" b="b"/>
              <a:pathLst>
                <a:path w="5609" h="3593" extrusionOk="0">
                  <a:moveTo>
                    <a:pt x="1009" y="1"/>
                  </a:moveTo>
                  <a:cubicBezTo>
                    <a:pt x="379" y="537"/>
                    <a:pt x="1" y="1261"/>
                    <a:pt x="1" y="2143"/>
                  </a:cubicBezTo>
                  <a:lnTo>
                    <a:pt x="1" y="3246"/>
                  </a:lnTo>
                  <a:cubicBezTo>
                    <a:pt x="1" y="3435"/>
                    <a:pt x="158" y="3592"/>
                    <a:pt x="347" y="3592"/>
                  </a:cubicBezTo>
                  <a:lnTo>
                    <a:pt x="5262" y="3592"/>
                  </a:lnTo>
                  <a:cubicBezTo>
                    <a:pt x="5451" y="3592"/>
                    <a:pt x="5609" y="3435"/>
                    <a:pt x="5609" y="3246"/>
                  </a:cubicBezTo>
                  <a:lnTo>
                    <a:pt x="5609" y="2143"/>
                  </a:lnTo>
                  <a:cubicBezTo>
                    <a:pt x="5577" y="1261"/>
                    <a:pt x="5199" y="537"/>
                    <a:pt x="4569" y="1"/>
                  </a:cubicBezTo>
                  <a:cubicBezTo>
                    <a:pt x="4128" y="474"/>
                    <a:pt x="3498" y="757"/>
                    <a:pt x="2773" y="757"/>
                  </a:cubicBezTo>
                  <a:cubicBezTo>
                    <a:pt x="2080" y="757"/>
                    <a:pt x="1450" y="474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5" name="Google Shape;1375;p80"/>
          <p:cNvGrpSpPr/>
          <p:nvPr/>
        </p:nvGrpSpPr>
        <p:grpSpPr>
          <a:xfrm>
            <a:off x="3776106" y="3201964"/>
            <a:ext cx="350079" cy="349133"/>
            <a:chOff x="2037825" y="3981825"/>
            <a:chExt cx="296175" cy="295375"/>
          </a:xfrm>
        </p:grpSpPr>
        <p:sp>
          <p:nvSpPr>
            <p:cNvPr id="1376" name="Google Shape;1376;p80"/>
            <p:cNvSpPr/>
            <p:nvPr/>
          </p:nvSpPr>
          <p:spPr>
            <a:xfrm>
              <a:off x="2072500" y="4085775"/>
              <a:ext cx="88225" cy="86675"/>
            </a:xfrm>
            <a:custGeom>
              <a:avLst/>
              <a:gdLst/>
              <a:ahLst/>
              <a:cxnLst/>
              <a:rect l="l" t="t" r="r" b="b"/>
              <a:pathLst>
                <a:path w="3529" h="3467" extrusionOk="0">
                  <a:moveTo>
                    <a:pt x="1764" y="1"/>
                  </a:moveTo>
                  <a:cubicBezTo>
                    <a:pt x="819" y="1"/>
                    <a:pt x="0" y="788"/>
                    <a:pt x="0" y="1734"/>
                  </a:cubicBezTo>
                  <a:cubicBezTo>
                    <a:pt x="0" y="2679"/>
                    <a:pt x="819" y="3466"/>
                    <a:pt x="1764" y="3466"/>
                  </a:cubicBezTo>
                  <a:cubicBezTo>
                    <a:pt x="2709" y="3466"/>
                    <a:pt x="3529" y="2679"/>
                    <a:pt x="3529" y="1734"/>
                  </a:cubicBezTo>
                  <a:cubicBezTo>
                    <a:pt x="3529" y="788"/>
                    <a:pt x="2741" y="1"/>
                    <a:pt x="17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80"/>
            <p:cNvSpPr/>
            <p:nvPr/>
          </p:nvSpPr>
          <p:spPr>
            <a:xfrm>
              <a:off x="2176450" y="3981825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733"/>
                  </a:moveTo>
                  <a:cubicBezTo>
                    <a:pt x="3372" y="1733"/>
                    <a:pt x="3529" y="1890"/>
                    <a:pt x="3529" y="2079"/>
                  </a:cubicBezTo>
                  <a:cubicBezTo>
                    <a:pt x="3529" y="2268"/>
                    <a:pt x="3372" y="2426"/>
                    <a:pt x="3151" y="2426"/>
                  </a:cubicBezTo>
                  <a:cubicBezTo>
                    <a:pt x="2962" y="2426"/>
                    <a:pt x="2805" y="2268"/>
                    <a:pt x="2805" y="2079"/>
                  </a:cubicBezTo>
                  <a:cubicBezTo>
                    <a:pt x="2805" y="1890"/>
                    <a:pt x="2962" y="1733"/>
                    <a:pt x="3151" y="1733"/>
                  </a:cubicBezTo>
                  <a:close/>
                  <a:moveTo>
                    <a:pt x="3151" y="2773"/>
                  </a:moveTo>
                  <a:cubicBezTo>
                    <a:pt x="3372" y="2773"/>
                    <a:pt x="3529" y="2930"/>
                    <a:pt x="3529" y="3151"/>
                  </a:cubicBezTo>
                  <a:lnTo>
                    <a:pt x="3529" y="4505"/>
                  </a:lnTo>
                  <a:cubicBezTo>
                    <a:pt x="3529" y="4726"/>
                    <a:pt x="3372" y="4883"/>
                    <a:pt x="3151" y="4883"/>
                  </a:cubicBezTo>
                  <a:cubicBezTo>
                    <a:pt x="2962" y="4883"/>
                    <a:pt x="2805" y="4726"/>
                    <a:pt x="2805" y="4505"/>
                  </a:cubicBezTo>
                  <a:lnTo>
                    <a:pt x="2805" y="3151"/>
                  </a:lnTo>
                  <a:cubicBezTo>
                    <a:pt x="2805" y="2930"/>
                    <a:pt x="2962" y="2773"/>
                    <a:pt x="3151" y="2773"/>
                  </a:cubicBezTo>
                  <a:close/>
                  <a:moveTo>
                    <a:pt x="3151" y="0"/>
                  </a:moveTo>
                  <a:cubicBezTo>
                    <a:pt x="1418" y="0"/>
                    <a:pt x="64" y="1418"/>
                    <a:pt x="64" y="3088"/>
                  </a:cubicBezTo>
                  <a:cubicBezTo>
                    <a:pt x="64" y="3655"/>
                    <a:pt x="158" y="4159"/>
                    <a:pt x="442" y="4631"/>
                  </a:cubicBezTo>
                  <a:lnTo>
                    <a:pt x="64" y="5765"/>
                  </a:lnTo>
                  <a:cubicBezTo>
                    <a:pt x="1" y="5892"/>
                    <a:pt x="64" y="6018"/>
                    <a:pt x="127" y="6112"/>
                  </a:cubicBezTo>
                  <a:cubicBezTo>
                    <a:pt x="190" y="6207"/>
                    <a:pt x="379" y="6238"/>
                    <a:pt x="473" y="6238"/>
                  </a:cubicBezTo>
                  <a:lnTo>
                    <a:pt x="1796" y="5923"/>
                  </a:lnTo>
                  <a:cubicBezTo>
                    <a:pt x="2206" y="6175"/>
                    <a:pt x="2679" y="6238"/>
                    <a:pt x="3214" y="6238"/>
                  </a:cubicBezTo>
                  <a:cubicBezTo>
                    <a:pt x="4947" y="6238"/>
                    <a:pt x="6302" y="4820"/>
                    <a:pt x="6302" y="3119"/>
                  </a:cubicBezTo>
                  <a:cubicBezTo>
                    <a:pt x="6270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80"/>
            <p:cNvSpPr/>
            <p:nvPr/>
          </p:nvSpPr>
          <p:spPr>
            <a:xfrm>
              <a:off x="2037825" y="4168475"/>
              <a:ext cx="157550" cy="108725"/>
            </a:xfrm>
            <a:custGeom>
              <a:avLst/>
              <a:gdLst/>
              <a:ahLst/>
              <a:cxnLst/>
              <a:rect l="l" t="t" r="r" b="b"/>
              <a:pathLst>
                <a:path w="6302" h="4349" extrusionOk="0">
                  <a:moveTo>
                    <a:pt x="1356" y="1"/>
                  </a:moveTo>
                  <a:cubicBezTo>
                    <a:pt x="568" y="568"/>
                    <a:pt x="1" y="1513"/>
                    <a:pt x="1" y="2553"/>
                  </a:cubicBezTo>
                  <a:lnTo>
                    <a:pt x="1" y="3970"/>
                  </a:lnTo>
                  <a:cubicBezTo>
                    <a:pt x="1" y="4222"/>
                    <a:pt x="158" y="4348"/>
                    <a:pt x="347" y="4348"/>
                  </a:cubicBezTo>
                  <a:lnTo>
                    <a:pt x="5955" y="4348"/>
                  </a:lnTo>
                  <a:cubicBezTo>
                    <a:pt x="6144" y="4348"/>
                    <a:pt x="6302" y="4191"/>
                    <a:pt x="6302" y="3970"/>
                  </a:cubicBezTo>
                  <a:lnTo>
                    <a:pt x="6302" y="2553"/>
                  </a:lnTo>
                  <a:cubicBezTo>
                    <a:pt x="6302" y="1513"/>
                    <a:pt x="5798" y="599"/>
                    <a:pt x="4947" y="1"/>
                  </a:cubicBezTo>
                  <a:cubicBezTo>
                    <a:pt x="4538" y="505"/>
                    <a:pt x="3844" y="820"/>
                    <a:pt x="3151" y="820"/>
                  </a:cubicBezTo>
                  <a:cubicBezTo>
                    <a:pt x="2427" y="820"/>
                    <a:pt x="1765" y="505"/>
                    <a:pt x="1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9" name="Google Shape;1379;p80"/>
          <p:cNvGrpSpPr/>
          <p:nvPr/>
        </p:nvGrpSpPr>
        <p:grpSpPr>
          <a:xfrm>
            <a:off x="1337467" y="3201489"/>
            <a:ext cx="351024" cy="350079"/>
            <a:chOff x="3859600" y="3591950"/>
            <a:chExt cx="296975" cy="296175"/>
          </a:xfrm>
        </p:grpSpPr>
        <p:sp>
          <p:nvSpPr>
            <p:cNvPr id="1380" name="Google Shape;1380;p80"/>
            <p:cNvSpPr/>
            <p:nvPr/>
          </p:nvSpPr>
          <p:spPr>
            <a:xfrm>
              <a:off x="4034450" y="3766000"/>
              <a:ext cx="122125" cy="122125"/>
            </a:xfrm>
            <a:custGeom>
              <a:avLst/>
              <a:gdLst/>
              <a:ahLst/>
              <a:cxnLst/>
              <a:rect l="l" t="t" r="r" b="b"/>
              <a:pathLst>
                <a:path w="4885" h="4885" extrusionOk="0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80"/>
            <p:cNvSpPr/>
            <p:nvPr/>
          </p:nvSpPr>
          <p:spPr>
            <a:xfrm>
              <a:off x="3860400" y="3679375"/>
              <a:ext cx="260725" cy="173300"/>
            </a:xfrm>
            <a:custGeom>
              <a:avLst/>
              <a:gdLst/>
              <a:ahLst/>
              <a:cxnLst/>
              <a:rect l="l" t="t" r="r" b="b"/>
              <a:pathLst>
                <a:path w="10429" h="6932" extrusionOk="0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80"/>
            <p:cNvSpPr/>
            <p:nvPr/>
          </p:nvSpPr>
          <p:spPr>
            <a:xfrm>
              <a:off x="3859600" y="3591950"/>
              <a:ext cx="261525" cy="70900"/>
            </a:xfrm>
            <a:custGeom>
              <a:avLst/>
              <a:gdLst/>
              <a:ahLst/>
              <a:cxnLst/>
              <a:rect l="l" t="t" r="r" b="b"/>
              <a:pathLst>
                <a:path w="10461" h="2836" extrusionOk="0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3" name="Google Shape;1383;p80"/>
          <p:cNvGrpSpPr/>
          <p:nvPr/>
        </p:nvGrpSpPr>
        <p:grpSpPr>
          <a:xfrm>
            <a:off x="7456448" y="3688123"/>
            <a:ext cx="350079" cy="350079"/>
            <a:chOff x="3860400" y="3955025"/>
            <a:chExt cx="296175" cy="296175"/>
          </a:xfrm>
        </p:grpSpPr>
        <p:sp>
          <p:nvSpPr>
            <p:cNvPr id="1384" name="Google Shape;1384;p80"/>
            <p:cNvSpPr/>
            <p:nvPr/>
          </p:nvSpPr>
          <p:spPr>
            <a:xfrm>
              <a:off x="3973825" y="3955025"/>
              <a:ext cx="68525" cy="68550"/>
            </a:xfrm>
            <a:custGeom>
              <a:avLst/>
              <a:gdLst/>
              <a:ahLst/>
              <a:cxnLst/>
              <a:rect l="l" t="t" r="r" b="b"/>
              <a:pathLst>
                <a:path w="2741" h="2742" extrusionOk="0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2"/>
                    <a:pt x="630" y="2742"/>
                    <a:pt x="1355" y="2742"/>
                  </a:cubicBezTo>
                  <a:cubicBezTo>
                    <a:pt x="2111" y="2742"/>
                    <a:pt x="2741" y="2112"/>
                    <a:pt x="2741" y="1387"/>
                  </a:cubicBezTo>
                  <a:cubicBezTo>
                    <a:pt x="2741" y="631"/>
                    <a:pt x="2142" y="1"/>
                    <a:pt x="1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80"/>
            <p:cNvSpPr/>
            <p:nvPr/>
          </p:nvSpPr>
          <p:spPr>
            <a:xfrm>
              <a:off x="3947025" y="40219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1"/>
                  </a:moveTo>
                  <a:cubicBezTo>
                    <a:pt x="316" y="442"/>
                    <a:pt x="1" y="1104"/>
                    <a:pt x="1" y="1797"/>
                  </a:cubicBezTo>
                  <a:lnTo>
                    <a:pt x="1" y="2521"/>
                  </a:lnTo>
                  <a:cubicBezTo>
                    <a:pt x="1" y="2710"/>
                    <a:pt x="158" y="2868"/>
                    <a:pt x="347" y="2868"/>
                  </a:cubicBezTo>
                  <a:lnTo>
                    <a:pt x="4506" y="2868"/>
                  </a:lnTo>
                  <a:cubicBezTo>
                    <a:pt x="4727" y="2868"/>
                    <a:pt x="4884" y="2710"/>
                    <a:pt x="4884" y="2521"/>
                  </a:cubicBezTo>
                  <a:lnTo>
                    <a:pt x="4884" y="1860"/>
                  </a:lnTo>
                  <a:cubicBezTo>
                    <a:pt x="4884" y="1135"/>
                    <a:pt x="4569" y="473"/>
                    <a:pt x="4034" y="32"/>
                  </a:cubicBezTo>
                  <a:cubicBezTo>
                    <a:pt x="3655" y="473"/>
                    <a:pt x="3120" y="788"/>
                    <a:pt x="2427" y="788"/>
                  </a:cubicBezTo>
                  <a:cubicBezTo>
                    <a:pt x="1797" y="788"/>
                    <a:pt x="1198" y="473"/>
                    <a:pt x="8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80"/>
            <p:cNvSpPr/>
            <p:nvPr/>
          </p:nvSpPr>
          <p:spPr>
            <a:xfrm>
              <a:off x="4086450" y="4145650"/>
              <a:ext cx="70125" cy="104775"/>
            </a:xfrm>
            <a:custGeom>
              <a:avLst/>
              <a:gdLst/>
              <a:ahLst/>
              <a:cxnLst/>
              <a:rect l="l" t="t" r="r" b="b"/>
              <a:pathLst>
                <a:path w="2805" h="4191" extrusionOk="0">
                  <a:moveTo>
                    <a:pt x="0" y="0"/>
                  </a:moveTo>
                  <a:lnTo>
                    <a:pt x="0" y="4190"/>
                  </a:lnTo>
                  <a:lnTo>
                    <a:pt x="2458" y="4190"/>
                  </a:lnTo>
                  <a:cubicBezTo>
                    <a:pt x="2647" y="4190"/>
                    <a:pt x="2804" y="4033"/>
                    <a:pt x="2804" y="3844"/>
                  </a:cubicBezTo>
                  <a:lnTo>
                    <a:pt x="2804" y="315"/>
                  </a:lnTo>
                  <a:cubicBezTo>
                    <a:pt x="2773" y="158"/>
                    <a:pt x="2647" y="0"/>
                    <a:pt x="2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80"/>
            <p:cNvSpPr/>
            <p:nvPr/>
          </p:nvSpPr>
          <p:spPr>
            <a:xfrm>
              <a:off x="3860400" y="4180300"/>
              <a:ext cx="70125" cy="70125"/>
            </a:xfrm>
            <a:custGeom>
              <a:avLst/>
              <a:gdLst/>
              <a:ahLst/>
              <a:cxnLst/>
              <a:rect l="l" t="t" r="r" b="b"/>
              <a:pathLst>
                <a:path w="2805" h="2805" extrusionOk="0">
                  <a:moveTo>
                    <a:pt x="347" y="0"/>
                  </a:moveTo>
                  <a:cubicBezTo>
                    <a:pt x="158" y="0"/>
                    <a:pt x="0" y="189"/>
                    <a:pt x="0" y="347"/>
                  </a:cubicBezTo>
                  <a:lnTo>
                    <a:pt x="0" y="2458"/>
                  </a:lnTo>
                  <a:cubicBezTo>
                    <a:pt x="0" y="2678"/>
                    <a:pt x="158" y="2804"/>
                    <a:pt x="347" y="2804"/>
                  </a:cubicBezTo>
                  <a:lnTo>
                    <a:pt x="2804" y="2804"/>
                  </a:lnTo>
                  <a:lnTo>
                    <a:pt x="28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80"/>
            <p:cNvSpPr/>
            <p:nvPr/>
          </p:nvSpPr>
          <p:spPr>
            <a:xfrm>
              <a:off x="3947025" y="4111775"/>
              <a:ext cx="122125" cy="139425"/>
            </a:xfrm>
            <a:custGeom>
              <a:avLst/>
              <a:gdLst/>
              <a:ahLst/>
              <a:cxnLst/>
              <a:rect l="l" t="t" r="r" b="b"/>
              <a:pathLst>
                <a:path w="4885" h="5577" extrusionOk="0">
                  <a:moveTo>
                    <a:pt x="2466" y="1377"/>
                  </a:moveTo>
                  <a:cubicBezTo>
                    <a:pt x="2522" y="1377"/>
                    <a:pt x="2582" y="1392"/>
                    <a:pt x="2647" y="1418"/>
                  </a:cubicBezTo>
                  <a:cubicBezTo>
                    <a:pt x="2742" y="1450"/>
                    <a:pt x="2836" y="1607"/>
                    <a:pt x="2836" y="1733"/>
                  </a:cubicBezTo>
                  <a:lnTo>
                    <a:pt x="2836" y="3497"/>
                  </a:lnTo>
                  <a:lnTo>
                    <a:pt x="3183" y="3497"/>
                  </a:lnTo>
                  <a:cubicBezTo>
                    <a:pt x="3372" y="3497"/>
                    <a:pt x="3529" y="3655"/>
                    <a:pt x="3529" y="3844"/>
                  </a:cubicBezTo>
                  <a:cubicBezTo>
                    <a:pt x="3529" y="4033"/>
                    <a:pt x="3340" y="4159"/>
                    <a:pt x="3151" y="4159"/>
                  </a:cubicBezTo>
                  <a:lnTo>
                    <a:pt x="1765" y="4159"/>
                  </a:lnTo>
                  <a:cubicBezTo>
                    <a:pt x="1576" y="4159"/>
                    <a:pt x="1419" y="4002"/>
                    <a:pt x="1419" y="3812"/>
                  </a:cubicBezTo>
                  <a:cubicBezTo>
                    <a:pt x="1419" y="3623"/>
                    <a:pt x="1576" y="3466"/>
                    <a:pt x="1765" y="3466"/>
                  </a:cubicBezTo>
                  <a:lnTo>
                    <a:pt x="2112" y="3466"/>
                  </a:lnTo>
                  <a:lnTo>
                    <a:pt x="2112" y="2552"/>
                  </a:lnTo>
                  <a:lnTo>
                    <a:pt x="1986" y="2678"/>
                  </a:lnTo>
                  <a:cubicBezTo>
                    <a:pt x="1938" y="2726"/>
                    <a:pt x="1852" y="2749"/>
                    <a:pt x="1765" y="2749"/>
                  </a:cubicBezTo>
                  <a:cubicBezTo>
                    <a:pt x="1679" y="2749"/>
                    <a:pt x="1592" y="2726"/>
                    <a:pt x="1545" y="2678"/>
                  </a:cubicBezTo>
                  <a:cubicBezTo>
                    <a:pt x="1419" y="2552"/>
                    <a:pt x="1419" y="2300"/>
                    <a:pt x="1545" y="2206"/>
                  </a:cubicBezTo>
                  <a:lnTo>
                    <a:pt x="2238" y="1481"/>
                  </a:lnTo>
                  <a:cubicBezTo>
                    <a:pt x="2312" y="1407"/>
                    <a:pt x="2385" y="1377"/>
                    <a:pt x="2466" y="1377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5577"/>
                  </a:lnTo>
                  <a:lnTo>
                    <a:pt x="4853" y="5577"/>
                  </a:lnTo>
                  <a:cubicBezTo>
                    <a:pt x="4884" y="3245"/>
                    <a:pt x="4884" y="2678"/>
                    <a:pt x="4884" y="347"/>
                  </a:cubicBezTo>
                  <a:cubicBezTo>
                    <a:pt x="4884" y="158"/>
                    <a:pt x="4727" y="0"/>
                    <a:pt x="45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9" name="Google Shape;1389;p80"/>
          <p:cNvGrpSpPr/>
          <p:nvPr/>
        </p:nvGrpSpPr>
        <p:grpSpPr>
          <a:xfrm>
            <a:off x="6247701" y="2702596"/>
            <a:ext cx="355664" cy="349133"/>
            <a:chOff x="5716825" y="3235950"/>
            <a:chExt cx="300900" cy="295375"/>
          </a:xfrm>
        </p:grpSpPr>
        <p:sp>
          <p:nvSpPr>
            <p:cNvPr id="1390" name="Google Shape;1390;p80"/>
            <p:cNvSpPr/>
            <p:nvPr/>
          </p:nvSpPr>
          <p:spPr>
            <a:xfrm>
              <a:off x="5716825" y="3309975"/>
              <a:ext cx="137075" cy="146525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80"/>
            <p:cNvSpPr/>
            <p:nvPr/>
          </p:nvSpPr>
          <p:spPr>
            <a:xfrm>
              <a:off x="5794025" y="3235950"/>
              <a:ext cx="145725" cy="133900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80"/>
            <p:cNvSpPr/>
            <p:nvPr/>
          </p:nvSpPr>
          <p:spPr>
            <a:xfrm>
              <a:off x="5880650" y="3309975"/>
              <a:ext cx="137075" cy="145725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80"/>
            <p:cNvSpPr/>
            <p:nvPr/>
          </p:nvSpPr>
          <p:spPr>
            <a:xfrm>
              <a:off x="5794025" y="3396625"/>
              <a:ext cx="147300" cy="134700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4" name="Google Shape;1394;p80"/>
          <p:cNvGrpSpPr/>
          <p:nvPr/>
        </p:nvGrpSpPr>
        <p:grpSpPr>
          <a:xfrm>
            <a:off x="3786334" y="2200097"/>
            <a:ext cx="329601" cy="327739"/>
            <a:chOff x="5727850" y="3609275"/>
            <a:chExt cx="278850" cy="277275"/>
          </a:xfrm>
        </p:grpSpPr>
        <p:sp>
          <p:nvSpPr>
            <p:cNvPr id="1395" name="Google Shape;1395;p80"/>
            <p:cNvSpPr/>
            <p:nvPr/>
          </p:nvSpPr>
          <p:spPr>
            <a:xfrm>
              <a:off x="5884600" y="3765225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6" y="662"/>
                  </a:moveTo>
                  <a:cubicBezTo>
                    <a:pt x="2646" y="662"/>
                    <a:pt x="2804" y="819"/>
                    <a:pt x="2804" y="1008"/>
                  </a:cubicBezTo>
                  <a:cubicBezTo>
                    <a:pt x="2804" y="1197"/>
                    <a:pt x="2646" y="1355"/>
                    <a:pt x="2426" y="1355"/>
                  </a:cubicBezTo>
                  <a:cubicBezTo>
                    <a:pt x="2237" y="1355"/>
                    <a:pt x="2079" y="1197"/>
                    <a:pt x="2079" y="1008"/>
                  </a:cubicBezTo>
                  <a:cubicBezTo>
                    <a:pt x="2079" y="819"/>
                    <a:pt x="2237" y="662"/>
                    <a:pt x="2426" y="662"/>
                  </a:cubicBezTo>
                  <a:close/>
                  <a:moveTo>
                    <a:pt x="2426" y="1670"/>
                  </a:moveTo>
                  <a:cubicBezTo>
                    <a:pt x="2646" y="1670"/>
                    <a:pt x="2804" y="1828"/>
                    <a:pt x="2804" y="2048"/>
                  </a:cubicBezTo>
                  <a:lnTo>
                    <a:pt x="2804" y="3781"/>
                  </a:lnTo>
                  <a:cubicBezTo>
                    <a:pt x="2804" y="3970"/>
                    <a:pt x="2646" y="4127"/>
                    <a:pt x="2426" y="4127"/>
                  </a:cubicBezTo>
                  <a:cubicBezTo>
                    <a:pt x="2237" y="4127"/>
                    <a:pt x="2079" y="3970"/>
                    <a:pt x="2079" y="3781"/>
                  </a:cubicBezTo>
                  <a:lnTo>
                    <a:pt x="2079" y="2048"/>
                  </a:lnTo>
                  <a:cubicBezTo>
                    <a:pt x="2079" y="1828"/>
                    <a:pt x="2237" y="1670"/>
                    <a:pt x="2426" y="1670"/>
                  </a:cubicBezTo>
                  <a:close/>
                  <a:moveTo>
                    <a:pt x="2426" y="0"/>
                  </a:moveTo>
                  <a:cubicBezTo>
                    <a:pt x="1103" y="0"/>
                    <a:pt x="0" y="1103"/>
                    <a:pt x="0" y="2426"/>
                  </a:cubicBezTo>
                  <a:cubicBezTo>
                    <a:pt x="0" y="3749"/>
                    <a:pt x="1103" y="4852"/>
                    <a:pt x="2426" y="4852"/>
                  </a:cubicBezTo>
                  <a:cubicBezTo>
                    <a:pt x="3781" y="4852"/>
                    <a:pt x="4883" y="3749"/>
                    <a:pt x="4883" y="2426"/>
                  </a:cubicBezTo>
                  <a:cubicBezTo>
                    <a:pt x="4883" y="1040"/>
                    <a:pt x="3781" y="0"/>
                    <a:pt x="2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80"/>
            <p:cNvSpPr/>
            <p:nvPr/>
          </p:nvSpPr>
          <p:spPr>
            <a:xfrm>
              <a:off x="5727850" y="3669125"/>
              <a:ext cx="35475" cy="216625"/>
            </a:xfrm>
            <a:custGeom>
              <a:avLst/>
              <a:gdLst/>
              <a:ahLst/>
              <a:cxnLst/>
              <a:rect l="l" t="t" r="r" b="b"/>
              <a:pathLst>
                <a:path w="1419" h="8665" extrusionOk="0">
                  <a:moveTo>
                    <a:pt x="32" y="1"/>
                  </a:moveTo>
                  <a:lnTo>
                    <a:pt x="32" y="7310"/>
                  </a:lnTo>
                  <a:cubicBezTo>
                    <a:pt x="1" y="8034"/>
                    <a:pt x="631" y="8665"/>
                    <a:pt x="1418" y="8665"/>
                  </a:cubicBezTo>
                  <a:lnTo>
                    <a:pt x="1418" y="347"/>
                  </a:lnTo>
                  <a:lnTo>
                    <a:pt x="1072" y="347"/>
                  </a:lnTo>
                  <a:cubicBezTo>
                    <a:pt x="662" y="347"/>
                    <a:pt x="316" y="253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80"/>
            <p:cNvSpPr/>
            <p:nvPr/>
          </p:nvSpPr>
          <p:spPr>
            <a:xfrm>
              <a:off x="5779825" y="3677800"/>
              <a:ext cx="174900" cy="207950"/>
            </a:xfrm>
            <a:custGeom>
              <a:avLst/>
              <a:gdLst/>
              <a:ahLst/>
              <a:cxnLst/>
              <a:rect l="l" t="t" r="r" b="b"/>
              <a:pathLst>
                <a:path w="6996" h="8318" extrusionOk="0">
                  <a:moveTo>
                    <a:pt x="5262" y="693"/>
                  </a:moveTo>
                  <a:cubicBezTo>
                    <a:pt x="5451" y="693"/>
                    <a:pt x="5609" y="851"/>
                    <a:pt x="5609" y="1040"/>
                  </a:cubicBezTo>
                  <a:cubicBezTo>
                    <a:pt x="5609" y="1229"/>
                    <a:pt x="5451" y="1386"/>
                    <a:pt x="5262" y="1386"/>
                  </a:cubicBezTo>
                  <a:lnTo>
                    <a:pt x="1072" y="1386"/>
                  </a:lnTo>
                  <a:cubicBezTo>
                    <a:pt x="883" y="1386"/>
                    <a:pt x="726" y="1229"/>
                    <a:pt x="726" y="1040"/>
                  </a:cubicBezTo>
                  <a:cubicBezTo>
                    <a:pt x="726" y="851"/>
                    <a:pt x="883" y="693"/>
                    <a:pt x="1072" y="693"/>
                  </a:cubicBezTo>
                  <a:close/>
                  <a:moveTo>
                    <a:pt x="5262" y="2080"/>
                  </a:moveTo>
                  <a:cubicBezTo>
                    <a:pt x="5451" y="2080"/>
                    <a:pt x="5609" y="2237"/>
                    <a:pt x="5609" y="2426"/>
                  </a:cubicBezTo>
                  <a:cubicBezTo>
                    <a:pt x="5609" y="2615"/>
                    <a:pt x="5451" y="2773"/>
                    <a:pt x="5262" y="2773"/>
                  </a:cubicBezTo>
                  <a:lnTo>
                    <a:pt x="1072" y="2773"/>
                  </a:lnTo>
                  <a:cubicBezTo>
                    <a:pt x="883" y="2773"/>
                    <a:pt x="726" y="2615"/>
                    <a:pt x="726" y="2426"/>
                  </a:cubicBezTo>
                  <a:cubicBezTo>
                    <a:pt x="726" y="2237"/>
                    <a:pt x="883" y="2080"/>
                    <a:pt x="1072" y="2080"/>
                  </a:cubicBezTo>
                  <a:close/>
                  <a:moveTo>
                    <a:pt x="1" y="0"/>
                  </a:moveTo>
                  <a:lnTo>
                    <a:pt x="1" y="8318"/>
                  </a:lnTo>
                  <a:lnTo>
                    <a:pt x="4695" y="8318"/>
                  </a:lnTo>
                  <a:cubicBezTo>
                    <a:pt x="4002" y="7750"/>
                    <a:pt x="3498" y="6868"/>
                    <a:pt x="3498" y="5892"/>
                  </a:cubicBezTo>
                  <a:cubicBezTo>
                    <a:pt x="3498" y="5766"/>
                    <a:pt x="3561" y="5640"/>
                    <a:pt x="3561" y="5545"/>
                  </a:cubicBezTo>
                  <a:lnTo>
                    <a:pt x="1072" y="5545"/>
                  </a:lnTo>
                  <a:cubicBezTo>
                    <a:pt x="883" y="5545"/>
                    <a:pt x="726" y="5388"/>
                    <a:pt x="726" y="5167"/>
                  </a:cubicBezTo>
                  <a:lnTo>
                    <a:pt x="726" y="3812"/>
                  </a:lnTo>
                  <a:cubicBezTo>
                    <a:pt x="726" y="3592"/>
                    <a:pt x="883" y="3434"/>
                    <a:pt x="1072" y="3434"/>
                  </a:cubicBezTo>
                  <a:lnTo>
                    <a:pt x="4695" y="3434"/>
                  </a:lnTo>
                  <a:cubicBezTo>
                    <a:pt x="5199" y="3056"/>
                    <a:pt x="5861" y="2773"/>
                    <a:pt x="6617" y="2773"/>
                  </a:cubicBezTo>
                  <a:cubicBezTo>
                    <a:pt x="6743" y="2773"/>
                    <a:pt x="6869" y="2804"/>
                    <a:pt x="6995" y="2804"/>
                  </a:cubicBezTo>
                  <a:lnTo>
                    <a:pt x="69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80"/>
            <p:cNvSpPr/>
            <p:nvPr/>
          </p:nvSpPr>
          <p:spPr>
            <a:xfrm>
              <a:off x="5815275" y="3781750"/>
              <a:ext cx="66200" cy="17350"/>
            </a:xfrm>
            <a:custGeom>
              <a:avLst/>
              <a:gdLst/>
              <a:ahLst/>
              <a:cxnLst/>
              <a:rect l="l" t="t" r="r" b="b"/>
              <a:pathLst>
                <a:path w="2648" h="694" extrusionOk="0">
                  <a:moveTo>
                    <a:pt x="1" y="1"/>
                  </a:moveTo>
                  <a:lnTo>
                    <a:pt x="1" y="694"/>
                  </a:lnTo>
                  <a:lnTo>
                    <a:pt x="2301" y="694"/>
                  </a:lnTo>
                  <a:cubicBezTo>
                    <a:pt x="2364" y="473"/>
                    <a:pt x="2490" y="221"/>
                    <a:pt x="2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80"/>
            <p:cNvSpPr/>
            <p:nvPr/>
          </p:nvSpPr>
          <p:spPr>
            <a:xfrm>
              <a:off x="5727850" y="3609275"/>
              <a:ext cx="226075" cy="51225"/>
            </a:xfrm>
            <a:custGeom>
              <a:avLst/>
              <a:gdLst/>
              <a:ahLst/>
              <a:cxnLst/>
              <a:rect l="l" t="t" r="r" b="b"/>
              <a:pathLst>
                <a:path w="9043" h="2049" extrusionOk="0">
                  <a:moveTo>
                    <a:pt x="1072" y="0"/>
                  </a:moveTo>
                  <a:cubicBezTo>
                    <a:pt x="473" y="0"/>
                    <a:pt x="32" y="473"/>
                    <a:pt x="32" y="1040"/>
                  </a:cubicBezTo>
                  <a:cubicBezTo>
                    <a:pt x="1" y="1576"/>
                    <a:pt x="473" y="2048"/>
                    <a:pt x="1072" y="2048"/>
                  </a:cubicBezTo>
                  <a:lnTo>
                    <a:pt x="9043" y="2048"/>
                  </a:lnTo>
                  <a:cubicBezTo>
                    <a:pt x="8475" y="2048"/>
                    <a:pt x="8034" y="1576"/>
                    <a:pt x="8034" y="1040"/>
                  </a:cubicBezTo>
                  <a:cubicBezTo>
                    <a:pt x="8034" y="441"/>
                    <a:pt x="8507" y="0"/>
                    <a:pt x="90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0" name="Google Shape;1400;p80"/>
          <p:cNvSpPr txBox="1"/>
          <p:nvPr/>
        </p:nvSpPr>
        <p:spPr>
          <a:xfrm>
            <a:off x="2830950" y="774125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Processos</a:t>
            </a:r>
            <a:endParaRPr sz="2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01" name="Google Shape;1401;p80"/>
          <p:cNvGrpSpPr/>
          <p:nvPr/>
        </p:nvGrpSpPr>
        <p:grpSpPr>
          <a:xfrm>
            <a:off x="3152867" y="1649493"/>
            <a:ext cx="256832" cy="345974"/>
            <a:chOff x="839542" y="1588608"/>
            <a:chExt cx="256832" cy="345974"/>
          </a:xfrm>
        </p:grpSpPr>
        <p:sp>
          <p:nvSpPr>
            <p:cNvPr id="1402" name="Google Shape;1402;p80"/>
            <p:cNvSpPr/>
            <p:nvPr/>
          </p:nvSpPr>
          <p:spPr>
            <a:xfrm>
              <a:off x="976301" y="1735421"/>
              <a:ext cx="22173" cy="23520"/>
            </a:xfrm>
            <a:custGeom>
              <a:avLst/>
              <a:gdLst/>
              <a:ahLst/>
              <a:cxnLst/>
              <a:rect l="l" t="t" r="r" b="b"/>
              <a:pathLst>
                <a:path w="494" h="524" extrusionOk="0">
                  <a:moveTo>
                    <a:pt x="1" y="0"/>
                  </a:moveTo>
                  <a:lnTo>
                    <a:pt x="1" y="523"/>
                  </a:lnTo>
                  <a:lnTo>
                    <a:pt x="494" y="523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80"/>
            <p:cNvSpPr/>
            <p:nvPr/>
          </p:nvSpPr>
          <p:spPr>
            <a:xfrm>
              <a:off x="937432" y="1735421"/>
              <a:ext cx="22173" cy="23520"/>
            </a:xfrm>
            <a:custGeom>
              <a:avLst/>
              <a:gdLst/>
              <a:ahLst/>
              <a:cxnLst/>
              <a:rect l="l" t="t" r="r" b="b"/>
              <a:pathLst>
                <a:path w="494" h="524" extrusionOk="0">
                  <a:moveTo>
                    <a:pt x="1" y="0"/>
                  </a:moveTo>
                  <a:lnTo>
                    <a:pt x="1" y="523"/>
                  </a:lnTo>
                  <a:lnTo>
                    <a:pt x="493" y="523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80"/>
            <p:cNvSpPr/>
            <p:nvPr/>
          </p:nvSpPr>
          <p:spPr>
            <a:xfrm>
              <a:off x="976301" y="1814506"/>
              <a:ext cx="22173" cy="2217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1" y="1"/>
                  </a:moveTo>
                  <a:lnTo>
                    <a:pt x="1" y="494"/>
                  </a:lnTo>
                  <a:lnTo>
                    <a:pt x="494" y="494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80"/>
            <p:cNvSpPr/>
            <p:nvPr/>
          </p:nvSpPr>
          <p:spPr>
            <a:xfrm>
              <a:off x="897217" y="1775637"/>
              <a:ext cx="24193" cy="22173"/>
            </a:xfrm>
            <a:custGeom>
              <a:avLst/>
              <a:gdLst/>
              <a:ahLst/>
              <a:cxnLst/>
              <a:rect l="l" t="t" r="r" b="b"/>
              <a:pathLst>
                <a:path w="539" h="494" extrusionOk="0">
                  <a:moveTo>
                    <a:pt x="0" y="0"/>
                  </a:moveTo>
                  <a:lnTo>
                    <a:pt x="0" y="493"/>
                  </a:lnTo>
                  <a:lnTo>
                    <a:pt x="538" y="49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80"/>
            <p:cNvSpPr/>
            <p:nvPr/>
          </p:nvSpPr>
          <p:spPr>
            <a:xfrm>
              <a:off x="976301" y="1775637"/>
              <a:ext cx="22173" cy="2217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1" y="0"/>
                  </a:moveTo>
                  <a:lnTo>
                    <a:pt x="1" y="493"/>
                  </a:lnTo>
                  <a:lnTo>
                    <a:pt x="494" y="493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80"/>
            <p:cNvSpPr/>
            <p:nvPr/>
          </p:nvSpPr>
          <p:spPr>
            <a:xfrm>
              <a:off x="1015215" y="1775637"/>
              <a:ext cx="24148" cy="22173"/>
            </a:xfrm>
            <a:custGeom>
              <a:avLst/>
              <a:gdLst/>
              <a:ahLst/>
              <a:cxnLst/>
              <a:rect l="l" t="t" r="r" b="b"/>
              <a:pathLst>
                <a:path w="538" h="494" extrusionOk="0">
                  <a:moveTo>
                    <a:pt x="0" y="0"/>
                  </a:moveTo>
                  <a:lnTo>
                    <a:pt x="0" y="493"/>
                  </a:lnTo>
                  <a:lnTo>
                    <a:pt x="538" y="49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80"/>
            <p:cNvSpPr/>
            <p:nvPr/>
          </p:nvSpPr>
          <p:spPr>
            <a:xfrm>
              <a:off x="976301" y="1853375"/>
              <a:ext cx="22173" cy="18852"/>
            </a:xfrm>
            <a:custGeom>
              <a:avLst/>
              <a:gdLst/>
              <a:ahLst/>
              <a:cxnLst/>
              <a:rect l="l" t="t" r="r" b="b"/>
              <a:pathLst>
                <a:path w="494" h="420" extrusionOk="0">
                  <a:moveTo>
                    <a:pt x="1" y="1"/>
                  </a:moveTo>
                  <a:lnTo>
                    <a:pt x="1" y="419"/>
                  </a:lnTo>
                  <a:lnTo>
                    <a:pt x="494" y="419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80"/>
            <p:cNvSpPr/>
            <p:nvPr/>
          </p:nvSpPr>
          <p:spPr>
            <a:xfrm>
              <a:off x="897217" y="1814506"/>
              <a:ext cx="24193" cy="22173"/>
            </a:xfrm>
            <a:custGeom>
              <a:avLst/>
              <a:gdLst/>
              <a:ahLst/>
              <a:cxnLst/>
              <a:rect l="l" t="t" r="r" b="b"/>
              <a:pathLst>
                <a:path w="539" h="494" extrusionOk="0">
                  <a:moveTo>
                    <a:pt x="0" y="1"/>
                  </a:moveTo>
                  <a:lnTo>
                    <a:pt x="0" y="494"/>
                  </a:lnTo>
                  <a:lnTo>
                    <a:pt x="538" y="494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80"/>
            <p:cNvSpPr/>
            <p:nvPr/>
          </p:nvSpPr>
          <p:spPr>
            <a:xfrm>
              <a:off x="937432" y="1814506"/>
              <a:ext cx="22173" cy="2217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1" y="1"/>
                  </a:moveTo>
                  <a:lnTo>
                    <a:pt x="1" y="494"/>
                  </a:lnTo>
                  <a:lnTo>
                    <a:pt x="493" y="494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80"/>
            <p:cNvSpPr/>
            <p:nvPr/>
          </p:nvSpPr>
          <p:spPr>
            <a:xfrm>
              <a:off x="937432" y="1775637"/>
              <a:ext cx="22173" cy="2217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1" y="0"/>
                  </a:moveTo>
                  <a:lnTo>
                    <a:pt x="1" y="493"/>
                  </a:lnTo>
                  <a:lnTo>
                    <a:pt x="493" y="493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80"/>
            <p:cNvSpPr/>
            <p:nvPr/>
          </p:nvSpPr>
          <p:spPr>
            <a:xfrm>
              <a:off x="937432" y="1853375"/>
              <a:ext cx="22173" cy="18852"/>
            </a:xfrm>
            <a:custGeom>
              <a:avLst/>
              <a:gdLst/>
              <a:ahLst/>
              <a:cxnLst/>
              <a:rect l="l" t="t" r="r" b="b"/>
              <a:pathLst>
                <a:path w="494" h="420" extrusionOk="0">
                  <a:moveTo>
                    <a:pt x="1" y="1"/>
                  </a:moveTo>
                  <a:lnTo>
                    <a:pt x="1" y="419"/>
                  </a:lnTo>
                  <a:lnTo>
                    <a:pt x="493" y="419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80"/>
            <p:cNvSpPr/>
            <p:nvPr/>
          </p:nvSpPr>
          <p:spPr>
            <a:xfrm>
              <a:off x="1015215" y="1853375"/>
              <a:ext cx="24148" cy="18852"/>
            </a:xfrm>
            <a:custGeom>
              <a:avLst/>
              <a:gdLst/>
              <a:ahLst/>
              <a:cxnLst/>
              <a:rect l="l" t="t" r="r" b="b"/>
              <a:pathLst>
                <a:path w="538" h="420" extrusionOk="0">
                  <a:moveTo>
                    <a:pt x="0" y="1"/>
                  </a:moveTo>
                  <a:lnTo>
                    <a:pt x="0" y="419"/>
                  </a:lnTo>
                  <a:lnTo>
                    <a:pt x="538" y="419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80"/>
            <p:cNvSpPr/>
            <p:nvPr/>
          </p:nvSpPr>
          <p:spPr>
            <a:xfrm>
              <a:off x="897217" y="1642917"/>
              <a:ext cx="142151" cy="42955"/>
            </a:xfrm>
            <a:custGeom>
              <a:avLst/>
              <a:gdLst/>
              <a:ahLst/>
              <a:cxnLst/>
              <a:rect l="l" t="t" r="r" b="b"/>
              <a:pathLst>
                <a:path w="3167" h="957" extrusionOk="0">
                  <a:moveTo>
                    <a:pt x="2450" y="254"/>
                  </a:moveTo>
                  <a:cubicBezTo>
                    <a:pt x="2554" y="254"/>
                    <a:pt x="2629" y="344"/>
                    <a:pt x="2629" y="448"/>
                  </a:cubicBezTo>
                  <a:cubicBezTo>
                    <a:pt x="2629" y="553"/>
                    <a:pt x="2554" y="627"/>
                    <a:pt x="2450" y="627"/>
                  </a:cubicBezTo>
                  <a:lnTo>
                    <a:pt x="2017" y="627"/>
                  </a:lnTo>
                  <a:cubicBezTo>
                    <a:pt x="1912" y="627"/>
                    <a:pt x="1838" y="553"/>
                    <a:pt x="1838" y="448"/>
                  </a:cubicBezTo>
                  <a:cubicBezTo>
                    <a:pt x="1838" y="344"/>
                    <a:pt x="1912" y="254"/>
                    <a:pt x="2017" y="254"/>
                  </a:cubicBezTo>
                  <a:close/>
                  <a:moveTo>
                    <a:pt x="0" y="0"/>
                  </a:moveTo>
                  <a:lnTo>
                    <a:pt x="0" y="956"/>
                  </a:lnTo>
                  <a:lnTo>
                    <a:pt x="3167" y="956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80"/>
            <p:cNvSpPr/>
            <p:nvPr/>
          </p:nvSpPr>
          <p:spPr>
            <a:xfrm>
              <a:off x="1015215" y="1814506"/>
              <a:ext cx="24148" cy="22173"/>
            </a:xfrm>
            <a:custGeom>
              <a:avLst/>
              <a:gdLst/>
              <a:ahLst/>
              <a:cxnLst/>
              <a:rect l="l" t="t" r="r" b="b"/>
              <a:pathLst>
                <a:path w="538" h="494" extrusionOk="0">
                  <a:moveTo>
                    <a:pt x="0" y="1"/>
                  </a:moveTo>
                  <a:lnTo>
                    <a:pt x="0" y="494"/>
                  </a:lnTo>
                  <a:lnTo>
                    <a:pt x="538" y="494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80"/>
            <p:cNvSpPr/>
            <p:nvPr/>
          </p:nvSpPr>
          <p:spPr>
            <a:xfrm>
              <a:off x="839542" y="1588608"/>
              <a:ext cx="256832" cy="345974"/>
            </a:xfrm>
            <a:custGeom>
              <a:avLst/>
              <a:gdLst/>
              <a:ahLst/>
              <a:cxnLst/>
              <a:rect l="l" t="t" r="r" b="b"/>
              <a:pathLst>
                <a:path w="5722" h="7708" extrusionOk="0">
                  <a:moveTo>
                    <a:pt x="4631" y="852"/>
                  </a:moveTo>
                  <a:cubicBezTo>
                    <a:pt x="4736" y="852"/>
                    <a:pt x="4810" y="926"/>
                    <a:pt x="4810" y="1031"/>
                  </a:cubicBezTo>
                  <a:lnTo>
                    <a:pt x="4810" y="2360"/>
                  </a:lnTo>
                  <a:cubicBezTo>
                    <a:pt x="4810" y="2450"/>
                    <a:pt x="4736" y="2539"/>
                    <a:pt x="4631" y="2539"/>
                  </a:cubicBezTo>
                  <a:lnTo>
                    <a:pt x="1106" y="2539"/>
                  </a:lnTo>
                  <a:cubicBezTo>
                    <a:pt x="1002" y="2539"/>
                    <a:pt x="912" y="2450"/>
                    <a:pt x="912" y="2360"/>
                  </a:cubicBezTo>
                  <a:lnTo>
                    <a:pt x="912" y="1031"/>
                  </a:lnTo>
                  <a:cubicBezTo>
                    <a:pt x="912" y="926"/>
                    <a:pt x="1002" y="852"/>
                    <a:pt x="1106" y="852"/>
                  </a:cubicBezTo>
                  <a:close/>
                  <a:moveTo>
                    <a:pt x="4631" y="2898"/>
                  </a:moveTo>
                  <a:cubicBezTo>
                    <a:pt x="4736" y="2898"/>
                    <a:pt x="4810" y="2987"/>
                    <a:pt x="4810" y="3077"/>
                  </a:cubicBezTo>
                  <a:lnTo>
                    <a:pt x="4810" y="6497"/>
                  </a:lnTo>
                  <a:cubicBezTo>
                    <a:pt x="4810" y="6602"/>
                    <a:pt x="4736" y="6692"/>
                    <a:pt x="4631" y="6692"/>
                  </a:cubicBezTo>
                  <a:lnTo>
                    <a:pt x="1106" y="6692"/>
                  </a:lnTo>
                  <a:cubicBezTo>
                    <a:pt x="1002" y="6692"/>
                    <a:pt x="912" y="6602"/>
                    <a:pt x="912" y="6497"/>
                  </a:cubicBezTo>
                  <a:lnTo>
                    <a:pt x="912" y="3077"/>
                  </a:lnTo>
                  <a:cubicBezTo>
                    <a:pt x="912" y="2987"/>
                    <a:pt x="1002" y="2898"/>
                    <a:pt x="1106" y="2898"/>
                  </a:cubicBezTo>
                  <a:close/>
                  <a:moveTo>
                    <a:pt x="643" y="0"/>
                  </a:moveTo>
                  <a:cubicBezTo>
                    <a:pt x="285" y="0"/>
                    <a:pt x="1" y="284"/>
                    <a:pt x="1" y="643"/>
                  </a:cubicBezTo>
                  <a:lnTo>
                    <a:pt x="1" y="7080"/>
                  </a:lnTo>
                  <a:cubicBezTo>
                    <a:pt x="1" y="7423"/>
                    <a:pt x="285" y="7707"/>
                    <a:pt x="643" y="7707"/>
                  </a:cubicBezTo>
                  <a:lnTo>
                    <a:pt x="5094" y="7707"/>
                  </a:lnTo>
                  <a:cubicBezTo>
                    <a:pt x="5438" y="7707"/>
                    <a:pt x="5721" y="7423"/>
                    <a:pt x="5721" y="7080"/>
                  </a:cubicBezTo>
                  <a:lnTo>
                    <a:pt x="5721" y="643"/>
                  </a:lnTo>
                  <a:cubicBezTo>
                    <a:pt x="5721" y="284"/>
                    <a:pt x="5438" y="0"/>
                    <a:pt x="50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80"/>
            <p:cNvSpPr/>
            <p:nvPr/>
          </p:nvSpPr>
          <p:spPr>
            <a:xfrm>
              <a:off x="897217" y="1735421"/>
              <a:ext cx="24193" cy="23520"/>
            </a:xfrm>
            <a:custGeom>
              <a:avLst/>
              <a:gdLst/>
              <a:ahLst/>
              <a:cxnLst/>
              <a:rect l="l" t="t" r="r" b="b"/>
              <a:pathLst>
                <a:path w="539" h="524" extrusionOk="0">
                  <a:moveTo>
                    <a:pt x="0" y="0"/>
                  </a:moveTo>
                  <a:lnTo>
                    <a:pt x="0" y="523"/>
                  </a:lnTo>
                  <a:lnTo>
                    <a:pt x="538" y="52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80"/>
            <p:cNvSpPr/>
            <p:nvPr/>
          </p:nvSpPr>
          <p:spPr>
            <a:xfrm>
              <a:off x="1015215" y="1735421"/>
              <a:ext cx="24148" cy="23520"/>
            </a:xfrm>
            <a:custGeom>
              <a:avLst/>
              <a:gdLst/>
              <a:ahLst/>
              <a:cxnLst/>
              <a:rect l="l" t="t" r="r" b="b"/>
              <a:pathLst>
                <a:path w="538" h="524" extrusionOk="0">
                  <a:moveTo>
                    <a:pt x="0" y="0"/>
                  </a:moveTo>
                  <a:lnTo>
                    <a:pt x="0" y="523"/>
                  </a:lnTo>
                  <a:lnTo>
                    <a:pt x="538" y="52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80"/>
            <p:cNvSpPr/>
            <p:nvPr/>
          </p:nvSpPr>
          <p:spPr>
            <a:xfrm>
              <a:off x="897217" y="1853375"/>
              <a:ext cx="24193" cy="18852"/>
            </a:xfrm>
            <a:custGeom>
              <a:avLst/>
              <a:gdLst/>
              <a:ahLst/>
              <a:cxnLst/>
              <a:rect l="l" t="t" r="r" b="b"/>
              <a:pathLst>
                <a:path w="539" h="420" extrusionOk="0">
                  <a:moveTo>
                    <a:pt x="0" y="1"/>
                  </a:moveTo>
                  <a:lnTo>
                    <a:pt x="0" y="419"/>
                  </a:lnTo>
                  <a:lnTo>
                    <a:pt x="538" y="419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0" name="Google Shape;1420;p80"/>
          <p:cNvGrpSpPr/>
          <p:nvPr/>
        </p:nvGrpSpPr>
        <p:grpSpPr>
          <a:xfrm>
            <a:off x="3778162" y="1668934"/>
            <a:ext cx="345964" cy="307094"/>
            <a:chOff x="3081278" y="1125367"/>
            <a:chExt cx="345964" cy="307094"/>
          </a:xfrm>
        </p:grpSpPr>
        <p:sp>
          <p:nvSpPr>
            <p:cNvPr id="1421" name="Google Shape;1421;p80"/>
            <p:cNvSpPr/>
            <p:nvPr/>
          </p:nvSpPr>
          <p:spPr>
            <a:xfrm>
              <a:off x="3081278" y="1357324"/>
              <a:ext cx="104627" cy="36895"/>
            </a:xfrm>
            <a:custGeom>
              <a:avLst/>
              <a:gdLst/>
              <a:ahLst/>
              <a:cxnLst/>
              <a:rect l="l" t="t" r="r" b="b"/>
              <a:pathLst>
                <a:path w="2331" h="822" extrusionOk="0">
                  <a:moveTo>
                    <a:pt x="0" y="0"/>
                  </a:moveTo>
                  <a:lnTo>
                    <a:pt x="0" y="568"/>
                  </a:lnTo>
                  <a:cubicBezTo>
                    <a:pt x="45" y="598"/>
                    <a:pt x="120" y="643"/>
                    <a:pt x="254" y="687"/>
                  </a:cubicBezTo>
                  <a:cubicBezTo>
                    <a:pt x="493" y="777"/>
                    <a:pt x="822" y="822"/>
                    <a:pt x="1165" y="822"/>
                  </a:cubicBezTo>
                  <a:cubicBezTo>
                    <a:pt x="1509" y="822"/>
                    <a:pt x="1837" y="777"/>
                    <a:pt x="2076" y="687"/>
                  </a:cubicBezTo>
                  <a:cubicBezTo>
                    <a:pt x="2211" y="643"/>
                    <a:pt x="2285" y="598"/>
                    <a:pt x="2330" y="568"/>
                  </a:cubicBezTo>
                  <a:lnTo>
                    <a:pt x="2330" y="0"/>
                  </a:lnTo>
                  <a:cubicBezTo>
                    <a:pt x="2032" y="150"/>
                    <a:pt x="1598" y="210"/>
                    <a:pt x="1165" y="210"/>
                  </a:cubicBezTo>
                  <a:cubicBezTo>
                    <a:pt x="732" y="210"/>
                    <a:pt x="299" y="15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80"/>
            <p:cNvSpPr/>
            <p:nvPr/>
          </p:nvSpPr>
          <p:spPr>
            <a:xfrm>
              <a:off x="3081278" y="1397540"/>
              <a:ext cx="104627" cy="34921"/>
            </a:xfrm>
            <a:custGeom>
              <a:avLst/>
              <a:gdLst/>
              <a:ahLst/>
              <a:cxnLst/>
              <a:rect l="l" t="t" r="r" b="b"/>
              <a:pathLst>
                <a:path w="2331" h="778" extrusionOk="0">
                  <a:moveTo>
                    <a:pt x="0" y="1"/>
                  </a:moveTo>
                  <a:lnTo>
                    <a:pt x="0" y="508"/>
                  </a:lnTo>
                  <a:cubicBezTo>
                    <a:pt x="45" y="583"/>
                    <a:pt x="433" y="777"/>
                    <a:pt x="1165" y="777"/>
                  </a:cubicBezTo>
                  <a:cubicBezTo>
                    <a:pt x="1897" y="777"/>
                    <a:pt x="2285" y="583"/>
                    <a:pt x="2330" y="508"/>
                  </a:cubicBezTo>
                  <a:lnTo>
                    <a:pt x="2330" y="1"/>
                  </a:lnTo>
                  <a:cubicBezTo>
                    <a:pt x="2032" y="150"/>
                    <a:pt x="1598" y="210"/>
                    <a:pt x="1165" y="210"/>
                  </a:cubicBezTo>
                  <a:cubicBezTo>
                    <a:pt x="732" y="210"/>
                    <a:pt x="299" y="15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80"/>
            <p:cNvSpPr/>
            <p:nvPr/>
          </p:nvSpPr>
          <p:spPr>
            <a:xfrm>
              <a:off x="3322615" y="1317109"/>
              <a:ext cx="104627" cy="36895"/>
            </a:xfrm>
            <a:custGeom>
              <a:avLst/>
              <a:gdLst/>
              <a:ahLst/>
              <a:cxnLst/>
              <a:rect l="l" t="t" r="r" b="b"/>
              <a:pathLst>
                <a:path w="2331" h="822" extrusionOk="0">
                  <a:moveTo>
                    <a:pt x="0" y="0"/>
                  </a:moveTo>
                  <a:lnTo>
                    <a:pt x="0" y="568"/>
                  </a:lnTo>
                  <a:cubicBezTo>
                    <a:pt x="45" y="598"/>
                    <a:pt x="120" y="643"/>
                    <a:pt x="269" y="687"/>
                  </a:cubicBezTo>
                  <a:cubicBezTo>
                    <a:pt x="508" y="777"/>
                    <a:pt x="822" y="822"/>
                    <a:pt x="1165" y="822"/>
                  </a:cubicBezTo>
                  <a:cubicBezTo>
                    <a:pt x="1509" y="822"/>
                    <a:pt x="1837" y="777"/>
                    <a:pt x="2076" y="687"/>
                  </a:cubicBezTo>
                  <a:cubicBezTo>
                    <a:pt x="2211" y="643"/>
                    <a:pt x="2285" y="598"/>
                    <a:pt x="2330" y="568"/>
                  </a:cubicBezTo>
                  <a:lnTo>
                    <a:pt x="2330" y="0"/>
                  </a:lnTo>
                  <a:cubicBezTo>
                    <a:pt x="2046" y="135"/>
                    <a:pt x="1598" y="209"/>
                    <a:pt x="1165" y="209"/>
                  </a:cubicBezTo>
                  <a:cubicBezTo>
                    <a:pt x="747" y="209"/>
                    <a:pt x="299" y="13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80"/>
            <p:cNvSpPr/>
            <p:nvPr/>
          </p:nvSpPr>
          <p:spPr>
            <a:xfrm>
              <a:off x="3322615" y="1357324"/>
              <a:ext cx="104627" cy="36895"/>
            </a:xfrm>
            <a:custGeom>
              <a:avLst/>
              <a:gdLst/>
              <a:ahLst/>
              <a:cxnLst/>
              <a:rect l="l" t="t" r="r" b="b"/>
              <a:pathLst>
                <a:path w="2331" h="822" extrusionOk="0">
                  <a:moveTo>
                    <a:pt x="0" y="0"/>
                  </a:moveTo>
                  <a:lnTo>
                    <a:pt x="0" y="568"/>
                  </a:lnTo>
                  <a:cubicBezTo>
                    <a:pt x="45" y="598"/>
                    <a:pt x="120" y="643"/>
                    <a:pt x="269" y="687"/>
                  </a:cubicBezTo>
                  <a:cubicBezTo>
                    <a:pt x="508" y="777"/>
                    <a:pt x="822" y="822"/>
                    <a:pt x="1165" y="822"/>
                  </a:cubicBezTo>
                  <a:cubicBezTo>
                    <a:pt x="1509" y="822"/>
                    <a:pt x="1837" y="777"/>
                    <a:pt x="2076" y="687"/>
                  </a:cubicBezTo>
                  <a:cubicBezTo>
                    <a:pt x="2211" y="643"/>
                    <a:pt x="2285" y="598"/>
                    <a:pt x="2330" y="568"/>
                  </a:cubicBezTo>
                  <a:lnTo>
                    <a:pt x="2330" y="0"/>
                  </a:lnTo>
                  <a:cubicBezTo>
                    <a:pt x="2046" y="150"/>
                    <a:pt x="1598" y="210"/>
                    <a:pt x="1165" y="210"/>
                  </a:cubicBezTo>
                  <a:cubicBezTo>
                    <a:pt x="747" y="210"/>
                    <a:pt x="299" y="15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80"/>
            <p:cNvSpPr/>
            <p:nvPr/>
          </p:nvSpPr>
          <p:spPr>
            <a:xfrm>
              <a:off x="3322615" y="1397540"/>
              <a:ext cx="104627" cy="34921"/>
            </a:xfrm>
            <a:custGeom>
              <a:avLst/>
              <a:gdLst/>
              <a:ahLst/>
              <a:cxnLst/>
              <a:rect l="l" t="t" r="r" b="b"/>
              <a:pathLst>
                <a:path w="2331" h="778" extrusionOk="0">
                  <a:moveTo>
                    <a:pt x="0" y="1"/>
                  </a:moveTo>
                  <a:lnTo>
                    <a:pt x="0" y="508"/>
                  </a:lnTo>
                  <a:cubicBezTo>
                    <a:pt x="45" y="583"/>
                    <a:pt x="433" y="777"/>
                    <a:pt x="1165" y="777"/>
                  </a:cubicBezTo>
                  <a:cubicBezTo>
                    <a:pt x="1897" y="777"/>
                    <a:pt x="2285" y="583"/>
                    <a:pt x="2330" y="508"/>
                  </a:cubicBezTo>
                  <a:lnTo>
                    <a:pt x="2330" y="1"/>
                  </a:lnTo>
                  <a:cubicBezTo>
                    <a:pt x="2046" y="150"/>
                    <a:pt x="1598" y="210"/>
                    <a:pt x="1165" y="210"/>
                  </a:cubicBezTo>
                  <a:cubicBezTo>
                    <a:pt x="747" y="210"/>
                    <a:pt x="299" y="15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80"/>
            <p:cNvSpPr/>
            <p:nvPr/>
          </p:nvSpPr>
          <p:spPr>
            <a:xfrm>
              <a:off x="3201924" y="1236633"/>
              <a:ext cx="104627" cy="36940"/>
            </a:xfrm>
            <a:custGeom>
              <a:avLst/>
              <a:gdLst/>
              <a:ahLst/>
              <a:cxnLst/>
              <a:rect l="l" t="t" r="r" b="b"/>
              <a:pathLst>
                <a:path w="2331" h="823" extrusionOk="0">
                  <a:moveTo>
                    <a:pt x="1" y="1"/>
                  </a:moveTo>
                  <a:lnTo>
                    <a:pt x="1" y="569"/>
                  </a:lnTo>
                  <a:cubicBezTo>
                    <a:pt x="46" y="598"/>
                    <a:pt x="120" y="643"/>
                    <a:pt x="255" y="688"/>
                  </a:cubicBezTo>
                  <a:cubicBezTo>
                    <a:pt x="509" y="778"/>
                    <a:pt x="822" y="822"/>
                    <a:pt x="1166" y="822"/>
                  </a:cubicBezTo>
                  <a:cubicBezTo>
                    <a:pt x="1509" y="822"/>
                    <a:pt x="1838" y="778"/>
                    <a:pt x="2077" y="688"/>
                  </a:cubicBezTo>
                  <a:cubicBezTo>
                    <a:pt x="2211" y="643"/>
                    <a:pt x="2286" y="598"/>
                    <a:pt x="2331" y="569"/>
                  </a:cubicBezTo>
                  <a:lnTo>
                    <a:pt x="2331" y="1"/>
                  </a:lnTo>
                  <a:cubicBezTo>
                    <a:pt x="2032" y="135"/>
                    <a:pt x="1599" y="210"/>
                    <a:pt x="1166" y="210"/>
                  </a:cubicBezTo>
                  <a:cubicBezTo>
                    <a:pt x="747" y="210"/>
                    <a:pt x="299" y="13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80"/>
            <p:cNvSpPr/>
            <p:nvPr/>
          </p:nvSpPr>
          <p:spPr>
            <a:xfrm>
              <a:off x="3201924" y="1276894"/>
              <a:ext cx="104627" cy="36895"/>
            </a:xfrm>
            <a:custGeom>
              <a:avLst/>
              <a:gdLst/>
              <a:ahLst/>
              <a:cxnLst/>
              <a:rect l="l" t="t" r="r" b="b"/>
              <a:pathLst>
                <a:path w="2331" h="822" extrusionOk="0">
                  <a:moveTo>
                    <a:pt x="1" y="0"/>
                  </a:moveTo>
                  <a:lnTo>
                    <a:pt x="1" y="568"/>
                  </a:lnTo>
                  <a:cubicBezTo>
                    <a:pt x="46" y="598"/>
                    <a:pt x="120" y="642"/>
                    <a:pt x="255" y="687"/>
                  </a:cubicBezTo>
                  <a:cubicBezTo>
                    <a:pt x="509" y="777"/>
                    <a:pt x="822" y="822"/>
                    <a:pt x="1166" y="822"/>
                  </a:cubicBezTo>
                  <a:cubicBezTo>
                    <a:pt x="1509" y="822"/>
                    <a:pt x="1838" y="777"/>
                    <a:pt x="2077" y="687"/>
                  </a:cubicBezTo>
                  <a:cubicBezTo>
                    <a:pt x="2211" y="642"/>
                    <a:pt x="2286" y="598"/>
                    <a:pt x="2331" y="568"/>
                  </a:cubicBezTo>
                  <a:lnTo>
                    <a:pt x="2331" y="0"/>
                  </a:lnTo>
                  <a:cubicBezTo>
                    <a:pt x="2032" y="135"/>
                    <a:pt x="1599" y="209"/>
                    <a:pt x="1166" y="209"/>
                  </a:cubicBezTo>
                  <a:cubicBezTo>
                    <a:pt x="747" y="209"/>
                    <a:pt x="299" y="13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80"/>
            <p:cNvSpPr/>
            <p:nvPr/>
          </p:nvSpPr>
          <p:spPr>
            <a:xfrm>
              <a:off x="3201924" y="1317109"/>
              <a:ext cx="104627" cy="36895"/>
            </a:xfrm>
            <a:custGeom>
              <a:avLst/>
              <a:gdLst/>
              <a:ahLst/>
              <a:cxnLst/>
              <a:rect l="l" t="t" r="r" b="b"/>
              <a:pathLst>
                <a:path w="2331" h="822" extrusionOk="0">
                  <a:moveTo>
                    <a:pt x="1" y="0"/>
                  </a:moveTo>
                  <a:lnTo>
                    <a:pt x="1" y="568"/>
                  </a:lnTo>
                  <a:cubicBezTo>
                    <a:pt x="46" y="598"/>
                    <a:pt x="120" y="643"/>
                    <a:pt x="255" y="687"/>
                  </a:cubicBezTo>
                  <a:cubicBezTo>
                    <a:pt x="509" y="777"/>
                    <a:pt x="822" y="822"/>
                    <a:pt x="1166" y="822"/>
                  </a:cubicBezTo>
                  <a:cubicBezTo>
                    <a:pt x="1509" y="822"/>
                    <a:pt x="1838" y="777"/>
                    <a:pt x="2077" y="687"/>
                  </a:cubicBezTo>
                  <a:cubicBezTo>
                    <a:pt x="2211" y="643"/>
                    <a:pt x="2286" y="598"/>
                    <a:pt x="2331" y="568"/>
                  </a:cubicBezTo>
                  <a:lnTo>
                    <a:pt x="2331" y="0"/>
                  </a:lnTo>
                  <a:cubicBezTo>
                    <a:pt x="2032" y="135"/>
                    <a:pt x="1599" y="209"/>
                    <a:pt x="1166" y="209"/>
                  </a:cubicBezTo>
                  <a:cubicBezTo>
                    <a:pt x="747" y="209"/>
                    <a:pt x="299" y="13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80"/>
            <p:cNvSpPr/>
            <p:nvPr/>
          </p:nvSpPr>
          <p:spPr>
            <a:xfrm>
              <a:off x="3201924" y="1357324"/>
              <a:ext cx="104627" cy="36895"/>
            </a:xfrm>
            <a:custGeom>
              <a:avLst/>
              <a:gdLst/>
              <a:ahLst/>
              <a:cxnLst/>
              <a:rect l="l" t="t" r="r" b="b"/>
              <a:pathLst>
                <a:path w="2331" h="822" extrusionOk="0">
                  <a:moveTo>
                    <a:pt x="1" y="0"/>
                  </a:moveTo>
                  <a:lnTo>
                    <a:pt x="1" y="568"/>
                  </a:lnTo>
                  <a:cubicBezTo>
                    <a:pt x="46" y="598"/>
                    <a:pt x="120" y="643"/>
                    <a:pt x="255" y="687"/>
                  </a:cubicBezTo>
                  <a:cubicBezTo>
                    <a:pt x="509" y="777"/>
                    <a:pt x="822" y="822"/>
                    <a:pt x="1166" y="822"/>
                  </a:cubicBezTo>
                  <a:cubicBezTo>
                    <a:pt x="1509" y="822"/>
                    <a:pt x="1838" y="777"/>
                    <a:pt x="2077" y="687"/>
                  </a:cubicBezTo>
                  <a:cubicBezTo>
                    <a:pt x="2211" y="643"/>
                    <a:pt x="2286" y="598"/>
                    <a:pt x="2331" y="568"/>
                  </a:cubicBezTo>
                  <a:lnTo>
                    <a:pt x="2331" y="0"/>
                  </a:lnTo>
                  <a:cubicBezTo>
                    <a:pt x="2032" y="150"/>
                    <a:pt x="1599" y="210"/>
                    <a:pt x="1166" y="210"/>
                  </a:cubicBezTo>
                  <a:cubicBezTo>
                    <a:pt x="747" y="210"/>
                    <a:pt x="299" y="15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80"/>
            <p:cNvSpPr/>
            <p:nvPr/>
          </p:nvSpPr>
          <p:spPr>
            <a:xfrm>
              <a:off x="3201924" y="1196418"/>
              <a:ext cx="104627" cy="36940"/>
            </a:xfrm>
            <a:custGeom>
              <a:avLst/>
              <a:gdLst/>
              <a:ahLst/>
              <a:cxnLst/>
              <a:rect l="l" t="t" r="r" b="b"/>
              <a:pathLst>
                <a:path w="2331" h="823" extrusionOk="0">
                  <a:moveTo>
                    <a:pt x="1" y="1"/>
                  </a:moveTo>
                  <a:lnTo>
                    <a:pt x="1" y="568"/>
                  </a:lnTo>
                  <a:cubicBezTo>
                    <a:pt x="46" y="598"/>
                    <a:pt x="120" y="643"/>
                    <a:pt x="255" y="688"/>
                  </a:cubicBezTo>
                  <a:cubicBezTo>
                    <a:pt x="509" y="777"/>
                    <a:pt x="822" y="822"/>
                    <a:pt x="1166" y="822"/>
                  </a:cubicBezTo>
                  <a:cubicBezTo>
                    <a:pt x="1509" y="822"/>
                    <a:pt x="1838" y="777"/>
                    <a:pt x="2077" y="688"/>
                  </a:cubicBezTo>
                  <a:cubicBezTo>
                    <a:pt x="2211" y="643"/>
                    <a:pt x="2286" y="598"/>
                    <a:pt x="2331" y="568"/>
                  </a:cubicBezTo>
                  <a:lnTo>
                    <a:pt x="2331" y="1"/>
                  </a:lnTo>
                  <a:cubicBezTo>
                    <a:pt x="2032" y="135"/>
                    <a:pt x="1599" y="210"/>
                    <a:pt x="1166" y="210"/>
                  </a:cubicBezTo>
                  <a:cubicBezTo>
                    <a:pt x="747" y="210"/>
                    <a:pt x="299" y="13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80"/>
            <p:cNvSpPr/>
            <p:nvPr/>
          </p:nvSpPr>
          <p:spPr>
            <a:xfrm>
              <a:off x="3201924" y="1397540"/>
              <a:ext cx="104627" cy="34921"/>
            </a:xfrm>
            <a:custGeom>
              <a:avLst/>
              <a:gdLst/>
              <a:ahLst/>
              <a:cxnLst/>
              <a:rect l="l" t="t" r="r" b="b"/>
              <a:pathLst>
                <a:path w="2331" h="778" extrusionOk="0">
                  <a:moveTo>
                    <a:pt x="1" y="1"/>
                  </a:moveTo>
                  <a:lnTo>
                    <a:pt x="1" y="508"/>
                  </a:lnTo>
                  <a:cubicBezTo>
                    <a:pt x="46" y="583"/>
                    <a:pt x="434" y="777"/>
                    <a:pt x="1166" y="777"/>
                  </a:cubicBezTo>
                  <a:cubicBezTo>
                    <a:pt x="1898" y="777"/>
                    <a:pt x="2286" y="583"/>
                    <a:pt x="2331" y="508"/>
                  </a:cubicBezTo>
                  <a:lnTo>
                    <a:pt x="2331" y="1"/>
                  </a:lnTo>
                  <a:cubicBezTo>
                    <a:pt x="2032" y="150"/>
                    <a:pt x="1599" y="210"/>
                    <a:pt x="1166" y="210"/>
                  </a:cubicBezTo>
                  <a:cubicBezTo>
                    <a:pt x="747" y="210"/>
                    <a:pt x="299" y="15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80"/>
            <p:cNvSpPr/>
            <p:nvPr/>
          </p:nvSpPr>
          <p:spPr>
            <a:xfrm>
              <a:off x="3322615" y="1246059"/>
              <a:ext cx="104627" cy="26841"/>
            </a:xfrm>
            <a:custGeom>
              <a:avLst/>
              <a:gdLst/>
              <a:ahLst/>
              <a:cxnLst/>
              <a:rect l="l" t="t" r="r" b="b"/>
              <a:pathLst>
                <a:path w="2331" h="598" extrusionOk="0">
                  <a:moveTo>
                    <a:pt x="1165" y="0"/>
                  </a:moveTo>
                  <a:cubicBezTo>
                    <a:pt x="837" y="0"/>
                    <a:pt x="523" y="45"/>
                    <a:pt x="299" y="120"/>
                  </a:cubicBezTo>
                  <a:cubicBezTo>
                    <a:pt x="60" y="209"/>
                    <a:pt x="0" y="284"/>
                    <a:pt x="0" y="299"/>
                  </a:cubicBezTo>
                  <a:cubicBezTo>
                    <a:pt x="0" y="314"/>
                    <a:pt x="60" y="403"/>
                    <a:pt x="299" y="478"/>
                  </a:cubicBezTo>
                  <a:cubicBezTo>
                    <a:pt x="523" y="553"/>
                    <a:pt x="837" y="598"/>
                    <a:pt x="1165" y="598"/>
                  </a:cubicBezTo>
                  <a:cubicBezTo>
                    <a:pt x="1509" y="598"/>
                    <a:pt x="1807" y="553"/>
                    <a:pt x="2046" y="478"/>
                  </a:cubicBezTo>
                  <a:cubicBezTo>
                    <a:pt x="2285" y="403"/>
                    <a:pt x="2330" y="314"/>
                    <a:pt x="2330" y="299"/>
                  </a:cubicBezTo>
                  <a:cubicBezTo>
                    <a:pt x="2330" y="284"/>
                    <a:pt x="2285" y="209"/>
                    <a:pt x="2046" y="120"/>
                  </a:cubicBezTo>
                  <a:cubicBezTo>
                    <a:pt x="1807" y="45"/>
                    <a:pt x="1509" y="0"/>
                    <a:pt x="11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80"/>
            <p:cNvSpPr/>
            <p:nvPr/>
          </p:nvSpPr>
          <p:spPr>
            <a:xfrm>
              <a:off x="3322615" y="1276894"/>
              <a:ext cx="104627" cy="36895"/>
            </a:xfrm>
            <a:custGeom>
              <a:avLst/>
              <a:gdLst/>
              <a:ahLst/>
              <a:cxnLst/>
              <a:rect l="l" t="t" r="r" b="b"/>
              <a:pathLst>
                <a:path w="2331" h="822" extrusionOk="0">
                  <a:moveTo>
                    <a:pt x="0" y="0"/>
                  </a:moveTo>
                  <a:lnTo>
                    <a:pt x="0" y="568"/>
                  </a:lnTo>
                  <a:cubicBezTo>
                    <a:pt x="45" y="598"/>
                    <a:pt x="120" y="642"/>
                    <a:pt x="269" y="687"/>
                  </a:cubicBezTo>
                  <a:cubicBezTo>
                    <a:pt x="508" y="777"/>
                    <a:pt x="822" y="822"/>
                    <a:pt x="1165" y="822"/>
                  </a:cubicBezTo>
                  <a:cubicBezTo>
                    <a:pt x="1509" y="822"/>
                    <a:pt x="1837" y="777"/>
                    <a:pt x="2076" y="687"/>
                  </a:cubicBezTo>
                  <a:cubicBezTo>
                    <a:pt x="2211" y="642"/>
                    <a:pt x="2285" y="598"/>
                    <a:pt x="2330" y="568"/>
                  </a:cubicBezTo>
                  <a:lnTo>
                    <a:pt x="2330" y="0"/>
                  </a:lnTo>
                  <a:cubicBezTo>
                    <a:pt x="2046" y="135"/>
                    <a:pt x="1598" y="209"/>
                    <a:pt x="1165" y="209"/>
                  </a:cubicBezTo>
                  <a:cubicBezTo>
                    <a:pt x="747" y="209"/>
                    <a:pt x="299" y="13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80"/>
            <p:cNvSpPr/>
            <p:nvPr/>
          </p:nvSpPr>
          <p:spPr>
            <a:xfrm>
              <a:off x="3081278" y="1286274"/>
              <a:ext cx="104627" cy="26841"/>
            </a:xfrm>
            <a:custGeom>
              <a:avLst/>
              <a:gdLst/>
              <a:ahLst/>
              <a:cxnLst/>
              <a:rect l="l" t="t" r="r" b="b"/>
              <a:pathLst>
                <a:path w="2331" h="598" extrusionOk="0">
                  <a:moveTo>
                    <a:pt x="1165" y="0"/>
                  </a:moveTo>
                  <a:cubicBezTo>
                    <a:pt x="837" y="0"/>
                    <a:pt x="523" y="45"/>
                    <a:pt x="284" y="135"/>
                  </a:cubicBezTo>
                  <a:cubicBezTo>
                    <a:pt x="60" y="209"/>
                    <a:pt x="0" y="284"/>
                    <a:pt x="0" y="299"/>
                  </a:cubicBezTo>
                  <a:cubicBezTo>
                    <a:pt x="0" y="314"/>
                    <a:pt x="60" y="404"/>
                    <a:pt x="284" y="478"/>
                  </a:cubicBezTo>
                  <a:cubicBezTo>
                    <a:pt x="523" y="553"/>
                    <a:pt x="837" y="598"/>
                    <a:pt x="1165" y="598"/>
                  </a:cubicBezTo>
                  <a:cubicBezTo>
                    <a:pt x="1494" y="598"/>
                    <a:pt x="1807" y="553"/>
                    <a:pt x="2046" y="478"/>
                  </a:cubicBezTo>
                  <a:cubicBezTo>
                    <a:pt x="2270" y="404"/>
                    <a:pt x="2330" y="314"/>
                    <a:pt x="2330" y="299"/>
                  </a:cubicBezTo>
                  <a:cubicBezTo>
                    <a:pt x="2330" y="284"/>
                    <a:pt x="2270" y="209"/>
                    <a:pt x="2046" y="135"/>
                  </a:cubicBezTo>
                  <a:cubicBezTo>
                    <a:pt x="1807" y="45"/>
                    <a:pt x="1494" y="0"/>
                    <a:pt x="11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80"/>
            <p:cNvSpPr/>
            <p:nvPr/>
          </p:nvSpPr>
          <p:spPr>
            <a:xfrm>
              <a:off x="3081278" y="1317109"/>
              <a:ext cx="104627" cy="36895"/>
            </a:xfrm>
            <a:custGeom>
              <a:avLst/>
              <a:gdLst/>
              <a:ahLst/>
              <a:cxnLst/>
              <a:rect l="l" t="t" r="r" b="b"/>
              <a:pathLst>
                <a:path w="2331" h="822" extrusionOk="0">
                  <a:moveTo>
                    <a:pt x="0" y="0"/>
                  </a:moveTo>
                  <a:lnTo>
                    <a:pt x="0" y="568"/>
                  </a:lnTo>
                  <a:cubicBezTo>
                    <a:pt x="45" y="598"/>
                    <a:pt x="120" y="643"/>
                    <a:pt x="254" y="687"/>
                  </a:cubicBezTo>
                  <a:cubicBezTo>
                    <a:pt x="493" y="777"/>
                    <a:pt x="822" y="822"/>
                    <a:pt x="1165" y="822"/>
                  </a:cubicBezTo>
                  <a:cubicBezTo>
                    <a:pt x="1509" y="822"/>
                    <a:pt x="1837" y="777"/>
                    <a:pt x="2076" y="687"/>
                  </a:cubicBezTo>
                  <a:cubicBezTo>
                    <a:pt x="2211" y="643"/>
                    <a:pt x="2285" y="598"/>
                    <a:pt x="2330" y="568"/>
                  </a:cubicBezTo>
                  <a:lnTo>
                    <a:pt x="2330" y="0"/>
                  </a:lnTo>
                  <a:cubicBezTo>
                    <a:pt x="2032" y="135"/>
                    <a:pt x="1598" y="209"/>
                    <a:pt x="1165" y="209"/>
                  </a:cubicBezTo>
                  <a:cubicBezTo>
                    <a:pt x="732" y="209"/>
                    <a:pt x="299" y="13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80"/>
            <p:cNvSpPr/>
            <p:nvPr/>
          </p:nvSpPr>
          <p:spPr>
            <a:xfrm>
              <a:off x="3201924" y="1125367"/>
              <a:ext cx="104627" cy="26886"/>
            </a:xfrm>
            <a:custGeom>
              <a:avLst/>
              <a:gdLst/>
              <a:ahLst/>
              <a:cxnLst/>
              <a:rect l="l" t="t" r="r" b="b"/>
              <a:pathLst>
                <a:path w="2331" h="599" extrusionOk="0">
                  <a:moveTo>
                    <a:pt x="1166" y="1"/>
                  </a:moveTo>
                  <a:cubicBezTo>
                    <a:pt x="837" y="1"/>
                    <a:pt x="523" y="45"/>
                    <a:pt x="284" y="120"/>
                  </a:cubicBezTo>
                  <a:cubicBezTo>
                    <a:pt x="60" y="210"/>
                    <a:pt x="1" y="284"/>
                    <a:pt x="1" y="299"/>
                  </a:cubicBezTo>
                  <a:cubicBezTo>
                    <a:pt x="1" y="314"/>
                    <a:pt x="60" y="404"/>
                    <a:pt x="284" y="479"/>
                  </a:cubicBezTo>
                  <a:cubicBezTo>
                    <a:pt x="523" y="553"/>
                    <a:pt x="837" y="598"/>
                    <a:pt x="1166" y="598"/>
                  </a:cubicBezTo>
                  <a:cubicBezTo>
                    <a:pt x="1494" y="598"/>
                    <a:pt x="1808" y="553"/>
                    <a:pt x="2047" y="479"/>
                  </a:cubicBezTo>
                  <a:cubicBezTo>
                    <a:pt x="2286" y="404"/>
                    <a:pt x="2331" y="314"/>
                    <a:pt x="2331" y="299"/>
                  </a:cubicBezTo>
                  <a:cubicBezTo>
                    <a:pt x="2331" y="284"/>
                    <a:pt x="2286" y="210"/>
                    <a:pt x="2047" y="120"/>
                  </a:cubicBezTo>
                  <a:cubicBezTo>
                    <a:pt x="1808" y="45"/>
                    <a:pt x="1494" y="1"/>
                    <a:pt x="11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80"/>
            <p:cNvSpPr/>
            <p:nvPr/>
          </p:nvSpPr>
          <p:spPr>
            <a:xfrm>
              <a:off x="3201924" y="1156202"/>
              <a:ext cx="104627" cy="36940"/>
            </a:xfrm>
            <a:custGeom>
              <a:avLst/>
              <a:gdLst/>
              <a:ahLst/>
              <a:cxnLst/>
              <a:rect l="l" t="t" r="r" b="b"/>
              <a:pathLst>
                <a:path w="2331" h="823" extrusionOk="0">
                  <a:moveTo>
                    <a:pt x="1" y="1"/>
                  </a:moveTo>
                  <a:lnTo>
                    <a:pt x="1" y="568"/>
                  </a:lnTo>
                  <a:cubicBezTo>
                    <a:pt x="46" y="598"/>
                    <a:pt x="120" y="643"/>
                    <a:pt x="255" y="688"/>
                  </a:cubicBezTo>
                  <a:cubicBezTo>
                    <a:pt x="509" y="777"/>
                    <a:pt x="822" y="822"/>
                    <a:pt x="1166" y="822"/>
                  </a:cubicBezTo>
                  <a:cubicBezTo>
                    <a:pt x="1509" y="822"/>
                    <a:pt x="1838" y="777"/>
                    <a:pt x="2077" y="688"/>
                  </a:cubicBezTo>
                  <a:cubicBezTo>
                    <a:pt x="2211" y="643"/>
                    <a:pt x="2286" y="598"/>
                    <a:pt x="2331" y="568"/>
                  </a:cubicBezTo>
                  <a:lnTo>
                    <a:pt x="2331" y="1"/>
                  </a:lnTo>
                  <a:cubicBezTo>
                    <a:pt x="2032" y="135"/>
                    <a:pt x="1599" y="210"/>
                    <a:pt x="1166" y="210"/>
                  </a:cubicBezTo>
                  <a:cubicBezTo>
                    <a:pt x="747" y="210"/>
                    <a:pt x="299" y="13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8" name="Google Shape;1438;p80"/>
          <p:cNvGrpSpPr/>
          <p:nvPr/>
        </p:nvGrpSpPr>
        <p:grpSpPr>
          <a:xfrm>
            <a:off x="5033125" y="1649493"/>
            <a:ext cx="345929" cy="345974"/>
            <a:chOff x="3657130" y="701714"/>
            <a:chExt cx="345929" cy="345974"/>
          </a:xfrm>
        </p:grpSpPr>
        <p:sp>
          <p:nvSpPr>
            <p:cNvPr id="1439" name="Google Shape;1439;p80"/>
            <p:cNvSpPr/>
            <p:nvPr/>
          </p:nvSpPr>
          <p:spPr>
            <a:xfrm>
              <a:off x="3702686" y="747270"/>
              <a:ext cx="254812" cy="254812"/>
            </a:xfrm>
            <a:custGeom>
              <a:avLst/>
              <a:gdLst/>
              <a:ahLst/>
              <a:cxnLst/>
              <a:rect l="l" t="t" r="r" b="b"/>
              <a:pathLst>
                <a:path w="5677" h="5677" extrusionOk="0">
                  <a:moveTo>
                    <a:pt x="4499" y="990"/>
                  </a:moveTo>
                  <a:cubicBezTo>
                    <a:pt x="4548" y="990"/>
                    <a:pt x="4595" y="1010"/>
                    <a:pt x="4631" y="1046"/>
                  </a:cubicBezTo>
                  <a:cubicBezTo>
                    <a:pt x="4691" y="1106"/>
                    <a:pt x="4706" y="1196"/>
                    <a:pt x="4661" y="1270"/>
                  </a:cubicBezTo>
                  <a:lnTo>
                    <a:pt x="3481" y="3212"/>
                  </a:lnTo>
                  <a:lnTo>
                    <a:pt x="3989" y="3720"/>
                  </a:lnTo>
                  <a:cubicBezTo>
                    <a:pt x="4048" y="3780"/>
                    <a:pt x="4048" y="3899"/>
                    <a:pt x="3989" y="3974"/>
                  </a:cubicBezTo>
                  <a:cubicBezTo>
                    <a:pt x="3944" y="4004"/>
                    <a:pt x="3899" y="4019"/>
                    <a:pt x="3854" y="4019"/>
                  </a:cubicBezTo>
                  <a:cubicBezTo>
                    <a:pt x="3809" y="4019"/>
                    <a:pt x="3765" y="4004"/>
                    <a:pt x="3720" y="3974"/>
                  </a:cubicBezTo>
                  <a:lnTo>
                    <a:pt x="3227" y="3466"/>
                  </a:lnTo>
                  <a:lnTo>
                    <a:pt x="1270" y="4661"/>
                  </a:lnTo>
                  <a:cubicBezTo>
                    <a:pt x="1240" y="4676"/>
                    <a:pt x="1211" y="4676"/>
                    <a:pt x="1181" y="4676"/>
                  </a:cubicBezTo>
                  <a:cubicBezTo>
                    <a:pt x="1136" y="4676"/>
                    <a:pt x="1091" y="4661"/>
                    <a:pt x="1046" y="4631"/>
                  </a:cubicBezTo>
                  <a:cubicBezTo>
                    <a:pt x="986" y="4571"/>
                    <a:pt x="972" y="4482"/>
                    <a:pt x="1016" y="4407"/>
                  </a:cubicBezTo>
                  <a:lnTo>
                    <a:pt x="2211" y="2450"/>
                  </a:lnTo>
                  <a:lnTo>
                    <a:pt x="1703" y="1957"/>
                  </a:lnTo>
                  <a:cubicBezTo>
                    <a:pt x="1629" y="1883"/>
                    <a:pt x="1629" y="1763"/>
                    <a:pt x="1703" y="1689"/>
                  </a:cubicBezTo>
                  <a:cubicBezTo>
                    <a:pt x="1741" y="1659"/>
                    <a:pt x="1789" y="1644"/>
                    <a:pt x="1836" y="1644"/>
                  </a:cubicBezTo>
                  <a:cubicBezTo>
                    <a:pt x="1883" y="1644"/>
                    <a:pt x="1927" y="1659"/>
                    <a:pt x="1957" y="1689"/>
                  </a:cubicBezTo>
                  <a:lnTo>
                    <a:pt x="2465" y="2196"/>
                  </a:lnTo>
                  <a:lnTo>
                    <a:pt x="4407" y="1016"/>
                  </a:lnTo>
                  <a:cubicBezTo>
                    <a:pt x="4436" y="999"/>
                    <a:pt x="4468" y="990"/>
                    <a:pt x="4499" y="990"/>
                  </a:cubicBezTo>
                  <a:close/>
                  <a:moveTo>
                    <a:pt x="2659" y="1"/>
                  </a:moveTo>
                  <a:cubicBezTo>
                    <a:pt x="1240" y="90"/>
                    <a:pt x="90" y="1226"/>
                    <a:pt x="1" y="2644"/>
                  </a:cubicBezTo>
                  <a:lnTo>
                    <a:pt x="225" y="2644"/>
                  </a:lnTo>
                  <a:cubicBezTo>
                    <a:pt x="329" y="2644"/>
                    <a:pt x="419" y="2734"/>
                    <a:pt x="419" y="2839"/>
                  </a:cubicBezTo>
                  <a:cubicBezTo>
                    <a:pt x="419" y="2928"/>
                    <a:pt x="329" y="3018"/>
                    <a:pt x="225" y="3018"/>
                  </a:cubicBezTo>
                  <a:lnTo>
                    <a:pt x="1" y="3018"/>
                  </a:lnTo>
                  <a:cubicBezTo>
                    <a:pt x="90" y="4437"/>
                    <a:pt x="1240" y="5587"/>
                    <a:pt x="2659" y="5676"/>
                  </a:cubicBezTo>
                  <a:lnTo>
                    <a:pt x="2659" y="5452"/>
                  </a:lnTo>
                  <a:cubicBezTo>
                    <a:pt x="2659" y="5348"/>
                    <a:pt x="2749" y="5258"/>
                    <a:pt x="2839" y="5258"/>
                  </a:cubicBezTo>
                  <a:cubicBezTo>
                    <a:pt x="2943" y="5258"/>
                    <a:pt x="3033" y="5348"/>
                    <a:pt x="3033" y="5452"/>
                  </a:cubicBezTo>
                  <a:lnTo>
                    <a:pt x="3033" y="5676"/>
                  </a:lnTo>
                  <a:cubicBezTo>
                    <a:pt x="4452" y="5587"/>
                    <a:pt x="5587" y="4437"/>
                    <a:pt x="5676" y="3018"/>
                  </a:cubicBezTo>
                  <a:lnTo>
                    <a:pt x="5482" y="3018"/>
                  </a:lnTo>
                  <a:cubicBezTo>
                    <a:pt x="5378" y="3018"/>
                    <a:pt x="5303" y="2928"/>
                    <a:pt x="5303" y="2839"/>
                  </a:cubicBezTo>
                  <a:cubicBezTo>
                    <a:pt x="5303" y="2734"/>
                    <a:pt x="5378" y="2644"/>
                    <a:pt x="5482" y="2644"/>
                  </a:cubicBezTo>
                  <a:lnTo>
                    <a:pt x="5676" y="2644"/>
                  </a:lnTo>
                  <a:cubicBezTo>
                    <a:pt x="5587" y="1226"/>
                    <a:pt x="4452" y="90"/>
                    <a:pt x="3033" y="1"/>
                  </a:cubicBezTo>
                  <a:lnTo>
                    <a:pt x="3033" y="195"/>
                  </a:lnTo>
                  <a:cubicBezTo>
                    <a:pt x="3033" y="300"/>
                    <a:pt x="2943" y="374"/>
                    <a:pt x="2839" y="374"/>
                  </a:cubicBezTo>
                  <a:cubicBezTo>
                    <a:pt x="2749" y="374"/>
                    <a:pt x="2659" y="300"/>
                    <a:pt x="2659" y="195"/>
                  </a:cubicBezTo>
                  <a:lnTo>
                    <a:pt x="26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80"/>
            <p:cNvSpPr/>
            <p:nvPr/>
          </p:nvSpPr>
          <p:spPr>
            <a:xfrm>
              <a:off x="3657130" y="701714"/>
              <a:ext cx="345929" cy="345974"/>
            </a:xfrm>
            <a:custGeom>
              <a:avLst/>
              <a:gdLst/>
              <a:ahLst/>
              <a:cxnLst/>
              <a:rect l="l" t="t" r="r" b="b"/>
              <a:pathLst>
                <a:path w="7707" h="7708" extrusionOk="0">
                  <a:moveTo>
                    <a:pt x="3854" y="642"/>
                  </a:moveTo>
                  <a:cubicBezTo>
                    <a:pt x="5631" y="642"/>
                    <a:pt x="7065" y="2076"/>
                    <a:pt x="7065" y="3854"/>
                  </a:cubicBezTo>
                  <a:cubicBezTo>
                    <a:pt x="7065" y="5616"/>
                    <a:pt x="5631" y="7065"/>
                    <a:pt x="3854" y="7065"/>
                  </a:cubicBezTo>
                  <a:cubicBezTo>
                    <a:pt x="2091" y="7065"/>
                    <a:pt x="642" y="5616"/>
                    <a:pt x="642" y="3854"/>
                  </a:cubicBezTo>
                  <a:cubicBezTo>
                    <a:pt x="642" y="2076"/>
                    <a:pt x="2091" y="642"/>
                    <a:pt x="3854" y="642"/>
                  </a:cubicBezTo>
                  <a:close/>
                  <a:moveTo>
                    <a:pt x="3854" y="0"/>
                  </a:moveTo>
                  <a:cubicBezTo>
                    <a:pt x="1733" y="0"/>
                    <a:pt x="0" y="1718"/>
                    <a:pt x="0" y="3854"/>
                  </a:cubicBezTo>
                  <a:cubicBezTo>
                    <a:pt x="0" y="5975"/>
                    <a:pt x="1733" y="7707"/>
                    <a:pt x="3854" y="7707"/>
                  </a:cubicBezTo>
                  <a:cubicBezTo>
                    <a:pt x="5989" y="7707"/>
                    <a:pt x="7707" y="5975"/>
                    <a:pt x="7707" y="3854"/>
                  </a:cubicBezTo>
                  <a:cubicBezTo>
                    <a:pt x="7707" y="1718"/>
                    <a:pt x="5989" y="0"/>
                    <a:pt x="38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80"/>
            <p:cNvSpPr/>
            <p:nvPr/>
          </p:nvSpPr>
          <p:spPr>
            <a:xfrm>
              <a:off x="3810630" y="855215"/>
              <a:ext cx="38915" cy="38915"/>
            </a:xfrm>
            <a:custGeom>
              <a:avLst/>
              <a:gdLst/>
              <a:ahLst/>
              <a:cxnLst/>
              <a:rect l="l" t="t" r="r" b="b"/>
              <a:pathLst>
                <a:path w="867" h="867" extrusionOk="0">
                  <a:moveTo>
                    <a:pt x="434" y="0"/>
                  </a:moveTo>
                  <a:cubicBezTo>
                    <a:pt x="195" y="0"/>
                    <a:pt x="0" y="195"/>
                    <a:pt x="0" y="434"/>
                  </a:cubicBezTo>
                  <a:cubicBezTo>
                    <a:pt x="0" y="673"/>
                    <a:pt x="195" y="867"/>
                    <a:pt x="434" y="867"/>
                  </a:cubicBezTo>
                  <a:cubicBezTo>
                    <a:pt x="673" y="867"/>
                    <a:pt x="867" y="673"/>
                    <a:pt x="867" y="434"/>
                  </a:cubicBezTo>
                  <a:cubicBezTo>
                    <a:pt x="867" y="195"/>
                    <a:pt x="673" y="0"/>
                    <a:pt x="4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2" name="Google Shape;1442;p80"/>
          <p:cNvGrpSpPr/>
          <p:nvPr/>
        </p:nvGrpSpPr>
        <p:grpSpPr>
          <a:xfrm>
            <a:off x="2517048" y="3223992"/>
            <a:ext cx="339959" cy="305078"/>
            <a:chOff x="3660451" y="2051804"/>
            <a:chExt cx="339959" cy="305078"/>
          </a:xfrm>
        </p:grpSpPr>
        <p:sp>
          <p:nvSpPr>
            <p:cNvPr id="1443" name="Google Shape;1443;p80"/>
            <p:cNvSpPr/>
            <p:nvPr/>
          </p:nvSpPr>
          <p:spPr>
            <a:xfrm>
              <a:off x="3660451" y="2194623"/>
              <a:ext cx="339959" cy="162259"/>
            </a:xfrm>
            <a:custGeom>
              <a:avLst/>
              <a:gdLst/>
              <a:ahLst/>
              <a:cxnLst/>
              <a:rect l="l" t="t" r="r" b="b"/>
              <a:pathLst>
                <a:path w="7574" h="3615" extrusionOk="0">
                  <a:moveTo>
                    <a:pt x="5647" y="1031"/>
                  </a:moveTo>
                  <a:cubicBezTo>
                    <a:pt x="5751" y="1031"/>
                    <a:pt x="5826" y="1121"/>
                    <a:pt x="5826" y="1225"/>
                  </a:cubicBezTo>
                  <a:lnTo>
                    <a:pt x="5826" y="3092"/>
                  </a:lnTo>
                  <a:lnTo>
                    <a:pt x="5467" y="3092"/>
                  </a:lnTo>
                  <a:lnTo>
                    <a:pt x="5467" y="1404"/>
                  </a:lnTo>
                  <a:lnTo>
                    <a:pt x="2107" y="1404"/>
                  </a:lnTo>
                  <a:lnTo>
                    <a:pt x="2107" y="3092"/>
                  </a:lnTo>
                  <a:lnTo>
                    <a:pt x="1748" y="3092"/>
                  </a:lnTo>
                  <a:lnTo>
                    <a:pt x="1748" y="1225"/>
                  </a:lnTo>
                  <a:cubicBezTo>
                    <a:pt x="1748" y="1121"/>
                    <a:pt x="1823" y="1031"/>
                    <a:pt x="1927" y="1031"/>
                  </a:cubicBezTo>
                  <a:close/>
                  <a:moveTo>
                    <a:pt x="2734" y="0"/>
                  </a:moveTo>
                  <a:lnTo>
                    <a:pt x="2211" y="135"/>
                  </a:lnTo>
                  <a:cubicBezTo>
                    <a:pt x="1718" y="254"/>
                    <a:pt x="1330" y="657"/>
                    <a:pt x="1255" y="1121"/>
                  </a:cubicBezTo>
                  <a:cubicBezTo>
                    <a:pt x="1196" y="1539"/>
                    <a:pt x="1106" y="2599"/>
                    <a:pt x="1061" y="3092"/>
                  </a:cubicBezTo>
                  <a:lnTo>
                    <a:pt x="255" y="3092"/>
                  </a:lnTo>
                  <a:cubicBezTo>
                    <a:pt x="105" y="3092"/>
                    <a:pt x="1" y="3212"/>
                    <a:pt x="1" y="3361"/>
                  </a:cubicBezTo>
                  <a:cubicBezTo>
                    <a:pt x="1" y="3495"/>
                    <a:pt x="105" y="3615"/>
                    <a:pt x="255" y="3615"/>
                  </a:cubicBezTo>
                  <a:lnTo>
                    <a:pt x="7319" y="3615"/>
                  </a:lnTo>
                  <a:cubicBezTo>
                    <a:pt x="7454" y="3615"/>
                    <a:pt x="7573" y="3495"/>
                    <a:pt x="7573" y="3361"/>
                  </a:cubicBezTo>
                  <a:cubicBezTo>
                    <a:pt x="7573" y="3212"/>
                    <a:pt x="7454" y="3092"/>
                    <a:pt x="7319" y="3092"/>
                  </a:cubicBezTo>
                  <a:lnTo>
                    <a:pt x="6513" y="3092"/>
                  </a:lnTo>
                  <a:cubicBezTo>
                    <a:pt x="6468" y="2599"/>
                    <a:pt x="6378" y="1539"/>
                    <a:pt x="6319" y="1121"/>
                  </a:cubicBezTo>
                  <a:cubicBezTo>
                    <a:pt x="6244" y="657"/>
                    <a:pt x="5856" y="254"/>
                    <a:pt x="5363" y="135"/>
                  </a:cubicBezTo>
                  <a:lnTo>
                    <a:pt x="4840" y="0"/>
                  </a:lnTo>
                  <a:cubicBezTo>
                    <a:pt x="4750" y="508"/>
                    <a:pt x="4317" y="896"/>
                    <a:pt x="3780" y="896"/>
                  </a:cubicBezTo>
                  <a:cubicBezTo>
                    <a:pt x="3257" y="896"/>
                    <a:pt x="2824" y="508"/>
                    <a:pt x="2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80"/>
            <p:cNvSpPr/>
            <p:nvPr/>
          </p:nvSpPr>
          <p:spPr>
            <a:xfrm>
              <a:off x="3774409" y="2051804"/>
              <a:ext cx="112033" cy="133488"/>
            </a:xfrm>
            <a:custGeom>
              <a:avLst/>
              <a:gdLst/>
              <a:ahLst/>
              <a:cxnLst/>
              <a:rect l="l" t="t" r="r" b="b"/>
              <a:pathLst>
                <a:path w="2496" h="2974" extrusionOk="0">
                  <a:moveTo>
                    <a:pt x="1241" y="1"/>
                  </a:moveTo>
                  <a:cubicBezTo>
                    <a:pt x="494" y="1"/>
                    <a:pt x="1" y="494"/>
                    <a:pt x="1" y="1256"/>
                  </a:cubicBezTo>
                  <a:cubicBezTo>
                    <a:pt x="1" y="2047"/>
                    <a:pt x="539" y="2973"/>
                    <a:pt x="1241" y="2973"/>
                  </a:cubicBezTo>
                  <a:cubicBezTo>
                    <a:pt x="1943" y="2973"/>
                    <a:pt x="2495" y="2047"/>
                    <a:pt x="2495" y="1256"/>
                  </a:cubicBezTo>
                  <a:cubicBezTo>
                    <a:pt x="2495" y="494"/>
                    <a:pt x="2002" y="1"/>
                    <a:pt x="1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5" name="Google Shape;1445;p80"/>
          <p:cNvGrpSpPr/>
          <p:nvPr/>
        </p:nvGrpSpPr>
        <p:grpSpPr>
          <a:xfrm>
            <a:off x="1915680" y="2704184"/>
            <a:ext cx="301710" cy="345963"/>
            <a:chOff x="235549" y="1531606"/>
            <a:chExt cx="301710" cy="345963"/>
          </a:xfrm>
        </p:grpSpPr>
        <p:sp>
          <p:nvSpPr>
            <p:cNvPr id="1446" name="Google Shape;1446;p80"/>
            <p:cNvSpPr/>
            <p:nvPr/>
          </p:nvSpPr>
          <p:spPr>
            <a:xfrm>
              <a:off x="423924" y="1769578"/>
              <a:ext cx="113335" cy="16159"/>
            </a:xfrm>
            <a:custGeom>
              <a:avLst/>
              <a:gdLst/>
              <a:ahLst/>
              <a:cxnLst/>
              <a:rect l="l" t="t" r="r" b="b"/>
              <a:pathLst>
                <a:path w="2525" h="360" extrusionOk="0">
                  <a:moveTo>
                    <a:pt x="135" y="1"/>
                  </a:moveTo>
                  <a:lnTo>
                    <a:pt x="1" y="359"/>
                  </a:lnTo>
                  <a:lnTo>
                    <a:pt x="2346" y="359"/>
                  </a:lnTo>
                  <a:cubicBezTo>
                    <a:pt x="2450" y="359"/>
                    <a:pt x="2525" y="270"/>
                    <a:pt x="2525" y="180"/>
                  </a:cubicBezTo>
                  <a:cubicBezTo>
                    <a:pt x="2525" y="76"/>
                    <a:pt x="2450" y="1"/>
                    <a:pt x="2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80"/>
            <p:cNvSpPr/>
            <p:nvPr/>
          </p:nvSpPr>
          <p:spPr>
            <a:xfrm>
              <a:off x="287164" y="1823213"/>
              <a:ext cx="138829" cy="54356"/>
            </a:xfrm>
            <a:custGeom>
              <a:avLst/>
              <a:gdLst/>
              <a:ahLst/>
              <a:cxnLst/>
              <a:rect l="l" t="t" r="r" b="b"/>
              <a:pathLst>
                <a:path w="3093" h="1211" extrusionOk="0">
                  <a:moveTo>
                    <a:pt x="1046" y="1"/>
                  </a:moveTo>
                  <a:lnTo>
                    <a:pt x="1046" y="703"/>
                  </a:lnTo>
                  <a:lnTo>
                    <a:pt x="270" y="703"/>
                  </a:lnTo>
                  <a:cubicBezTo>
                    <a:pt x="120" y="703"/>
                    <a:pt x="1" y="807"/>
                    <a:pt x="1" y="957"/>
                  </a:cubicBezTo>
                  <a:cubicBezTo>
                    <a:pt x="1" y="1106"/>
                    <a:pt x="120" y="1211"/>
                    <a:pt x="270" y="1211"/>
                  </a:cubicBezTo>
                  <a:lnTo>
                    <a:pt x="2824" y="1211"/>
                  </a:lnTo>
                  <a:cubicBezTo>
                    <a:pt x="2973" y="1211"/>
                    <a:pt x="3093" y="1106"/>
                    <a:pt x="3093" y="957"/>
                  </a:cubicBezTo>
                  <a:cubicBezTo>
                    <a:pt x="3093" y="807"/>
                    <a:pt x="2973" y="703"/>
                    <a:pt x="2824" y="703"/>
                  </a:cubicBezTo>
                  <a:lnTo>
                    <a:pt x="2047" y="703"/>
                  </a:lnTo>
                  <a:lnTo>
                    <a:pt x="20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80"/>
            <p:cNvSpPr/>
            <p:nvPr/>
          </p:nvSpPr>
          <p:spPr>
            <a:xfrm>
              <a:off x="383708" y="1605350"/>
              <a:ext cx="60370" cy="61044"/>
            </a:xfrm>
            <a:custGeom>
              <a:avLst/>
              <a:gdLst/>
              <a:ahLst/>
              <a:cxnLst/>
              <a:rect l="l" t="t" r="r" b="b"/>
              <a:pathLst>
                <a:path w="1345" h="1360" extrusionOk="0">
                  <a:moveTo>
                    <a:pt x="673" y="1"/>
                  </a:moveTo>
                  <a:cubicBezTo>
                    <a:pt x="299" y="1"/>
                    <a:pt x="1" y="314"/>
                    <a:pt x="1" y="688"/>
                  </a:cubicBezTo>
                  <a:cubicBezTo>
                    <a:pt x="1" y="1046"/>
                    <a:pt x="299" y="1360"/>
                    <a:pt x="673" y="1360"/>
                  </a:cubicBezTo>
                  <a:cubicBezTo>
                    <a:pt x="1046" y="1360"/>
                    <a:pt x="1345" y="1046"/>
                    <a:pt x="1345" y="688"/>
                  </a:cubicBezTo>
                  <a:cubicBezTo>
                    <a:pt x="1345" y="314"/>
                    <a:pt x="1046" y="1"/>
                    <a:pt x="6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80"/>
            <p:cNvSpPr/>
            <p:nvPr/>
          </p:nvSpPr>
          <p:spPr>
            <a:xfrm>
              <a:off x="425270" y="1531606"/>
              <a:ext cx="73791" cy="208536"/>
            </a:xfrm>
            <a:custGeom>
              <a:avLst/>
              <a:gdLst/>
              <a:ahLst/>
              <a:cxnLst/>
              <a:rect l="l" t="t" r="r" b="b"/>
              <a:pathLst>
                <a:path w="1644" h="4646" extrusionOk="0">
                  <a:moveTo>
                    <a:pt x="180" y="1"/>
                  </a:moveTo>
                  <a:cubicBezTo>
                    <a:pt x="75" y="1"/>
                    <a:pt x="1" y="90"/>
                    <a:pt x="1" y="195"/>
                  </a:cubicBezTo>
                  <a:lnTo>
                    <a:pt x="1" y="1315"/>
                  </a:lnTo>
                  <a:cubicBezTo>
                    <a:pt x="449" y="1435"/>
                    <a:pt x="792" y="1838"/>
                    <a:pt x="792" y="2331"/>
                  </a:cubicBezTo>
                  <a:cubicBezTo>
                    <a:pt x="792" y="2809"/>
                    <a:pt x="449" y="3227"/>
                    <a:pt x="1" y="3331"/>
                  </a:cubicBezTo>
                  <a:lnTo>
                    <a:pt x="1" y="4467"/>
                  </a:lnTo>
                  <a:cubicBezTo>
                    <a:pt x="1" y="4556"/>
                    <a:pt x="75" y="4646"/>
                    <a:pt x="180" y="4646"/>
                  </a:cubicBezTo>
                  <a:lnTo>
                    <a:pt x="1464" y="4646"/>
                  </a:lnTo>
                  <a:cubicBezTo>
                    <a:pt x="1554" y="4646"/>
                    <a:pt x="1644" y="4556"/>
                    <a:pt x="1644" y="4467"/>
                  </a:cubicBezTo>
                  <a:lnTo>
                    <a:pt x="1644" y="195"/>
                  </a:lnTo>
                  <a:cubicBezTo>
                    <a:pt x="1644" y="90"/>
                    <a:pt x="1554" y="1"/>
                    <a:pt x="14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80"/>
            <p:cNvSpPr/>
            <p:nvPr/>
          </p:nvSpPr>
          <p:spPr>
            <a:xfrm>
              <a:off x="235549" y="1617423"/>
              <a:ext cx="178373" cy="189774"/>
            </a:xfrm>
            <a:custGeom>
              <a:avLst/>
              <a:gdLst/>
              <a:ahLst/>
              <a:cxnLst/>
              <a:rect l="l" t="t" r="r" b="b"/>
              <a:pathLst>
                <a:path w="3974" h="4228" extrusionOk="0">
                  <a:moveTo>
                    <a:pt x="2107" y="1"/>
                  </a:moveTo>
                  <a:cubicBezTo>
                    <a:pt x="942" y="1"/>
                    <a:pt x="1" y="956"/>
                    <a:pt x="1" y="2121"/>
                  </a:cubicBezTo>
                  <a:cubicBezTo>
                    <a:pt x="1" y="3286"/>
                    <a:pt x="942" y="4227"/>
                    <a:pt x="2107" y="4227"/>
                  </a:cubicBezTo>
                  <a:lnTo>
                    <a:pt x="3556" y="4227"/>
                  </a:lnTo>
                  <a:lnTo>
                    <a:pt x="3974" y="3391"/>
                  </a:lnTo>
                  <a:lnTo>
                    <a:pt x="2271" y="3391"/>
                  </a:lnTo>
                  <a:cubicBezTo>
                    <a:pt x="1554" y="3391"/>
                    <a:pt x="987" y="2823"/>
                    <a:pt x="987" y="2121"/>
                  </a:cubicBezTo>
                  <a:cubicBezTo>
                    <a:pt x="987" y="1405"/>
                    <a:pt x="1554" y="837"/>
                    <a:pt x="2271" y="837"/>
                  </a:cubicBezTo>
                  <a:lnTo>
                    <a:pt x="3033" y="837"/>
                  </a:lnTo>
                  <a:cubicBezTo>
                    <a:pt x="2973" y="703"/>
                    <a:pt x="2943" y="568"/>
                    <a:pt x="2943" y="419"/>
                  </a:cubicBezTo>
                  <a:cubicBezTo>
                    <a:pt x="2943" y="269"/>
                    <a:pt x="2973" y="135"/>
                    <a:pt x="30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1" name="Google Shape;1451;p80"/>
          <p:cNvGrpSpPr/>
          <p:nvPr/>
        </p:nvGrpSpPr>
        <p:grpSpPr>
          <a:xfrm>
            <a:off x="6840890" y="3710966"/>
            <a:ext cx="345963" cy="304400"/>
            <a:chOff x="1937609" y="2512352"/>
            <a:chExt cx="345963" cy="304400"/>
          </a:xfrm>
        </p:grpSpPr>
        <p:sp>
          <p:nvSpPr>
            <p:cNvPr id="1452" name="Google Shape;1452;p80"/>
            <p:cNvSpPr/>
            <p:nvPr/>
          </p:nvSpPr>
          <p:spPr>
            <a:xfrm>
              <a:off x="2023426" y="2612935"/>
              <a:ext cx="175007" cy="85865"/>
            </a:xfrm>
            <a:custGeom>
              <a:avLst/>
              <a:gdLst/>
              <a:ahLst/>
              <a:cxnLst/>
              <a:rect l="l" t="t" r="r" b="b"/>
              <a:pathLst>
                <a:path w="3899" h="1913" extrusionOk="0">
                  <a:moveTo>
                    <a:pt x="1136" y="0"/>
                  </a:moveTo>
                  <a:lnTo>
                    <a:pt x="792" y="75"/>
                  </a:lnTo>
                  <a:cubicBezTo>
                    <a:pt x="434" y="165"/>
                    <a:pt x="165" y="448"/>
                    <a:pt x="120" y="777"/>
                  </a:cubicBezTo>
                  <a:cubicBezTo>
                    <a:pt x="90" y="941"/>
                    <a:pt x="60" y="1225"/>
                    <a:pt x="15" y="1598"/>
                  </a:cubicBezTo>
                  <a:cubicBezTo>
                    <a:pt x="1" y="1673"/>
                    <a:pt x="30" y="1763"/>
                    <a:pt x="90" y="1822"/>
                  </a:cubicBezTo>
                  <a:cubicBezTo>
                    <a:pt x="135" y="1882"/>
                    <a:pt x="225" y="1912"/>
                    <a:pt x="299" y="1912"/>
                  </a:cubicBezTo>
                  <a:lnTo>
                    <a:pt x="3600" y="1912"/>
                  </a:lnTo>
                  <a:cubicBezTo>
                    <a:pt x="3690" y="1912"/>
                    <a:pt x="3764" y="1882"/>
                    <a:pt x="3809" y="1822"/>
                  </a:cubicBezTo>
                  <a:cubicBezTo>
                    <a:pt x="3869" y="1763"/>
                    <a:pt x="3899" y="1673"/>
                    <a:pt x="3884" y="1598"/>
                  </a:cubicBezTo>
                  <a:cubicBezTo>
                    <a:pt x="3839" y="1225"/>
                    <a:pt x="3809" y="941"/>
                    <a:pt x="3779" y="777"/>
                  </a:cubicBezTo>
                  <a:cubicBezTo>
                    <a:pt x="3735" y="448"/>
                    <a:pt x="3466" y="165"/>
                    <a:pt x="3107" y="75"/>
                  </a:cubicBezTo>
                  <a:lnTo>
                    <a:pt x="2764" y="0"/>
                  </a:lnTo>
                  <a:cubicBezTo>
                    <a:pt x="2674" y="359"/>
                    <a:pt x="2345" y="643"/>
                    <a:pt x="1957" y="643"/>
                  </a:cubicBezTo>
                  <a:cubicBezTo>
                    <a:pt x="1554" y="643"/>
                    <a:pt x="1225" y="359"/>
                    <a:pt x="1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80"/>
            <p:cNvSpPr/>
            <p:nvPr/>
          </p:nvSpPr>
          <p:spPr>
            <a:xfrm>
              <a:off x="2071676" y="2512352"/>
              <a:ext cx="78504" cy="94573"/>
            </a:xfrm>
            <a:custGeom>
              <a:avLst/>
              <a:gdLst/>
              <a:ahLst/>
              <a:cxnLst/>
              <a:rect l="l" t="t" r="r" b="b"/>
              <a:pathLst>
                <a:path w="1749" h="2107" extrusionOk="0">
                  <a:moveTo>
                    <a:pt x="882" y="1"/>
                  </a:moveTo>
                  <a:cubicBezTo>
                    <a:pt x="344" y="1"/>
                    <a:pt x="1" y="344"/>
                    <a:pt x="1" y="882"/>
                  </a:cubicBezTo>
                  <a:cubicBezTo>
                    <a:pt x="1" y="1494"/>
                    <a:pt x="434" y="2107"/>
                    <a:pt x="882" y="2107"/>
                  </a:cubicBezTo>
                  <a:cubicBezTo>
                    <a:pt x="1315" y="2107"/>
                    <a:pt x="1748" y="1494"/>
                    <a:pt x="1748" y="882"/>
                  </a:cubicBezTo>
                  <a:cubicBezTo>
                    <a:pt x="1748" y="344"/>
                    <a:pt x="1405" y="1"/>
                    <a:pt x="8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80"/>
            <p:cNvSpPr/>
            <p:nvPr/>
          </p:nvSpPr>
          <p:spPr>
            <a:xfrm>
              <a:off x="1937609" y="2752343"/>
              <a:ext cx="84518" cy="44301"/>
            </a:xfrm>
            <a:custGeom>
              <a:avLst/>
              <a:gdLst/>
              <a:ahLst/>
              <a:cxnLst/>
              <a:rect l="l" t="t" r="r" b="b"/>
              <a:pathLst>
                <a:path w="1883" h="987" extrusionOk="0">
                  <a:moveTo>
                    <a:pt x="165" y="1"/>
                  </a:moveTo>
                  <a:cubicBezTo>
                    <a:pt x="75" y="1"/>
                    <a:pt x="1" y="76"/>
                    <a:pt x="1" y="165"/>
                  </a:cubicBezTo>
                  <a:lnTo>
                    <a:pt x="1" y="822"/>
                  </a:lnTo>
                  <a:cubicBezTo>
                    <a:pt x="1" y="912"/>
                    <a:pt x="75" y="987"/>
                    <a:pt x="165" y="987"/>
                  </a:cubicBezTo>
                  <a:lnTo>
                    <a:pt x="1733" y="987"/>
                  </a:lnTo>
                  <a:cubicBezTo>
                    <a:pt x="1808" y="987"/>
                    <a:pt x="1883" y="912"/>
                    <a:pt x="1883" y="822"/>
                  </a:cubicBezTo>
                  <a:lnTo>
                    <a:pt x="1883" y="165"/>
                  </a:lnTo>
                  <a:cubicBezTo>
                    <a:pt x="1883" y="76"/>
                    <a:pt x="1808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80"/>
            <p:cNvSpPr/>
            <p:nvPr/>
          </p:nvSpPr>
          <p:spPr>
            <a:xfrm>
              <a:off x="1981191" y="2703420"/>
              <a:ext cx="45648" cy="32901"/>
            </a:xfrm>
            <a:custGeom>
              <a:avLst/>
              <a:gdLst/>
              <a:ahLst/>
              <a:cxnLst/>
              <a:rect l="l" t="t" r="r" b="b"/>
              <a:pathLst>
                <a:path w="1017" h="733" extrusionOk="0">
                  <a:moveTo>
                    <a:pt x="718" y="1"/>
                  </a:moveTo>
                  <a:lnTo>
                    <a:pt x="1" y="732"/>
                  </a:lnTo>
                  <a:lnTo>
                    <a:pt x="523" y="732"/>
                  </a:lnTo>
                  <a:lnTo>
                    <a:pt x="1016" y="225"/>
                  </a:lnTo>
                  <a:cubicBezTo>
                    <a:pt x="912" y="195"/>
                    <a:pt x="822" y="135"/>
                    <a:pt x="747" y="45"/>
                  </a:cubicBezTo>
                  <a:cubicBezTo>
                    <a:pt x="747" y="31"/>
                    <a:pt x="732" y="16"/>
                    <a:pt x="7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80"/>
            <p:cNvSpPr/>
            <p:nvPr/>
          </p:nvSpPr>
          <p:spPr>
            <a:xfrm>
              <a:off x="2199054" y="2752343"/>
              <a:ext cx="84518" cy="44301"/>
            </a:xfrm>
            <a:custGeom>
              <a:avLst/>
              <a:gdLst/>
              <a:ahLst/>
              <a:cxnLst/>
              <a:rect l="l" t="t" r="r" b="b"/>
              <a:pathLst>
                <a:path w="1883" h="987" extrusionOk="0">
                  <a:moveTo>
                    <a:pt x="165" y="1"/>
                  </a:moveTo>
                  <a:cubicBezTo>
                    <a:pt x="75" y="1"/>
                    <a:pt x="1" y="76"/>
                    <a:pt x="1" y="165"/>
                  </a:cubicBezTo>
                  <a:lnTo>
                    <a:pt x="1" y="822"/>
                  </a:lnTo>
                  <a:cubicBezTo>
                    <a:pt x="1" y="912"/>
                    <a:pt x="75" y="987"/>
                    <a:pt x="165" y="987"/>
                  </a:cubicBezTo>
                  <a:lnTo>
                    <a:pt x="1733" y="987"/>
                  </a:lnTo>
                  <a:cubicBezTo>
                    <a:pt x="1823" y="987"/>
                    <a:pt x="1883" y="912"/>
                    <a:pt x="1883" y="822"/>
                  </a:cubicBezTo>
                  <a:lnTo>
                    <a:pt x="1883" y="165"/>
                  </a:lnTo>
                  <a:cubicBezTo>
                    <a:pt x="1883" y="76"/>
                    <a:pt x="1823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80"/>
            <p:cNvSpPr/>
            <p:nvPr/>
          </p:nvSpPr>
          <p:spPr>
            <a:xfrm>
              <a:off x="2195059" y="2704093"/>
              <a:ext cx="45603" cy="32227"/>
            </a:xfrm>
            <a:custGeom>
              <a:avLst/>
              <a:gdLst/>
              <a:ahLst/>
              <a:cxnLst/>
              <a:rect l="l" t="t" r="r" b="b"/>
              <a:pathLst>
                <a:path w="1016" h="718" extrusionOk="0">
                  <a:moveTo>
                    <a:pt x="299" y="1"/>
                  </a:moveTo>
                  <a:cubicBezTo>
                    <a:pt x="284" y="16"/>
                    <a:pt x="269" y="16"/>
                    <a:pt x="269" y="30"/>
                  </a:cubicBezTo>
                  <a:cubicBezTo>
                    <a:pt x="194" y="120"/>
                    <a:pt x="105" y="180"/>
                    <a:pt x="0" y="210"/>
                  </a:cubicBezTo>
                  <a:lnTo>
                    <a:pt x="493" y="717"/>
                  </a:lnTo>
                  <a:lnTo>
                    <a:pt x="1016" y="717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80"/>
            <p:cNvSpPr/>
            <p:nvPr/>
          </p:nvSpPr>
          <p:spPr>
            <a:xfrm>
              <a:off x="2068354" y="2772495"/>
              <a:ext cx="84518" cy="44257"/>
            </a:xfrm>
            <a:custGeom>
              <a:avLst/>
              <a:gdLst/>
              <a:ahLst/>
              <a:cxnLst/>
              <a:rect l="l" t="t" r="r" b="b"/>
              <a:pathLst>
                <a:path w="1883" h="986" extrusionOk="0">
                  <a:moveTo>
                    <a:pt x="165" y="0"/>
                  </a:moveTo>
                  <a:cubicBezTo>
                    <a:pt x="75" y="0"/>
                    <a:pt x="0" y="75"/>
                    <a:pt x="0" y="164"/>
                  </a:cubicBezTo>
                  <a:lnTo>
                    <a:pt x="0" y="821"/>
                  </a:lnTo>
                  <a:cubicBezTo>
                    <a:pt x="0" y="911"/>
                    <a:pt x="75" y="986"/>
                    <a:pt x="165" y="986"/>
                  </a:cubicBezTo>
                  <a:lnTo>
                    <a:pt x="1733" y="986"/>
                  </a:lnTo>
                  <a:cubicBezTo>
                    <a:pt x="1822" y="986"/>
                    <a:pt x="1882" y="911"/>
                    <a:pt x="1882" y="821"/>
                  </a:cubicBezTo>
                  <a:lnTo>
                    <a:pt x="1882" y="164"/>
                  </a:lnTo>
                  <a:cubicBezTo>
                    <a:pt x="1882" y="75"/>
                    <a:pt x="1822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80"/>
            <p:cNvSpPr/>
            <p:nvPr/>
          </p:nvSpPr>
          <p:spPr>
            <a:xfrm>
              <a:off x="2102510" y="2715493"/>
              <a:ext cx="16832" cy="40935"/>
            </a:xfrm>
            <a:custGeom>
              <a:avLst/>
              <a:gdLst/>
              <a:ahLst/>
              <a:cxnLst/>
              <a:rect l="l" t="t" r="r" b="b"/>
              <a:pathLst>
                <a:path w="375" h="912" extrusionOk="0">
                  <a:moveTo>
                    <a:pt x="1" y="0"/>
                  </a:moveTo>
                  <a:lnTo>
                    <a:pt x="1" y="912"/>
                  </a:lnTo>
                  <a:lnTo>
                    <a:pt x="374" y="912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0" name="Google Shape;1460;p80"/>
          <p:cNvGrpSpPr/>
          <p:nvPr/>
        </p:nvGrpSpPr>
        <p:grpSpPr>
          <a:xfrm>
            <a:off x="4404260" y="1672296"/>
            <a:ext cx="345974" cy="300367"/>
            <a:chOff x="2500041" y="699021"/>
            <a:chExt cx="345974" cy="300367"/>
          </a:xfrm>
        </p:grpSpPr>
        <p:sp>
          <p:nvSpPr>
            <p:cNvPr id="1461" name="Google Shape;1461;p80"/>
            <p:cNvSpPr/>
            <p:nvPr/>
          </p:nvSpPr>
          <p:spPr>
            <a:xfrm>
              <a:off x="2540301" y="813653"/>
              <a:ext cx="53638" cy="26841"/>
            </a:xfrm>
            <a:custGeom>
              <a:avLst/>
              <a:gdLst/>
              <a:ahLst/>
              <a:cxnLst/>
              <a:rect l="l" t="t" r="r" b="b"/>
              <a:pathLst>
                <a:path w="1195" h="598" extrusionOk="0">
                  <a:moveTo>
                    <a:pt x="0" y="0"/>
                  </a:moveTo>
                  <a:lnTo>
                    <a:pt x="0" y="598"/>
                  </a:lnTo>
                  <a:lnTo>
                    <a:pt x="1195" y="598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80"/>
            <p:cNvSpPr/>
            <p:nvPr/>
          </p:nvSpPr>
          <p:spPr>
            <a:xfrm>
              <a:off x="2646180" y="813653"/>
              <a:ext cx="53682" cy="26841"/>
            </a:xfrm>
            <a:custGeom>
              <a:avLst/>
              <a:gdLst/>
              <a:ahLst/>
              <a:cxnLst/>
              <a:rect l="l" t="t" r="r" b="b"/>
              <a:pathLst>
                <a:path w="1196" h="598" extrusionOk="0">
                  <a:moveTo>
                    <a:pt x="1" y="0"/>
                  </a:moveTo>
                  <a:lnTo>
                    <a:pt x="1" y="598"/>
                  </a:lnTo>
                  <a:lnTo>
                    <a:pt x="1196" y="598"/>
                  </a:lnTo>
                  <a:lnTo>
                    <a:pt x="1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80"/>
            <p:cNvSpPr/>
            <p:nvPr/>
          </p:nvSpPr>
          <p:spPr>
            <a:xfrm>
              <a:off x="2500041" y="699021"/>
              <a:ext cx="345974" cy="55029"/>
            </a:xfrm>
            <a:custGeom>
              <a:avLst/>
              <a:gdLst/>
              <a:ahLst/>
              <a:cxnLst/>
              <a:rect l="l" t="t" r="r" b="b"/>
              <a:pathLst>
                <a:path w="7708" h="1226" extrusionOk="0">
                  <a:moveTo>
                    <a:pt x="972" y="434"/>
                  </a:moveTo>
                  <a:cubicBezTo>
                    <a:pt x="1017" y="434"/>
                    <a:pt x="1061" y="449"/>
                    <a:pt x="1091" y="478"/>
                  </a:cubicBezTo>
                  <a:cubicBezTo>
                    <a:pt x="1136" y="523"/>
                    <a:pt x="1151" y="568"/>
                    <a:pt x="1151" y="613"/>
                  </a:cubicBezTo>
                  <a:cubicBezTo>
                    <a:pt x="1151" y="658"/>
                    <a:pt x="1136" y="717"/>
                    <a:pt x="1091" y="747"/>
                  </a:cubicBezTo>
                  <a:cubicBezTo>
                    <a:pt x="1061" y="777"/>
                    <a:pt x="1017" y="807"/>
                    <a:pt x="972" y="807"/>
                  </a:cubicBezTo>
                  <a:cubicBezTo>
                    <a:pt x="927" y="807"/>
                    <a:pt x="867" y="777"/>
                    <a:pt x="837" y="747"/>
                  </a:cubicBezTo>
                  <a:cubicBezTo>
                    <a:pt x="807" y="717"/>
                    <a:pt x="778" y="658"/>
                    <a:pt x="778" y="613"/>
                  </a:cubicBezTo>
                  <a:cubicBezTo>
                    <a:pt x="778" y="568"/>
                    <a:pt x="807" y="523"/>
                    <a:pt x="837" y="478"/>
                  </a:cubicBezTo>
                  <a:cubicBezTo>
                    <a:pt x="867" y="449"/>
                    <a:pt x="927" y="434"/>
                    <a:pt x="972" y="434"/>
                  </a:cubicBezTo>
                  <a:close/>
                  <a:moveTo>
                    <a:pt x="1778" y="434"/>
                  </a:moveTo>
                  <a:cubicBezTo>
                    <a:pt x="1823" y="434"/>
                    <a:pt x="1868" y="449"/>
                    <a:pt x="1898" y="478"/>
                  </a:cubicBezTo>
                  <a:cubicBezTo>
                    <a:pt x="1943" y="523"/>
                    <a:pt x="1958" y="568"/>
                    <a:pt x="1958" y="613"/>
                  </a:cubicBezTo>
                  <a:cubicBezTo>
                    <a:pt x="1958" y="658"/>
                    <a:pt x="1943" y="717"/>
                    <a:pt x="1898" y="747"/>
                  </a:cubicBezTo>
                  <a:cubicBezTo>
                    <a:pt x="1868" y="777"/>
                    <a:pt x="1823" y="807"/>
                    <a:pt x="1778" y="807"/>
                  </a:cubicBezTo>
                  <a:cubicBezTo>
                    <a:pt x="1719" y="807"/>
                    <a:pt x="1674" y="777"/>
                    <a:pt x="1644" y="747"/>
                  </a:cubicBezTo>
                  <a:cubicBezTo>
                    <a:pt x="1614" y="717"/>
                    <a:pt x="1584" y="658"/>
                    <a:pt x="1584" y="613"/>
                  </a:cubicBezTo>
                  <a:cubicBezTo>
                    <a:pt x="1584" y="568"/>
                    <a:pt x="1614" y="523"/>
                    <a:pt x="1644" y="478"/>
                  </a:cubicBezTo>
                  <a:cubicBezTo>
                    <a:pt x="1674" y="449"/>
                    <a:pt x="1719" y="434"/>
                    <a:pt x="1778" y="434"/>
                  </a:cubicBezTo>
                  <a:close/>
                  <a:moveTo>
                    <a:pt x="2585" y="434"/>
                  </a:moveTo>
                  <a:cubicBezTo>
                    <a:pt x="2630" y="434"/>
                    <a:pt x="2674" y="449"/>
                    <a:pt x="2704" y="478"/>
                  </a:cubicBezTo>
                  <a:cubicBezTo>
                    <a:pt x="2749" y="523"/>
                    <a:pt x="2764" y="568"/>
                    <a:pt x="2764" y="613"/>
                  </a:cubicBezTo>
                  <a:cubicBezTo>
                    <a:pt x="2764" y="658"/>
                    <a:pt x="2749" y="717"/>
                    <a:pt x="2704" y="747"/>
                  </a:cubicBezTo>
                  <a:cubicBezTo>
                    <a:pt x="2674" y="777"/>
                    <a:pt x="2630" y="807"/>
                    <a:pt x="2585" y="807"/>
                  </a:cubicBezTo>
                  <a:cubicBezTo>
                    <a:pt x="2525" y="807"/>
                    <a:pt x="2480" y="777"/>
                    <a:pt x="2450" y="747"/>
                  </a:cubicBezTo>
                  <a:cubicBezTo>
                    <a:pt x="2421" y="717"/>
                    <a:pt x="2391" y="658"/>
                    <a:pt x="2391" y="613"/>
                  </a:cubicBezTo>
                  <a:cubicBezTo>
                    <a:pt x="2391" y="568"/>
                    <a:pt x="2421" y="523"/>
                    <a:pt x="2450" y="478"/>
                  </a:cubicBezTo>
                  <a:cubicBezTo>
                    <a:pt x="2480" y="449"/>
                    <a:pt x="2525" y="434"/>
                    <a:pt x="2585" y="434"/>
                  </a:cubicBezTo>
                  <a:close/>
                  <a:moveTo>
                    <a:pt x="568" y="0"/>
                  </a:moveTo>
                  <a:cubicBezTo>
                    <a:pt x="255" y="0"/>
                    <a:pt x="1" y="254"/>
                    <a:pt x="1" y="553"/>
                  </a:cubicBezTo>
                  <a:lnTo>
                    <a:pt x="1" y="1225"/>
                  </a:lnTo>
                  <a:lnTo>
                    <a:pt x="7708" y="1225"/>
                  </a:lnTo>
                  <a:lnTo>
                    <a:pt x="7708" y="553"/>
                  </a:lnTo>
                  <a:cubicBezTo>
                    <a:pt x="7708" y="254"/>
                    <a:pt x="7454" y="0"/>
                    <a:pt x="7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80"/>
            <p:cNvSpPr/>
            <p:nvPr/>
          </p:nvSpPr>
          <p:spPr>
            <a:xfrm>
              <a:off x="2752105" y="813653"/>
              <a:ext cx="53682" cy="26841"/>
            </a:xfrm>
            <a:custGeom>
              <a:avLst/>
              <a:gdLst/>
              <a:ahLst/>
              <a:cxnLst/>
              <a:rect l="l" t="t" r="r" b="b"/>
              <a:pathLst>
                <a:path w="1196" h="598" extrusionOk="0">
                  <a:moveTo>
                    <a:pt x="1" y="0"/>
                  </a:moveTo>
                  <a:lnTo>
                    <a:pt x="1" y="598"/>
                  </a:lnTo>
                  <a:lnTo>
                    <a:pt x="1196" y="598"/>
                  </a:lnTo>
                  <a:lnTo>
                    <a:pt x="1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80"/>
            <p:cNvSpPr/>
            <p:nvPr/>
          </p:nvSpPr>
          <p:spPr>
            <a:xfrm>
              <a:off x="2500041" y="770744"/>
              <a:ext cx="345974" cy="228644"/>
            </a:xfrm>
            <a:custGeom>
              <a:avLst/>
              <a:gdLst/>
              <a:ahLst/>
              <a:cxnLst/>
              <a:rect l="l" t="t" r="r" b="b"/>
              <a:pathLst>
                <a:path w="7708" h="5094" extrusionOk="0">
                  <a:moveTo>
                    <a:pt x="2286" y="598"/>
                  </a:moveTo>
                  <a:cubicBezTo>
                    <a:pt x="2391" y="598"/>
                    <a:pt x="2465" y="673"/>
                    <a:pt x="2465" y="777"/>
                  </a:cubicBezTo>
                  <a:lnTo>
                    <a:pt x="2465" y="1748"/>
                  </a:lnTo>
                  <a:cubicBezTo>
                    <a:pt x="2465" y="1853"/>
                    <a:pt x="2391" y="1927"/>
                    <a:pt x="2286" y="1927"/>
                  </a:cubicBezTo>
                  <a:lnTo>
                    <a:pt x="718" y="1927"/>
                  </a:lnTo>
                  <a:cubicBezTo>
                    <a:pt x="613" y="1927"/>
                    <a:pt x="524" y="1853"/>
                    <a:pt x="524" y="1748"/>
                  </a:cubicBezTo>
                  <a:lnTo>
                    <a:pt x="524" y="777"/>
                  </a:lnTo>
                  <a:cubicBezTo>
                    <a:pt x="524" y="673"/>
                    <a:pt x="613" y="598"/>
                    <a:pt x="718" y="598"/>
                  </a:cubicBezTo>
                  <a:close/>
                  <a:moveTo>
                    <a:pt x="4646" y="598"/>
                  </a:moveTo>
                  <a:cubicBezTo>
                    <a:pt x="4750" y="598"/>
                    <a:pt x="4825" y="673"/>
                    <a:pt x="4825" y="777"/>
                  </a:cubicBezTo>
                  <a:lnTo>
                    <a:pt x="4825" y="1748"/>
                  </a:lnTo>
                  <a:cubicBezTo>
                    <a:pt x="4825" y="1853"/>
                    <a:pt x="4750" y="1927"/>
                    <a:pt x="4646" y="1927"/>
                  </a:cubicBezTo>
                  <a:lnTo>
                    <a:pt x="3063" y="1927"/>
                  </a:lnTo>
                  <a:cubicBezTo>
                    <a:pt x="2973" y="1927"/>
                    <a:pt x="2884" y="1853"/>
                    <a:pt x="2884" y="1748"/>
                  </a:cubicBezTo>
                  <a:lnTo>
                    <a:pt x="2884" y="777"/>
                  </a:lnTo>
                  <a:cubicBezTo>
                    <a:pt x="2884" y="673"/>
                    <a:pt x="2973" y="598"/>
                    <a:pt x="3063" y="598"/>
                  </a:cubicBezTo>
                  <a:close/>
                  <a:moveTo>
                    <a:pt x="7006" y="598"/>
                  </a:moveTo>
                  <a:cubicBezTo>
                    <a:pt x="7095" y="598"/>
                    <a:pt x="7185" y="673"/>
                    <a:pt x="7185" y="777"/>
                  </a:cubicBezTo>
                  <a:lnTo>
                    <a:pt x="7185" y="1748"/>
                  </a:lnTo>
                  <a:cubicBezTo>
                    <a:pt x="7185" y="1853"/>
                    <a:pt x="7095" y="1927"/>
                    <a:pt x="7006" y="1927"/>
                  </a:cubicBezTo>
                  <a:lnTo>
                    <a:pt x="5423" y="1927"/>
                  </a:lnTo>
                  <a:cubicBezTo>
                    <a:pt x="5333" y="1927"/>
                    <a:pt x="5243" y="1853"/>
                    <a:pt x="5243" y="1748"/>
                  </a:cubicBezTo>
                  <a:lnTo>
                    <a:pt x="5243" y="777"/>
                  </a:lnTo>
                  <a:cubicBezTo>
                    <a:pt x="5243" y="673"/>
                    <a:pt x="5333" y="598"/>
                    <a:pt x="5423" y="598"/>
                  </a:cubicBezTo>
                  <a:close/>
                  <a:moveTo>
                    <a:pt x="2286" y="2525"/>
                  </a:moveTo>
                  <a:cubicBezTo>
                    <a:pt x="2391" y="2525"/>
                    <a:pt x="2465" y="2614"/>
                    <a:pt x="2465" y="2704"/>
                  </a:cubicBezTo>
                  <a:cubicBezTo>
                    <a:pt x="2465" y="2809"/>
                    <a:pt x="2391" y="2898"/>
                    <a:pt x="2286" y="2898"/>
                  </a:cubicBezTo>
                  <a:lnTo>
                    <a:pt x="718" y="2898"/>
                  </a:lnTo>
                  <a:cubicBezTo>
                    <a:pt x="613" y="2898"/>
                    <a:pt x="524" y="2809"/>
                    <a:pt x="524" y="2704"/>
                  </a:cubicBezTo>
                  <a:cubicBezTo>
                    <a:pt x="524" y="2614"/>
                    <a:pt x="613" y="2525"/>
                    <a:pt x="718" y="2525"/>
                  </a:cubicBezTo>
                  <a:close/>
                  <a:moveTo>
                    <a:pt x="4646" y="2525"/>
                  </a:moveTo>
                  <a:cubicBezTo>
                    <a:pt x="4750" y="2525"/>
                    <a:pt x="4825" y="2614"/>
                    <a:pt x="4825" y="2704"/>
                  </a:cubicBezTo>
                  <a:cubicBezTo>
                    <a:pt x="4825" y="2809"/>
                    <a:pt x="4750" y="2898"/>
                    <a:pt x="4646" y="2898"/>
                  </a:cubicBezTo>
                  <a:lnTo>
                    <a:pt x="3063" y="2898"/>
                  </a:lnTo>
                  <a:cubicBezTo>
                    <a:pt x="2973" y="2898"/>
                    <a:pt x="2884" y="2809"/>
                    <a:pt x="2884" y="2704"/>
                  </a:cubicBezTo>
                  <a:cubicBezTo>
                    <a:pt x="2884" y="2614"/>
                    <a:pt x="2973" y="2525"/>
                    <a:pt x="3063" y="2525"/>
                  </a:cubicBezTo>
                  <a:close/>
                  <a:moveTo>
                    <a:pt x="7006" y="2525"/>
                  </a:moveTo>
                  <a:cubicBezTo>
                    <a:pt x="7095" y="2525"/>
                    <a:pt x="7185" y="2614"/>
                    <a:pt x="7185" y="2704"/>
                  </a:cubicBezTo>
                  <a:cubicBezTo>
                    <a:pt x="7185" y="2809"/>
                    <a:pt x="7095" y="2898"/>
                    <a:pt x="7006" y="2898"/>
                  </a:cubicBezTo>
                  <a:lnTo>
                    <a:pt x="5423" y="2898"/>
                  </a:lnTo>
                  <a:cubicBezTo>
                    <a:pt x="5333" y="2898"/>
                    <a:pt x="5243" y="2809"/>
                    <a:pt x="5243" y="2704"/>
                  </a:cubicBezTo>
                  <a:cubicBezTo>
                    <a:pt x="5243" y="2614"/>
                    <a:pt x="5333" y="2525"/>
                    <a:pt x="5423" y="2525"/>
                  </a:cubicBezTo>
                  <a:close/>
                  <a:moveTo>
                    <a:pt x="2286" y="3257"/>
                  </a:moveTo>
                  <a:cubicBezTo>
                    <a:pt x="2391" y="3257"/>
                    <a:pt x="2465" y="3331"/>
                    <a:pt x="2465" y="3436"/>
                  </a:cubicBezTo>
                  <a:cubicBezTo>
                    <a:pt x="2465" y="3540"/>
                    <a:pt x="2391" y="3615"/>
                    <a:pt x="2286" y="3615"/>
                  </a:cubicBezTo>
                  <a:lnTo>
                    <a:pt x="718" y="3615"/>
                  </a:lnTo>
                  <a:cubicBezTo>
                    <a:pt x="613" y="3615"/>
                    <a:pt x="524" y="3540"/>
                    <a:pt x="524" y="3436"/>
                  </a:cubicBezTo>
                  <a:cubicBezTo>
                    <a:pt x="524" y="3331"/>
                    <a:pt x="613" y="3257"/>
                    <a:pt x="718" y="3257"/>
                  </a:cubicBezTo>
                  <a:close/>
                  <a:moveTo>
                    <a:pt x="4646" y="3257"/>
                  </a:moveTo>
                  <a:cubicBezTo>
                    <a:pt x="4750" y="3257"/>
                    <a:pt x="4825" y="3331"/>
                    <a:pt x="4825" y="3436"/>
                  </a:cubicBezTo>
                  <a:cubicBezTo>
                    <a:pt x="4825" y="3540"/>
                    <a:pt x="4750" y="3615"/>
                    <a:pt x="4646" y="3615"/>
                  </a:cubicBezTo>
                  <a:lnTo>
                    <a:pt x="3063" y="3615"/>
                  </a:lnTo>
                  <a:cubicBezTo>
                    <a:pt x="2973" y="3615"/>
                    <a:pt x="2884" y="3540"/>
                    <a:pt x="2884" y="3436"/>
                  </a:cubicBezTo>
                  <a:cubicBezTo>
                    <a:pt x="2884" y="3331"/>
                    <a:pt x="2973" y="3257"/>
                    <a:pt x="3063" y="3257"/>
                  </a:cubicBezTo>
                  <a:close/>
                  <a:moveTo>
                    <a:pt x="7006" y="3257"/>
                  </a:moveTo>
                  <a:cubicBezTo>
                    <a:pt x="7095" y="3257"/>
                    <a:pt x="7185" y="3331"/>
                    <a:pt x="7185" y="3436"/>
                  </a:cubicBezTo>
                  <a:cubicBezTo>
                    <a:pt x="7185" y="3540"/>
                    <a:pt x="7095" y="3615"/>
                    <a:pt x="7006" y="3615"/>
                  </a:cubicBezTo>
                  <a:lnTo>
                    <a:pt x="5423" y="3615"/>
                  </a:lnTo>
                  <a:cubicBezTo>
                    <a:pt x="5333" y="3615"/>
                    <a:pt x="5243" y="3540"/>
                    <a:pt x="5243" y="3436"/>
                  </a:cubicBezTo>
                  <a:cubicBezTo>
                    <a:pt x="5243" y="3331"/>
                    <a:pt x="5333" y="3257"/>
                    <a:pt x="5423" y="3257"/>
                  </a:cubicBezTo>
                  <a:close/>
                  <a:moveTo>
                    <a:pt x="2286" y="3974"/>
                  </a:moveTo>
                  <a:cubicBezTo>
                    <a:pt x="2391" y="3974"/>
                    <a:pt x="2465" y="4063"/>
                    <a:pt x="2465" y="4168"/>
                  </a:cubicBezTo>
                  <a:cubicBezTo>
                    <a:pt x="2465" y="4257"/>
                    <a:pt x="2391" y="4347"/>
                    <a:pt x="2286" y="4347"/>
                  </a:cubicBezTo>
                  <a:lnTo>
                    <a:pt x="718" y="4347"/>
                  </a:lnTo>
                  <a:cubicBezTo>
                    <a:pt x="613" y="4347"/>
                    <a:pt x="524" y="4257"/>
                    <a:pt x="524" y="4168"/>
                  </a:cubicBezTo>
                  <a:cubicBezTo>
                    <a:pt x="524" y="4063"/>
                    <a:pt x="613" y="3974"/>
                    <a:pt x="718" y="3974"/>
                  </a:cubicBezTo>
                  <a:close/>
                  <a:moveTo>
                    <a:pt x="4646" y="3974"/>
                  </a:moveTo>
                  <a:cubicBezTo>
                    <a:pt x="4750" y="3974"/>
                    <a:pt x="4825" y="4063"/>
                    <a:pt x="4825" y="4168"/>
                  </a:cubicBezTo>
                  <a:cubicBezTo>
                    <a:pt x="4825" y="4257"/>
                    <a:pt x="4750" y="4347"/>
                    <a:pt x="4646" y="4347"/>
                  </a:cubicBezTo>
                  <a:lnTo>
                    <a:pt x="3063" y="4347"/>
                  </a:lnTo>
                  <a:cubicBezTo>
                    <a:pt x="2973" y="4347"/>
                    <a:pt x="2884" y="4257"/>
                    <a:pt x="2884" y="4168"/>
                  </a:cubicBezTo>
                  <a:cubicBezTo>
                    <a:pt x="2884" y="4063"/>
                    <a:pt x="2973" y="3974"/>
                    <a:pt x="3063" y="3974"/>
                  </a:cubicBezTo>
                  <a:close/>
                  <a:moveTo>
                    <a:pt x="7006" y="3974"/>
                  </a:moveTo>
                  <a:cubicBezTo>
                    <a:pt x="7095" y="3974"/>
                    <a:pt x="7185" y="4063"/>
                    <a:pt x="7185" y="4168"/>
                  </a:cubicBezTo>
                  <a:cubicBezTo>
                    <a:pt x="7185" y="4257"/>
                    <a:pt x="7095" y="4347"/>
                    <a:pt x="7006" y="4347"/>
                  </a:cubicBezTo>
                  <a:lnTo>
                    <a:pt x="5423" y="4347"/>
                  </a:lnTo>
                  <a:cubicBezTo>
                    <a:pt x="5333" y="4347"/>
                    <a:pt x="5243" y="4257"/>
                    <a:pt x="5243" y="4168"/>
                  </a:cubicBezTo>
                  <a:cubicBezTo>
                    <a:pt x="5243" y="4063"/>
                    <a:pt x="5333" y="3974"/>
                    <a:pt x="5423" y="3974"/>
                  </a:cubicBezTo>
                  <a:close/>
                  <a:moveTo>
                    <a:pt x="1" y="1"/>
                  </a:moveTo>
                  <a:lnTo>
                    <a:pt x="1" y="4526"/>
                  </a:lnTo>
                  <a:cubicBezTo>
                    <a:pt x="1" y="4840"/>
                    <a:pt x="255" y="5094"/>
                    <a:pt x="568" y="5094"/>
                  </a:cubicBezTo>
                  <a:lnTo>
                    <a:pt x="7140" y="5094"/>
                  </a:lnTo>
                  <a:cubicBezTo>
                    <a:pt x="7454" y="5094"/>
                    <a:pt x="7708" y="4840"/>
                    <a:pt x="7708" y="4526"/>
                  </a:cubicBezTo>
                  <a:lnTo>
                    <a:pt x="7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6" name="Google Shape;1466;p80"/>
          <p:cNvSpPr/>
          <p:nvPr/>
        </p:nvSpPr>
        <p:spPr>
          <a:xfrm>
            <a:off x="4431364" y="3215799"/>
            <a:ext cx="291763" cy="321464"/>
          </a:xfrm>
          <a:custGeom>
            <a:avLst/>
            <a:gdLst/>
            <a:ahLst/>
            <a:cxnLst/>
            <a:rect l="l" t="t" r="r" b="b"/>
            <a:pathLst>
              <a:path w="6169" h="6797" extrusionOk="0">
                <a:moveTo>
                  <a:pt x="3435" y="0"/>
                </a:moveTo>
                <a:cubicBezTo>
                  <a:pt x="2659" y="0"/>
                  <a:pt x="2016" y="478"/>
                  <a:pt x="2016" y="1374"/>
                </a:cubicBezTo>
                <a:cubicBezTo>
                  <a:pt x="2016" y="2256"/>
                  <a:pt x="2659" y="3226"/>
                  <a:pt x="3435" y="3226"/>
                </a:cubicBezTo>
                <a:cubicBezTo>
                  <a:pt x="4212" y="3226"/>
                  <a:pt x="4839" y="2256"/>
                  <a:pt x="4839" y="1374"/>
                </a:cubicBezTo>
                <a:cubicBezTo>
                  <a:pt x="4839" y="478"/>
                  <a:pt x="4212" y="0"/>
                  <a:pt x="3435" y="0"/>
                </a:cubicBezTo>
                <a:close/>
                <a:moveTo>
                  <a:pt x="1718" y="3525"/>
                </a:moveTo>
                <a:lnTo>
                  <a:pt x="1419" y="3674"/>
                </a:lnTo>
                <a:cubicBezTo>
                  <a:pt x="1031" y="3854"/>
                  <a:pt x="702" y="4332"/>
                  <a:pt x="702" y="4705"/>
                </a:cubicBezTo>
                <a:lnTo>
                  <a:pt x="702" y="5138"/>
                </a:lnTo>
                <a:cubicBezTo>
                  <a:pt x="732" y="5183"/>
                  <a:pt x="777" y="5228"/>
                  <a:pt x="822" y="5288"/>
                </a:cubicBezTo>
                <a:cubicBezTo>
                  <a:pt x="1016" y="5482"/>
                  <a:pt x="1270" y="5586"/>
                  <a:pt x="1553" y="5586"/>
                </a:cubicBezTo>
                <a:cubicBezTo>
                  <a:pt x="1837" y="5586"/>
                  <a:pt x="2091" y="5482"/>
                  <a:pt x="2285" y="5288"/>
                </a:cubicBezTo>
                <a:cubicBezTo>
                  <a:pt x="2689" y="4869"/>
                  <a:pt x="2689" y="4212"/>
                  <a:pt x="2285" y="3809"/>
                </a:cubicBezTo>
                <a:cubicBezTo>
                  <a:pt x="2136" y="3660"/>
                  <a:pt x="1927" y="3555"/>
                  <a:pt x="1718" y="3525"/>
                </a:cubicBezTo>
                <a:close/>
                <a:moveTo>
                  <a:pt x="4526" y="3226"/>
                </a:moveTo>
                <a:lnTo>
                  <a:pt x="3928" y="4496"/>
                </a:lnTo>
                <a:lnTo>
                  <a:pt x="3615" y="3674"/>
                </a:lnTo>
                <a:cubicBezTo>
                  <a:pt x="3555" y="3689"/>
                  <a:pt x="3495" y="3704"/>
                  <a:pt x="3435" y="3704"/>
                </a:cubicBezTo>
                <a:cubicBezTo>
                  <a:pt x="3376" y="3704"/>
                  <a:pt x="3301" y="3689"/>
                  <a:pt x="3241" y="3674"/>
                </a:cubicBezTo>
                <a:lnTo>
                  <a:pt x="3077" y="4137"/>
                </a:lnTo>
                <a:cubicBezTo>
                  <a:pt x="3181" y="4541"/>
                  <a:pt x="3122" y="4989"/>
                  <a:pt x="2898" y="5362"/>
                </a:cubicBezTo>
                <a:cubicBezTo>
                  <a:pt x="2943" y="5377"/>
                  <a:pt x="2972" y="5407"/>
                  <a:pt x="3002" y="5422"/>
                </a:cubicBezTo>
                <a:lnTo>
                  <a:pt x="3286" y="5721"/>
                </a:lnTo>
                <a:lnTo>
                  <a:pt x="6169" y="5721"/>
                </a:lnTo>
                <a:lnTo>
                  <a:pt x="6169" y="4705"/>
                </a:lnTo>
                <a:cubicBezTo>
                  <a:pt x="6169" y="4332"/>
                  <a:pt x="5840" y="3854"/>
                  <a:pt x="5437" y="3674"/>
                </a:cubicBezTo>
                <a:lnTo>
                  <a:pt x="4526" y="3226"/>
                </a:lnTo>
                <a:close/>
                <a:moveTo>
                  <a:pt x="1553" y="3346"/>
                </a:moveTo>
                <a:cubicBezTo>
                  <a:pt x="1867" y="3346"/>
                  <a:pt x="2166" y="3480"/>
                  <a:pt x="2405" y="3704"/>
                </a:cubicBezTo>
                <a:cubicBezTo>
                  <a:pt x="2868" y="4167"/>
                  <a:pt x="2868" y="4929"/>
                  <a:pt x="2405" y="5392"/>
                </a:cubicBezTo>
                <a:cubicBezTo>
                  <a:pt x="2166" y="5616"/>
                  <a:pt x="1867" y="5736"/>
                  <a:pt x="1553" y="5736"/>
                </a:cubicBezTo>
                <a:cubicBezTo>
                  <a:pt x="1240" y="5736"/>
                  <a:pt x="941" y="5616"/>
                  <a:pt x="702" y="5392"/>
                </a:cubicBezTo>
                <a:cubicBezTo>
                  <a:pt x="239" y="4929"/>
                  <a:pt x="239" y="4167"/>
                  <a:pt x="702" y="3704"/>
                </a:cubicBezTo>
                <a:cubicBezTo>
                  <a:pt x="941" y="3480"/>
                  <a:pt x="1240" y="3346"/>
                  <a:pt x="1553" y="3346"/>
                </a:cubicBezTo>
                <a:close/>
                <a:moveTo>
                  <a:pt x="1553" y="3137"/>
                </a:moveTo>
                <a:cubicBezTo>
                  <a:pt x="1180" y="3137"/>
                  <a:pt x="822" y="3286"/>
                  <a:pt x="553" y="3555"/>
                </a:cubicBezTo>
                <a:cubicBezTo>
                  <a:pt x="0" y="4093"/>
                  <a:pt x="0" y="5004"/>
                  <a:pt x="553" y="5541"/>
                </a:cubicBezTo>
                <a:cubicBezTo>
                  <a:pt x="822" y="5810"/>
                  <a:pt x="1180" y="5960"/>
                  <a:pt x="1553" y="5960"/>
                </a:cubicBezTo>
                <a:cubicBezTo>
                  <a:pt x="1837" y="5960"/>
                  <a:pt x="2121" y="5870"/>
                  <a:pt x="2360" y="5706"/>
                </a:cubicBezTo>
                <a:lnTo>
                  <a:pt x="2465" y="5646"/>
                </a:lnTo>
                <a:lnTo>
                  <a:pt x="2479" y="5751"/>
                </a:lnTo>
                <a:cubicBezTo>
                  <a:pt x="2494" y="5810"/>
                  <a:pt x="2509" y="5840"/>
                  <a:pt x="2554" y="5870"/>
                </a:cubicBezTo>
                <a:lnTo>
                  <a:pt x="3391" y="6721"/>
                </a:lnTo>
                <a:cubicBezTo>
                  <a:pt x="3435" y="6766"/>
                  <a:pt x="3495" y="6796"/>
                  <a:pt x="3570" y="6796"/>
                </a:cubicBezTo>
                <a:cubicBezTo>
                  <a:pt x="3630" y="6796"/>
                  <a:pt x="3689" y="6766"/>
                  <a:pt x="3734" y="6721"/>
                </a:cubicBezTo>
                <a:cubicBezTo>
                  <a:pt x="3779" y="6677"/>
                  <a:pt x="3794" y="6617"/>
                  <a:pt x="3794" y="6557"/>
                </a:cubicBezTo>
                <a:cubicBezTo>
                  <a:pt x="3794" y="6497"/>
                  <a:pt x="3779" y="6438"/>
                  <a:pt x="3734" y="6393"/>
                </a:cubicBezTo>
                <a:lnTo>
                  <a:pt x="2883" y="5541"/>
                </a:lnTo>
                <a:cubicBezTo>
                  <a:pt x="2853" y="5512"/>
                  <a:pt x="2808" y="5482"/>
                  <a:pt x="2763" y="5482"/>
                </a:cubicBezTo>
                <a:lnTo>
                  <a:pt x="2644" y="5452"/>
                </a:lnTo>
                <a:lnTo>
                  <a:pt x="2718" y="5362"/>
                </a:lnTo>
                <a:cubicBezTo>
                  <a:pt x="3107" y="4795"/>
                  <a:pt x="3032" y="4033"/>
                  <a:pt x="2554" y="3555"/>
                </a:cubicBezTo>
                <a:cubicBezTo>
                  <a:pt x="2285" y="3286"/>
                  <a:pt x="1927" y="3137"/>
                  <a:pt x="1553" y="31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7" name="Google Shape;1467;p80"/>
          <p:cNvGrpSpPr/>
          <p:nvPr/>
        </p:nvGrpSpPr>
        <p:grpSpPr>
          <a:xfrm>
            <a:off x="1371598" y="3707448"/>
            <a:ext cx="282783" cy="311466"/>
            <a:chOff x="7324421" y="4654672"/>
            <a:chExt cx="282783" cy="311466"/>
          </a:xfrm>
        </p:grpSpPr>
        <p:sp>
          <p:nvSpPr>
            <p:cNvPr id="1468" name="Google Shape;1468;p80"/>
            <p:cNvSpPr/>
            <p:nvPr/>
          </p:nvSpPr>
          <p:spPr>
            <a:xfrm>
              <a:off x="7352492" y="4839324"/>
              <a:ext cx="48778" cy="49156"/>
            </a:xfrm>
            <a:custGeom>
              <a:avLst/>
              <a:gdLst/>
              <a:ahLst/>
              <a:cxnLst/>
              <a:rect l="l" t="t" r="r" b="b"/>
              <a:pathLst>
                <a:path w="987" h="1002" extrusionOk="0">
                  <a:moveTo>
                    <a:pt x="493" y="1"/>
                  </a:moveTo>
                  <a:cubicBezTo>
                    <a:pt x="225" y="1"/>
                    <a:pt x="0" y="225"/>
                    <a:pt x="0" y="493"/>
                  </a:cubicBezTo>
                  <a:cubicBezTo>
                    <a:pt x="0" y="777"/>
                    <a:pt x="225" y="1001"/>
                    <a:pt x="493" y="1001"/>
                  </a:cubicBezTo>
                  <a:cubicBezTo>
                    <a:pt x="777" y="1001"/>
                    <a:pt x="986" y="777"/>
                    <a:pt x="986" y="493"/>
                  </a:cubicBezTo>
                  <a:cubicBezTo>
                    <a:pt x="986" y="225"/>
                    <a:pt x="777" y="1"/>
                    <a:pt x="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80"/>
            <p:cNvSpPr/>
            <p:nvPr/>
          </p:nvSpPr>
          <p:spPr>
            <a:xfrm>
              <a:off x="7324421" y="4906729"/>
              <a:ext cx="104128" cy="59409"/>
            </a:xfrm>
            <a:custGeom>
              <a:avLst/>
              <a:gdLst/>
              <a:ahLst/>
              <a:cxnLst/>
              <a:rect l="l" t="t" r="r" b="b"/>
              <a:pathLst>
                <a:path w="2107" h="1211" extrusionOk="0">
                  <a:moveTo>
                    <a:pt x="807" y="1"/>
                  </a:moveTo>
                  <a:cubicBezTo>
                    <a:pt x="419" y="1"/>
                    <a:pt x="105" y="270"/>
                    <a:pt x="61" y="643"/>
                  </a:cubicBezTo>
                  <a:lnTo>
                    <a:pt x="16" y="1076"/>
                  </a:lnTo>
                  <a:cubicBezTo>
                    <a:pt x="1" y="1136"/>
                    <a:pt x="61" y="1210"/>
                    <a:pt x="135" y="1210"/>
                  </a:cubicBezTo>
                  <a:lnTo>
                    <a:pt x="1987" y="1210"/>
                  </a:lnTo>
                  <a:cubicBezTo>
                    <a:pt x="2047" y="1210"/>
                    <a:pt x="2107" y="1136"/>
                    <a:pt x="2107" y="1076"/>
                  </a:cubicBezTo>
                  <a:lnTo>
                    <a:pt x="2047" y="643"/>
                  </a:lnTo>
                  <a:cubicBezTo>
                    <a:pt x="2002" y="270"/>
                    <a:pt x="1689" y="1"/>
                    <a:pt x="1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80"/>
            <p:cNvSpPr/>
            <p:nvPr/>
          </p:nvSpPr>
          <p:spPr>
            <a:xfrm>
              <a:off x="7531098" y="4654672"/>
              <a:ext cx="48778" cy="48420"/>
            </a:xfrm>
            <a:custGeom>
              <a:avLst/>
              <a:gdLst/>
              <a:ahLst/>
              <a:cxnLst/>
              <a:rect l="l" t="t" r="r" b="b"/>
              <a:pathLst>
                <a:path w="987" h="987" extrusionOk="0">
                  <a:moveTo>
                    <a:pt x="494" y="1"/>
                  </a:moveTo>
                  <a:cubicBezTo>
                    <a:pt x="225" y="1"/>
                    <a:pt x="1" y="225"/>
                    <a:pt x="1" y="494"/>
                  </a:cubicBezTo>
                  <a:cubicBezTo>
                    <a:pt x="1" y="777"/>
                    <a:pt x="225" y="987"/>
                    <a:pt x="494" y="987"/>
                  </a:cubicBezTo>
                  <a:cubicBezTo>
                    <a:pt x="763" y="987"/>
                    <a:pt x="987" y="777"/>
                    <a:pt x="987" y="494"/>
                  </a:cubicBezTo>
                  <a:cubicBezTo>
                    <a:pt x="987" y="225"/>
                    <a:pt x="763" y="1"/>
                    <a:pt x="4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80"/>
            <p:cNvSpPr/>
            <p:nvPr/>
          </p:nvSpPr>
          <p:spPr>
            <a:xfrm>
              <a:off x="7503076" y="4721341"/>
              <a:ext cx="104128" cy="60144"/>
            </a:xfrm>
            <a:custGeom>
              <a:avLst/>
              <a:gdLst/>
              <a:ahLst/>
              <a:cxnLst/>
              <a:rect l="l" t="t" r="r" b="b"/>
              <a:pathLst>
                <a:path w="2107" h="1226" extrusionOk="0">
                  <a:moveTo>
                    <a:pt x="792" y="1"/>
                  </a:moveTo>
                  <a:cubicBezTo>
                    <a:pt x="419" y="1"/>
                    <a:pt x="105" y="285"/>
                    <a:pt x="60" y="658"/>
                  </a:cubicBezTo>
                  <a:lnTo>
                    <a:pt x="0" y="1076"/>
                  </a:lnTo>
                  <a:cubicBezTo>
                    <a:pt x="0" y="1151"/>
                    <a:pt x="60" y="1226"/>
                    <a:pt x="135" y="1226"/>
                  </a:cubicBezTo>
                  <a:lnTo>
                    <a:pt x="1972" y="1226"/>
                  </a:lnTo>
                  <a:cubicBezTo>
                    <a:pt x="2047" y="1226"/>
                    <a:pt x="2106" y="1151"/>
                    <a:pt x="2091" y="1076"/>
                  </a:cubicBezTo>
                  <a:lnTo>
                    <a:pt x="2047" y="658"/>
                  </a:lnTo>
                  <a:cubicBezTo>
                    <a:pt x="2002" y="285"/>
                    <a:pt x="1688" y="1"/>
                    <a:pt x="1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80"/>
            <p:cNvSpPr/>
            <p:nvPr/>
          </p:nvSpPr>
          <p:spPr>
            <a:xfrm>
              <a:off x="7328128" y="4671695"/>
              <a:ext cx="184584" cy="163263"/>
            </a:xfrm>
            <a:custGeom>
              <a:avLst/>
              <a:gdLst/>
              <a:ahLst/>
              <a:cxnLst/>
              <a:rect l="l" t="t" r="r" b="b"/>
              <a:pathLst>
                <a:path w="3735" h="3328" extrusionOk="0">
                  <a:moveTo>
                    <a:pt x="2788" y="1"/>
                  </a:moveTo>
                  <a:cubicBezTo>
                    <a:pt x="2176" y="1"/>
                    <a:pt x="1589" y="208"/>
                    <a:pt x="1106" y="580"/>
                  </a:cubicBezTo>
                  <a:cubicBezTo>
                    <a:pt x="508" y="1028"/>
                    <a:pt x="135" y="1685"/>
                    <a:pt x="30" y="2432"/>
                  </a:cubicBezTo>
                  <a:cubicBezTo>
                    <a:pt x="1" y="2671"/>
                    <a:pt x="1" y="2925"/>
                    <a:pt x="30" y="3164"/>
                  </a:cubicBezTo>
                  <a:cubicBezTo>
                    <a:pt x="45" y="3253"/>
                    <a:pt x="135" y="3328"/>
                    <a:pt x="225" y="3328"/>
                  </a:cubicBezTo>
                  <a:cubicBezTo>
                    <a:pt x="225" y="3328"/>
                    <a:pt x="240" y="3328"/>
                    <a:pt x="240" y="3313"/>
                  </a:cubicBezTo>
                  <a:cubicBezTo>
                    <a:pt x="344" y="3313"/>
                    <a:pt x="419" y="3208"/>
                    <a:pt x="404" y="3104"/>
                  </a:cubicBezTo>
                  <a:cubicBezTo>
                    <a:pt x="374" y="2895"/>
                    <a:pt x="374" y="2686"/>
                    <a:pt x="404" y="2477"/>
                  </a:cubicBezTo>
                  <a:cubicBezTo>
                    <a:pt x="493" y="1834"/>
                    <a:pt x="822" y="1267"/>
                    <a:pt x="1330" y="879"/>
                  </a:cubicBezTo>
                  <a:cubicBezTo>
                    <a:pt x="1748" y="547"/>
                    <a:pt x="2246" y="377"/>
                    <a:pt x="2767" y="377"/>
                  </a:cubicBezTo>
                  <a:cubicBezTo>
                    <a:pt x="2880" y="377"/>
                    <a:pt x="2993" y="385"/>
                    <a:pt x="3107" y="401"/>
                  </a:cubicBezTo>
                  <a:cubicBezTo>
                    <a:pt x="3227" y="415"/>
                    <a:pt x="3346" y="430"/>
                    <a:pt x="3466" y="475"/>
                  </a:cubicBezTo>
                  <a:cubicBezTo>
                    <a:pt x="3479" y="477"/>
                    <a:pt x="3492" y="478"/>
                    <a:pt x="3505" y="478"/>
                  </a:cubicBezTo>
                  <a:cubicBezTo>
                    <a:pt x="3595" y="478"/>
                    <a:pt x="3679" y="432"/>
                    <a:pt x="3705" y="341"/>
                  </a:cubicBezTo>
                  <a:cubicBezTo>
                    <a:pt x="3735" y="236"/>
                    <a:pt x="3675" y="147"/>
                    <a:pt x="3570" y="117"/>
                  </a:cubicBezTo>
                  <a:cubicBezTo>
                    <a:pt x="3436" y="72"/>
                    <a:pt x="3301" y="42"/>
                    <a:pt x="3167" y="27"/>
                  </a:cubicBezTo>
                  <a:cubicBezTo>
                    <a:pt x="3040" y="9"/>
                    <a:pt x="2913" y="1"/>
                    <a:pt x="2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80"/>
            <p:cNvSpPr/>
            <p:nvPr/>
          </p:nvSpPr>
          <p:spPr>
            <a:xfrm>
              <a:off x="7446984" y="4798312"/>
              <a:ext cx="157254" cy="147320"/>
            </a:xfrm>
            <a:custGeom>
              <a:avLst/>
              <a:gdLst/>
              <a:ahLst/>
              <a:cxnLst/>
              <a:rect l="l" t="t" r="r" b="b"/>
              <a:pathLst>
                <a:path w="3182" h="3003" extrusionOk="0">
                  <a:moveTo>
                    <a:pt x="3002" y="0"/>
                  </a:moveTo>
                  <a:cubicBezTo>
                    <a:pt x="2898" y="0"/>
                    <a:pt x="2808" y="90"/>
                    <a:pt x="2808" y="179"/>
                  </a:cubicBezTo>
                  <a:cubicBezTo>
                    <a:pt x="2808" y="299"/>
                    <a:pt x="2808" y="403"/>
                    <a:pt x="2793" y="523"/>
                  </a:cubicBezTo>
                  <a:cubicBezTo>
                    <a:pt x="2629" y="1733"/>
                    <a:pt x="1598" y="2629"/>
                    <a:pt x="404" y="2629"/>
                  </a:cubicBezTo>
                  <a:cubicBezTo>
                    <a:pt x="344" y="2629"/>
                    <a:pt x="269" y="2629"/>
                    <a:pt x="209" y="2614"/>
                  </a:cubicBezTo>
                  <a:cubicBezTo>
                    <a:pt x="105" y="2614"/>
                    <a:pt x="15" y="2689"/>
                    <a:pt x="15" y="2793"/>
                  </a:cubicBezTo>
                  <a:cubicBezTo>
                    <a:pt x="0" y="2898"/>
                    <a:pt x="75" y="2987"/>
                    <a:pt x="179" y="2987"/>
                  </a:cubicBezTo>
                  <a:cubicBezTo>
                    <a:pt x="254" y="2987"/>
                    <a:pt x="329" y="3002"/>
                    <a:pt x="404" y="3002"/>
                  </a:cubicBezTo>
                  <a:cubicBezTo>
                    <a:pt x="1793" y="3002"/>
                    <a:pt x="2972" y="1972"/>
                    <a:pt x="3152" y="568"/>
                  </a:cubicBezTo>
                  <a:cubicBezTo>
                    <a:pt x="3182" y="448"/>
                    <a:pt x="3182" y="314"/>
                    <a:pt x="3182" y="179"/>
                  </a:cubicBezTo>
                  <a:cubicBezTo>
                    <a:pt x="3182" y="75"/>
                    <a:pt x="3092" y="0"/>
                    <a:pt x="30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4" name="Google Shape;1474;p80"/>
          <p:cNvGrpSpPr/>
          <p:nvPr/>
        </p:nvGrpSpPr>
        <p:grpSpPr>
          <a:xfrm>
            <a:off x="1915669" y="3701572"/>
            <a:ext cx="287182" cy="323191"/>
            <a:chOff x="1284837" y="2506413"/>
            <a:chExt cx="287182" cy="323191"/>
          </a:xfrm>
        </p:grpSpPr>
        <p:sp>
          <p:nvSpPr>
            <p:cNvPr id="1475" name="Google Shape;1475;p80"/>
            <p:cNvSpPr/>
            <p:nvPr/>
          </p:nvSpPr>
          <p:spPr>
            <a:xfrm>
              <a:off x="1313650" y="2506413"/>
              <a:ext cx="229605" cy="168022"/>
            </a:xfrm>
            <a:custGeom>
              <a:avLst/>
              <a:gdLst/>
              <a:ahLst/>
              <a:cxnLst/>
              <a:rect l="l" t="t" r="r" b="b"/>
              <a:pathLst>
                <a:path w="4646" h="3425" extrusionOk="0">
                  <a:moveTo>
                    <a:pt x="2748" y="702"/>
                  </a:moveTo>
                  <a:cubicBezTo>
                    <a:pt x="2853" y="702"/>
                    <a:pt x="2943" y="792"/>
                    <a:pt x="2943" y="897"/>
                  </a:cubicBezTo>
                  <a:cubicBezTo>
                    <a:pt x="2943" y="1016"/>
                    <a:pt x="2853" y="1091"/>
                    <a:pt x="2748" y="1091"/>
                  </a:cubicBezTo>
                  <a:lnTo>
                    <a:pt x="911" y="1091"/>
                  </a:lnTo>
                  <a:cubicBezTo>
                    <a:pt x="807" y="1091"/>
                    <a:pt x="717" y="1016"/>
                    <a:pt x="717" y="897"/>
                  </a:cubicBezTo>
                  <a:cubicBezTo>
                    <a:pt x="717" y="792"/>
                    <a:pt x="807" y="702"/>
                    <a:pt x="911" y="702"/>
                  </a:cubicBezTo>
                  <a:close/>
                  <a:moveTo>
                    <a:pt x="3734" y="1673"/>
                  </a:moveTo>
                  <a:cubicBezTo>
                    <a:pt x="3839" y="1673"/>
                    <a:pt x="3928" y="1763"/>
                    <a:pt x="3928" y="1867"/>
                  </a:cubicBezTo>
                  <a:cubicBezTo>
                    <a:pt x="3928" y="1972"/>
                    <a:pt x="3839" y="2062"/>
                    <a:pt x="3734" y="2062"/>
                  </a:cubicBezTo>
                  <a:lnTo>
                    <a:pt x="911" y="2062"/>
                  </a:lnTo>
                  <a:cubicBezTo>
                    <a:pt x="807" y="2062"/>
                    <a:pt x="717" y="1972"/>
                    <a:pt x="717" y="1867"/>
                  </a:cubicBezTo>
                  <a:cubicBezTo>
                    <a:pt x="717" y="1763"/>
                    <a:pt x="807" y="1673"/>
                    <a:pt x="911" y="1673"/>
                  </a:cubicBezTo>
                  <a:close/>
                  <a:moveTo>
                    <a:pt x="448" y="0"/>
                  </a:moveTo>
                  <a:cubicBezTo>
                    <a:pt x="194" y="0"/>
                    <a:pt x="0" y="195"/>
                    <a:pt x="0" y="448"/>
                  </a:cubicBezTo>
                  <a:lnTo>
                    <a:pt x="0" y="2330"/>
                  </a:lnTo>
                  <a:cubicBezTo>
                    <a:pt x="0" y="2584"/>
                    <a:pt x="194" y="2778"/>
                    <a:pt x="448" y="2778"/>
                  </a:cubicBezTo>
                  <a:lnTo>
                    <a:pt x="837" y="2778"/>
                  </a:lnTo>
                  <a:lnTo>
                    <a:pt x="837" y="3301"/>
                  </a:lnTo>
                  <a:cubicBezTo>
                    <a:pt x="837" y="3373"/>
                    <a:pt x="893" y="3424"/>
                    <a:pt x="958" y="3424"/>
                  </a:cubicBezTo>
                  <a:cubicBezTo>
                    <a:pt x="987" y="3424"/>
                    <a:pt x="1018" y="3414"/>
                    <a:pt x="1046" y="3391"/>
                  </a:cubicBezTo>
                  <a:lnTo>
                    <a:pt x="1867" y="2778"/>
                  </a:lnTo>
                  <a:lnTo>
                    <a:pt x="2778" y="2778"/>
                  </a:lnTo>
                  <a:lnTo>
                    <a:pt x="3615" y="3391"/>
                  </a:lnTo>
                  <a:cubicBezTo>
                    <a:pt x="3638" y="3414"/>
                    <a:pt x="3665" y="3424"/>
                    <a:pt x="3692" y="3424"/>
                  </a:cubicBezTo>
                  <a:cubicBezTo>
                    <a:pt x="3752" y="3424"/>
                    <a:pt x="3809" y="3373"/>
                    <a:pt x="3809" y="3301"/>
                  </a:cubicBezTo>
                  <a:lnTo>
                    <a:pt x="3809" y="2778"/>
                  </a:lnTo>
                  <a:lnTo>
                    <a:pt x="4212" y="2778"/>
                  </a:lnTo>
                  <a:cubicBezTo>
                    <a:pt x="4451" y="2778"/>
                    <a:pt x="4645" y="2584"/>
                    <a:pt x="4645" y="2330"/>
                  </a:cubicBezTo>
                  <a:lnTo>
                    <a:pt x="4645" y="448"/>
                  </a:lnTo>
                  <a:cubicBezTo>
                    <a:pt x="4645" y="195"/>
                    <a:pt x="4451" y="0"/>
                    <a:pt x="42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80"/>
            <p:cNvSpPr/>
            <p:nvPr/>
          </p:nvSpPr>
          <p:spPr>
            <a:xfrm>
              <a:off x="1313650" y="2698375"/>
              <a:ext cx="50952" cy="50627"/>
            </a:xfrm>
            <a:custGeom>
              <a:avLst/>
              <a:gdLst/>
              <a:ahLst/>
              <a:cxnLst/>
              <a:rect l="l" t="t" r="r" b="b"/>
              <a:pathLst>
                <a:path w="1031" h="1032" extrusionOk="0">
                  <a:moveTo>
                    <a:pt x="523" y="1"/>
                  </a:moveTo>
                  <a:cubicBezTo>
                    <a:pt x="224" y="1"/>
                    <a:pt x="0" y="225"/>
                    <a:pt x="0" y="508"/>
                  </a:cubicBezTo>
                  <a:cubicBezTo>
                    <a:pt x="0" y="807"/>
                    <a:pt x="224" y="1031"/>
                    <a:pt x="523" y="1031"/>
                  </a:cubicBezTo>
                  <a:cubicBezTo>
                    <a:pt x="807" y="1031"/>
                    <a:pt x="1031" y="807"/>
                    <a:pt x="1031" y="508"/>
                  </a:cubicBezTo>
                  <a:cubicBezTo>
                    <a:pt x="1031" y="225"/>
                    <a:pt x="807" y="1"/>
                    <a:pt x="5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80"/>
            <p:cNvSpPr/>
            <p:nvPr/>
          </p:nvSpPr>
          <p:spPr>
            <a:xfrm>
              <a:off x="1284837" y="2767988"/>
              <a:ext cx="107834" cy="61616"/>
            </a:xfrm>
            <a:custGeom>
              <a:avLst/>
              <a:gdLst/>
              <a:ahLst/>
              <a:cxnLst/>
              <a:rect l="l" t="t" r="r" b="b"/>
              <a:pathLst>
                <a:path w="2182" h="1256" extrusionOk="0">
                  <a:moveTo>
                    <a:pt x="822" y="0"/>
                  </a:moveTo>
                  <a:cubicBezTo>
                    <a:pt x="434" y="0"/>
                    <a:pt x="105" y="284"/>
                    <a:pt x="60" y="688"/>
                  </a:cubicBezTo>
                  <a:lnTo>
                    <a:pt x="1" y="1121"/>
                  </a:lnTo>
                  <a:cubicBezTo>
                    <a:pt x="1" y="1195"/>
                    <a:pt x="60" y="1255"/>
                    <a:pt x="135" y="1255"/>
                  </a:cubicBezTo>
                  <a:lnTo>
                    <a:pt x="2047" y="1255"/>
                  </a:lnTo>
                  <a:cubicBezTo>
                    <a:pt x="2122" y="1255"/>
                    <a:pt x="2181" y="1195"/>
                    <a:pt x="2181" y="1121"/>
                  </a:cubicBezTo>
                  <a:lnTo>
                    <a:pt x="2122" y="688"/>
                  </a:lnTo>
                  <a:cubicBezTo>
                    <a:pt x="2077" y="284"/>
                    <a:pt x="1748" y="0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80"/>
            <p:cNvSpPr/>
            <p:nvPr/>
          </p:nvSpPr>
          <p:spPr>
            <a:xfrm>
              <a:off x="1492997" y="2698375"/>
              <a:ext cx="51001" cy="50627"/>
            </a:xfrm>
            <a:custGeom>
              <a:avLst/>
              <a:gdLst/>
              <a:ahLst/>
              <a:cxnLst/>
              <a:rect l="l" t="t" r="r" b="b"/>
              <a:pathLst>
                <a:path w="1032" h="1032" extrusionOk="0">
                  <a:moveTo>
                    <a:pt x="508" y="1"/>
                  </a:moveTo>
                  <a:cubicBezTo>
                    <a:pt x="225" y="1"/>
                    <a:pt x="1" y="225"/>
                    <a:pt x="1" y="508"/>
                  </a:cubicBezTo>
                  <a:cubicBezTo>
                    <a:pt x="1" y="807"/>
                    <a:pt x="225" y="1031"/>
                    <a:pt x="508" y="1031"/>
                  </a:cubicBezTo>
                  <a:cubicBezTo>
                    <a:pt x="792" y="1031"/>
                    <a:pt x="1031" y="807"/>
                    <a:pt x="1031" y="508"/>
                  </a:cubicBezTo>
                  <a:cubicBezTo>
                    <a:pt x="1031" y="225"/>
                    <a:pt x="792" y="1"/>
                    <a:pt x="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80"/>
            <p:cNvSpPr/>
            <p:nvPr/>
          </p:nvSpPr>
          <p:spPr>
            <a:xfrm>
              <a:off x="1463493" y="2767988"/>
              <a:ext cx="108526" cy="61616"/>
            </a:xfrm>
            <a:custGeom>
              <a:avLst/>
              <a:gdLst/>
              <a:ahLst/>
              <a:cxnLst/>
              <a:rect l="l" t="t" r="r" b="b"/>
              <a:pathLst>
                <a:path w="2196" h="1256" extrusionOk="0">
                  <a:moveTo>
                    <a:pt x="837" y="0"/>
                  </a:moveTo>
                  <a:cubicBezTo>
                    <a:pt x="433" y="0"/>
                    <a:pt x="105" y="284"/>
                    <a:pt x="60" y="688"/>
                  </a:cubicBezTo>
                  <a:lnTo>
                    <a:pt x="15" y="1121"/>
                  </a:lnTo>
                  <a:cubicBezTo>
                    <a:pt x="0" y="1195"/>
                    <a:pt x="60" y="1255"/>
                    <a:pt x="135" y="1255"/>
                  </a:cubicBezTo>
                  <a:lnTo>
                    <a:pt x="2061" y="1255"/>
                  </a:lnTo>
                  <a:cubicBezTo>
                    <a:pt x="2136" y="1255"/>
                    <a:pt x="2196" y="1195"/>
                    <a:pt x="2181" y="1121"/>
                  </a:cubicBezTo>
                  <a:lnTo>
                    <a:pt x="2136" y="688"/>
                  </a:lnTo>
                  <a:cubicBezTo>
                    <a:pt x="2091" y="284"/>
                    <a:pt x="1763" y="0"/>
                    <a:pt x="13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0" name="Google Shape;1480;p80"/>
          <p:cNvGrpSpPr/>
          <p:nvPr/>
        </p:nvGrpSpPr>
        <p:grpSpPr>
          <a:xfrm>
            <a:off x="4362620" y="2695141"/>
            <a:ext cx="392274" cy="363737"/>
            <a:chOff x="6543825" y="3202075"/>
            <a:chExt cx="296975" cy="275350"/>
          </a:xfrm>
        </p:grpSpPr>
        <p:sp>
          <p:nvSpPr>
            <p:cNvPr id="1481" name="Google Shape;1481;p80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80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80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80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80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80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80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dk1"/>
        </a:solidFill>
        <a:effectLst/>
      </p:bgPr>
    </p:bg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81"/>
          <p:cNvSpPr txBox="1"/>
          <p:nvPr/>
        </p:nvSpPr>
        <p:spPr>
          <a:xfrm>
            <a:off x="650550" y="586903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Educação</a:t>
            </a:r>
            <a:endParaRPr sz="2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3" name="Google Shape;1493;p81"/>
          <p:cNvSpPr txBox="1"/>
          <p:nvPr/>
        </p:nvSpPr>
        <p:spPr>
          <a:xfrm>
            <a:off x="5140775" y="586903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Saúde</a:t>
            </a:r>
            <a:endParaRPr sz="2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94" name="Google Shape;1494;p81"/>
          <p:cNvGrpSpPr/>
          <p:nvPr/>
        </p:nvGrpSpPr>
        <p:grpSpPr>
          <a:xfrm>
            <a:off x="2167705" y="2045127"/>
            <a:ext cx="322099" cy="370529"/>
            <a:chOff x="-42971725" y="3217825"/>
            <a:chExt cx="275675" cy="317125"/>
          </a:xfrm>
        </p:grpSpPr>
        <p:sp>
          <p:nvSpPr>
            <p:cNvPr id="1495" name="Google Shape;1495;p81"/>
            <p:cNvSpPr/>
            <p:nvPr/>
          </p:nvSpPr>
          <p:spPr>
            <a:xfrm>
              <a:off x="-42951250" y="3279250"/>
              <a:ext cx="233950" cy="152050"/>
            </a:xfrm>
            <a:custGeom>
              <a:avLst/>
              <a:gdLst/>
              <a:ahLst/>
              <a:cxnLst/>
              <a:rect l="l" t="t" r="r" b="b"/>
              <a:pathLst>
                <a:path w="9358" h="6082" extrusionOk="0">
                  <a:moveTo>
                    <a:pt x="379" y="1"/>
                  </a:moveTo>
                  <a:cubicBezTo>
                    <a:pt x="158" y="1"/>
                    <a:pt x="1" y="221"/>
                    <a:pt x="1" y="410"/>
                  </a:cubicBezTo>
                  <a:lnTo>
                    <a:pt x="1" y="6081"/>
                  </a:lnTo>
                  <a:lnTo>
                    <a:pt x="9357" y="6081"/>
                  </a:lnTo>
                  <a:lnTo>
                    <a:pt x="9357" y="410"/>
                  </a:lnTo>
                  <a:cubicBezTo>
                    <a:pt x="9357" y="158"/>
                    <a:pt x="9168" y="1"/>
                    <a:pt x="8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81"/>
            <p:cNvSpPr/>
            <p:nvPr/>
          </p:nvSpPr>
          <p:spPr>
            <a:xfrm>
              <a:off x="-42971725" y="3451750"/>
              <a:ext cx="275675" cy="83200"/>
            </a:xfrm>
            <a:custGeom>
              <a:avLst/>
              <a:gdLst/>
              <a:ahLst/>
              <a:cxnLst/>
              <a:rect l="l" t="t" r="r" b="b"/>
              <a:pathLst>
                <a:path w="11027" h="3328" extrusionOk="0">
                  <a:moveTo>
                    <a:pt x="63" y="0"/>
                  </a:moveTo>
                  <a:cubicBezTo>
                    <a:pt x="32" y="126"/>
                    <a:pt x="0" y="284"/>
                    <a:pt x="0" y="410"/>
                  </a:cubicBezTo>
                  <a:cubicBezTo>
                    <a:pt x="0" y="1103"/>
                    <a:pt x="536" y="1670"/>
                    <a:pt x="1198" y="1670"/>
                  </a:cubicBezTo>
                  <a:lnTo>
                    <a:pt x="3151" y="1670"/>
                  </a:lnTo>
                  <a:lnTo>
                    <a:pt x="2615" y="2710"/>
                  </a:lnTo>
                  <a:cubicBezTo>
                    <a:pt x="2521" y="2930"/>
                    <a:pt x="2615" y="3182"/>
                    <a:pt x="2836" y="3277"/>
                  </a:cubicBezTo>
                  <a:cubicBezTo>
                    <a:pt x="2889" y="3312"/>
                    <a:pt x="2949" y="3328"/>
                    <a:pt x="3009" y="3328"/>
                  </a:cubicBezTo>
                  <a:cubicBezTo>
                    <a:pt x="3166" y="3328"/>
                    <a:pt x="3326" y="3224"/>
                    <a:pt x="3371" y="3088"/>
                  </a:cubicBezTo>
                  <a:lnTo>
                    <a:pt x="4096" y="1639"/>
                  </a:lnTo>
                  <a:lnTo>
                    <a:pt x="5073" y="1639"/>
                  </a:lnTo>
                  <a:lnTo>
                    <a:pt x="5073" y="2867"/>
                  </a:lnTo>
                  <a:cubicBezTo>
                    <a:pt x="5073" y="3119"/>
                    <a:pt x="5262" y="3308"/>
                    <a:pt x="5514" y="3308"/>
                  </a:cubicBezTo>
                  <a:cubicBezTo>
                    <a:pt x="5734" y="3308"/>
                    <a:pt x="5892" y="3119"/>
                    <a:pt x="5892" y="2867"/>
                  </a:cubicBezTo>
                  <a:lnTo>
                    <a:pt x="5892" y="1639"/>
                  </a:lnTo>
                  <a:lnTo>
                    <a:pt x="6868" y="1639"/>
                  </a:lnTo>
                  <a:lnTo>
                    <a:pt x="7593" y="3088"/>
                  </a:lnTo>
                  <a:cubicBezTo>
                    <a:pt x="7688" y="3230"/>
                    <a:pt x="7835" y="3301"/>
                    <a:pt x="7983" y="3301"/>
                  </a:cubicBezTo>
                  <a:cubicBezTo>
                    <a:pt x="8032" y="3301"/>
                    <a:pt x="8081" y="3293"/>
                    <a:pt x="8129" y="3277"/>
                  </a:cubicBezTo>
                  <a:cubicBezTo>
                    <a:pt x="8349" y="3151"/>
                    <a:pt x="8412" y="2930"/>
                    <a:pt x="8349" y="2710"/>
                  </a:cubicBezTo>
                  <a:lnTo>
                    <a:pt x="7814" y="1670"/>
                  </a:lnTo>
                  <a:lnTo>
                    <a:pt x="9767" y="1670"/>
                  </a:lnTo>
                  <a:cubicBezTo>
                    <a:pt x="10429" y="1670"/>
                    <a:pt x="11027" y="1103"/>
                    <a:pt x="11027" y="410"/>
                  </a:cubicBezTo>
                  <a:cubicBezTo>
                    <a:pt x="11027" y="252"/>
                    <a:pt x="10964" y="126"/>
                    <a:pt x="109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81"/>
            <p:cNvSpPr/>
            <p:nvPr/>
          </p:nvSpPr>
          <p:spPr>
            <a:xfrm>
              <a:off x="-42866975" y="3217825"/>
              <a:ext cx="63025" cy="40975"/>
            </a:xfrm>
            <a:custGeom>
              <a:avLst/>
              <a:gdLst/>
              <a:ahLst/>
              <a:cxnLst/>
              <a:rect l="l" t="t" r="r" b="b"/>
              <a:pathLst>
                <a:path w="2521" h="1639" extrusionOk="0">
                  <a:moveTo>
                    <a:pt x="442" y="0"/>
                  </a:moveTo>
                  <a:cubicBezTo>
                    <a:pt x="221" y="0"/>
                    <a:pt x="1" y="189"/>
                    <a:pt x="1" y="410"/>
                  </a:cubicBezTo>
                  <a:lnTo>
                    <a:pt x="1" y="1639"/>
                  </a:lnTo>
                  <a:lnTo>
                    <a:pt x="2489" y="1639"/>
                  </a:lnTo>
                  <a:lnTo>
                    <a:pt x="2489" y="410"/>
                  </a:lnTo>
                  <a:lnTo>
                    <a:pt x="2521" y="410"/>
                  </a:lnTo>
                  <a:cubicBezTo>
                    <a:pt x="2521" y="189"/>
                    <a:pt x="2332" y="0"/>
                    <a:pt x="21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8" name="Google Shape;1498;p81"/>
          <p:cNvGrpSpPr/>
          <p:nvPr/>
        </p:nvGrpSpPr>
        <p:grpSpPr>
          <a:xfrm>
            <a:off x="1594404" y="1507741"/>
            <a:ext cx="378270" cy="337551"/>
            <a:chOff x="-42996150" y="3612600"/>
            <a:chExt cx="323750" cy="288900"/>
          </a:xfrm>
        </p:grpSpPr>
        <p:sp>
          <p:nvSpPr>
            <p:cNvPr id="1499" name="Google Shape;1499;p81"/>
            <p:cNvSpPr/>
            <p:nvPr/>
          </p:nvSpPr>
          <p:spPr>
            <a:xfrm>
              <a:off x="-42914225" y="3612600"/>
              <a:ext cx="241825" cy="239275"/>
            </a:xfrm>
            <a:custGeom>
              <a:avLst/>
              <a:gdLst/>
              <a:ahLst/>
              <a:cxnLst/>
              <a:rect l="l" t="t" r="r" b="b"/>
              <a:pathLst>
                <a:path w="9673" h="9571" extrusionOk="0">
                  <a:moveTo>
                    <a:pt x="5963" y="1"/>
                  </a:moveTo>
                  <a:cubicBezTo>
                    <a:pt x="5661" y="1"/>
                    <a:pt x="5365" y="127"/>
                    <a:pt x="5136" y="371"/>
                  </a:cubicBezTo>
                  <a:lnTo>
                    <a:pt x="0" y="5507"/>
                  </a:lnTo>
                  <a:lnTo>
                    <a:pt x="4064" y="9571"/>
                  </a:lnTo>
                  <a:lnTo>
                    <a:pt x="9200" y="4436"/>
                  </a:lnTo>
                  <a:cubicBezTo>
                    <a:pt x="9672" y="3963"/>
                    <a:pt x="9672" y="3207"/>
                    <a:pt x="9200" y="2734"/>
                  </a:cubicBezTo>
                  <a:lnTo>
                    <a:pt x="6868" y="434"/>
                  </a:lnTo>
                  <a:cubicBezTo>
                    <a:pt x="6609" y="143"/>
                    <a:pt x="6283" y="1"/>
                    <a:pt x="5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81"/>
            <p:cNvSpPr/>
            <p:nvPr/>
          </p:nvSpPr>
          <p:spPr>
            <a:xfrm>
              <a:off x="-42946525" y="3762850"/>
              <a:ext cx="118950" cy="118950"/>
            </a:xfrm>
            <a:custGeom>
              <a:avLst/>
              <a:gdLst/>
              <a:ahLst/>
              <a:cxnLst/>
              <a:rect l="l" t="t" r="r" b="b"/>
              <a:pathLst>
                <a:path w="4758" h="4758" extrusionOk="0">
                  <a:moveTo>
                    <a:pt x="725" y="1"/>
                  </a:moveTo>
                  <a:lnTo>
                    <a:pt x="473" y="284"/>
                  </a:lnTo>
                  <a:cubicBezTo>
                    <a:pt x="253" y="505"/>
                    <a:pt x="95" y="820"/>
                    <a:pt x="95" y="1198"/>
                  </a:cubicBezTo>
                  <a:cubicBezTo>
                    <a:pt x="95" y="1450"/>
                    <a:pt x="190" y="1765"/>
                    <a:pt x="442" y="1986"/>
                  </a:cubicBezTo>
                  <a:cubicBezTo>
                    <a:pt x="631" y="2112"/>
                    <a:pt x="599" y="2458"/>
                    <a:pt x="442" y="2616"/>
                  </a:cubicBezTo>
                  <a:lnTo>
                    <a:pt x="1" y="3025"/>
                  </a:lnTo>
                  <a:lnTo>
                    <a:pt x="1733" y="4758"/>
                  </a:lnTo>
                  <a:lnTo>
                    <a:pt x="2174" y="4348"/>
                  </a:lnTo>
                  <a:cubicBezTo>
                    <a:pt x="2253" y="4270"/>
                    <a:pt x="2363" y="4230"/>
                    <a:pt x="2478" y="4230"/>
                  </a:cubicBezTo>
                  <a:cubicBezTo>
                    <a:pt x="2592" y="4230"/>
                    <a:pt x="2710" y="4270"/>
                    <a:pt x="2804" y="4348"/>
                  </a:cubicBezTo>
                  <a:cubicBezTo>
                    <a:pt x="3025" y="4569"/>
                    <a:pt x="3340" y="4695"/>
                    <a:pt x="3655" y="4695"/>
                  </a:cubicBezTo>
                  <a:cubicBezTo>
                    <a:pt x="3970" y="4695"/>
                    <a:pt x="4254" y="4569"/>
                    <a:pt x="4506" y="4348"/>
                  </a:cubicBezTo>
                  <a:lnTo>
                    <a:pt x="4758" y="4065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81"/>
            <p:cNvSpPr/>
            <p:nvPr/>
          </p:nvSpPr>
          <p:spPr>
            <a:xfrm>
              <a:off x="-42996150" y="3855800"/>
              <a:ext cx="78000" cy="45700"/>
            </a:xfrm>
            <a:custGeom>
              <a:avLst/>
              <a:gdLst/>
              <a:ahLst/>
              <a:cxnLst/>
              <a:rect l="l" t="t" r="r" b="b"/>
              <a:pathLst>
                <a:path w="3120" h="1828" extrusionOk="0">
                  <a:moveTo>
                    <a:pt x="1450" y="0"/>
                  </a:moveTo>
                  <a:lnTo>
                    <a:pt x="253" y="1166"/>
                  </a:lnTo>
                  <a:cubicBezTo>
                    <a:pt x="1" y="1355"/>
                    <a:pt x="190" y="1828"/>
                    <a:pt x="536" y="1828"/>
                  </a:cubicBezTo>
                  <a:lnTo>
                    <a:pt x="2773" y="1828"/>
                  </a:lnTo>
                  <a:cubicBezTo>
                    <a:pt x="2931" y="1828"/>
                    <a:pt x="3025" y="1765"/>
                    <a:pt x="3120" y="1670"/>
                  </a:cubicBezTo>
                  <a:lnTo>
                    <a:pt x="1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2" name="Google Shape;1502;p81"/>
          <p:cNvGrpSpPr/>
          <p:nvPr/>
        </p:nvGrpSpPr>
        <p:grpSpPr>
          <a:xfrm>
            <a:off x="1597180" y="2544245"/>
            <a:ext cx="372749" cy="370909"/>
            <a:chOff x="-42994575" y="3950300"/>
            <a:chExt cx="319025" cy="317450"/>
          </a:xfrm>
        </p:grpSpPr>
        <p:sp>
          <p:nvSpPr>
            <p:cNvPr id="1503" name="Google Shape;1503;p81"/>
            <p:cNvSpPr/>
            <p:nvPr/>
          </p:nvSpPr>
          <p:spPr>
            <a:xfrm>
              <a:off x="-42930775" y="4225200"/>
              <a:ext cx="191425" cy="42550"/>
            </a:xfrm>
            <a:custGeom>
              <a:avLst/>
              <a:gdLst/>
              <a:ahLst/>
              <a:cxnLst/>
              <a:rect l="l" t="t" r="r" b="b"/>
              <a:pathLst>
                <a:path w="7657" h="1702" extrusionOk="0">
                  <a:moveTo>
                    <a:pt x="442" y="0"/>
                  </a:moveTo>
                  <a:cubicBezTo>
                    <a:pt x="190" y="0"/>
                    <a:pt x="1" y="221"/>
                    <a:pt x="1" y="441"/>
                  </a:cubicBezTo>
                  <a:lnTo>
                    <a:pt x="1" y="1292"/>
                  </a:lnTo>
                  <a:cubicBezTo>
                    <a:pt x="1" y="1512"/>
                    <a:pt x="190" y="1701"/>
                    <a:pt x="442" y="1701"/>
                  </a:cubicBezTo>
                  <a:lnTo>
                    <a:pt x="7215" y="1701"/>
                  </a:lnTo>
                  <a:cubicBezTo>
                    <a:pt x="7499" y="1701"/>
                    <a:pt x="7656" y="1512"/>
                    <a:pt x="7656" y="1292"/>
                  </a:cubicBezTo>
                  <a:lnTo>
                    <a:pt x="7656" y="441"/>
                  </a:lnTo>
                  <a:cubicBezTo>
                    <a:pt x="7656" y="221"/>
                    <a:pt x="7436" y="0"/>
                    <a:pt x="72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81"/>
            <p:cNvSpPr/>
            <p:nvPr/>
          </p:nvSpPr>
          <p:spPr>
            <a:xfrm>
              <a:off x="-42908725" y="4163750"/>
              <a:ext cx="148900" cy="42550"/>
            </a:xfrm>
            <a:custGeom>
              <a:avLst/>
              <a:gdLst/>
              <a:ahLst/>
              <a:cxnLst/>
              <a:rect l="l" t="t" r="r" b="b"/>
              <a:pathLst>
                <a:path w="5956" h="1702" extrusionOk="0">
                  <a:moveTo>
                    <a:pt x="442" y="1"/>
                  </a:moveTo>
                  <a:cubicBezTo>
                    <a:pt x="190" y="1"/>
                    <a:pt x="1" y="190"/>
                    <a:pt x="1" y="410"/>
                  </a:cubicBezTo>
                  <a:lnTo>
                    <a:pt x="1" y="1261"/>
                  </a:lnTo>
                  <a:cubicBezTo>
                    <a:pt x="1" y="1481"/>
                    <a:pt x="190" y="1702"/>
                    <a:pt x="442" y="1702"/>
                  </a:cubicBezTo>
                  <a:lnTo>
                    <a:pt x="5514" y="1702"/>
                  </a:lnTo>
                  <a:cubicBezTo>
                    <a:pt x="5735" y="1702"/>
                    <a:pt x="5955" y="1481"/>
                    <a:pt x="5955" y="1261"/>
                  </a:cubicBezTo>
                  <a:lnTo>
                    <a:pt x="5955" y="410"/>
                  </a:lnTo>
                  <a:cubicBezTo>
                    <a:pt x="5955" y="190"/>
                    <a:pt x="5735" y="1"/>
                    <a:pt x="55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81"/>
            <p:cNvSpPr/>
            <p:nvPr/>
          </p:nvSpPr>
          <p:spPr>
            <a:xfrm>
              <a:off x="-42994575" y="3950300"/>
              <a:ext cx="319025" cy="211125"/>
            </a:xfrm>
            <a:custGeom>
              <a:avLst/>
              <a:gdLst/>
              <a:ahLst/>
              <a:cxnLst/>
              <a:rect l="l" t="t" r="r" b="b"/>
              <a:pathLst>
                <a:path w="12761" h="8445" extrusionOk="0">
                  <a:moveTo>
                    <a:pt x="6428" y="852"/>
                  </a:moveTo>
                  <a:cubicBezTo>
                    <a:pt x="6648" y="852"/>
                    <a:pt x="6806" y="1009"/>
                    <a:pt x="6869" y="1261"/>
                  </a:cubicBezTo>
                  <a:lnTo>
                    <a:pt x="6869" y="1324"/>
                  </a:lnTo>
                  <a:cubicBezTo>
                    <a:pt x="6806" y="1513"/>
                    <a:pt x="6648" y="1702"/>
                    <a:pt x="6428" y="1702"/>
                  </a:cubicBezTo>
                  <a:cubicBezTo>
                    <a:pt x="6176" y="1702"/>
                    <a:pt x="6018" y="1576"/>
                    <a:pt x="5987" y="1324"/>
                  </a:cubicBezTo>
                  <a:lnTo>
                    <a:pt x="5987" y="1261"/>
                  </a:lnTo>
                  <a:cubicBezTo>
                    <a:pt x="6018" y="1041"/>
                    <a:pt x="6176" y="852"/>
                    <a:pt x="6428" y="852"/>
                  </a:cubicBezTo>
                  <a:close/>
                  <a:moveTo>
                    <a:pt x="2112" y="2742"/>
                  </a:moveTo>
                  <a:lnTo>
                    <a:pt x="3340" y="6396"/>
                  </a:lnTo>
                  <a:lnTo>
                    <a:pt x="914" y="6396"/>
                  </a:lnTo>
                  <a:lnTo>
                    <a:pt x="2112" y="2742"/>
                  </a:lnTo>
                  <a:close/>
                  <a:moveTo>
                    <a:pt x="10681" y="2742"/>
                  </a:moveTo>
                  <a:lnTo>
                    <a:pt x="11878" y="6396"/>
                  </a:lnTo>
                  <a:lnTo>
                    <a:pt x="9452" y="6396"/>
                  </a:lnTo>
                  <a:lnTo>
                    <a:pt x="10681" y="2742"/>
                  </a:lnTo>
                  <a:close/>
                  <a:moveTo>
                    <a:pt x="6333" y="1"/>
                  </a:moveTo>
                  <a:cubicBezTo>
                    <a:pt x="5798" y="1"/>
                    <a:pt x="5325" y="347"/>
                    <a:pt x="5168" y="852"/>
                  </a:cubicBezTo>
                  <a:lnTo>
                    <a:pt x="1292" y="852"/>
                  </a:lnTo>
                  <a:cubicBezTo>
                    <a:pt x="1103" y="852"/>
                    <a:pt x="914" y="1009"/>
                    <a:pt x="883" y="1198"/>
                  </a:cubicBezTo>
                  <a:cubicBezTo>
                    <a:pt x="820" y="1482"/>
                    <a:pt x="1040" y="1702"/>
                    <a:pt x="1292" y="1702"/>
                  </a:cubicBezTo>
                  <a:lnTo>
                    <a:pt x="1576" y="1702"/>
                  </a:lnTo>
                  <a:cubicBezTo>
                    <a:pt x="1" y="6491"/>
                    <a:pt x="32" y="6333"/>
                    <a:pt x="32" y="6459"/>
                  </a:cubicBezTo>
                  <a:cubicBezTo>
                    <a:pt x="64" y="7562"/>
                    <a:pt x="1009" y="8444"/>
                    <a:pt x="2112" y="8444"/>
                  </a:cubicBezTo>
                  <a:cubicBezTo>
                    <a:pt x="3277" y="8444"/>
                    <a:pt x="4159" y="7562"/>
                    <a:pt x="4159" y="6459"/>
                  </a:cubicBezTo>
                  <a:cubicBezTo>
                    <a:pt x="4159" y="6333"/>
                    <a:pt x="4222" y="6491"/>
                    <a:pt x="2647" y="1702"/>
                  </a:cubicBezTo>
                  <a:lnTo>
                    <a:pt x="5105" y="1702"/>
                  </a:lnTo>
                  <a:lnTo>
                    <a:pt x="5105" y="7342"/>
                  </a:lnTo>
                  <a:cubicBezTo>
                    <a:pt x="5105" y="7594"/>
                    <a:pt x="5325" y="7783"/>
                    <a:pt x="5546" y="7783"/>
                  </a:cubicBezTo>
                  <a:lnTo>
                    <a:pt x="7247" y="7783"/>
                  </a:lnTo>
                  <a:cubicBezTo>
                    <a:pt x="7499" y="7783"/>
                    <a:pt x="7688" y="7594"/>
                    <a:pt x="7688" y="7342"/>
                  </a:cubicBezTo>
                  <a:lnTo>
                    <a:pt x="7688" y="1702"/>
                  </a:lnTo>
                  <a:lnTo>
                    <a:pt x="10177" y="1702"/>
                  </a:lnTo>
                  <a:cubicBezTo>
                    <a:pt x="8602" y="6491"/>
                    <a:pt x="8633" y="6333"/>
                    <a:pt x="8633" y="6459"/>
                  </a:cubicBezTo>
                  <a:cubicBezTo>
                    <a:pt x="8665" y="7562"/>
                    <a:pt x="9578" y="8444"/>
                    <a:pt x="10681" y="8444"/>
                  </a:cubicBezTo>
                  <a:cubicBezTo>
                    <a:pt x="11815" y="8444"/>
                    <a:pt x="12729" y="7562"/>
                    <a:pt x="12729" y="6459"/>
                  </a:cubicBezTo>
                  <a:cubicBezTo>
                    <a:pt x="12729" y="6333"/>
                    <a:pt x="12760" y="6491"/>
                    <a:pt x="11185" y="1702"/>
                  </a:cubicBezTo>
                  <a:lnTo>
                    <a:pt x="11437" y="1702"/>
                  </a:lnTo>
                  <a:cubicBezTo>
                    <a:pt x="11626" y="1702"/>
                    <a:pt x="11815" y="1576"/>
                    <a:pt x="11847" y="1356"/>
                  </a:cubicBezTo>
                  <a:cubicBezTo>
                    <a:pt x="11910" y="1104"/>
                    <a:pt x="11689" y="852"/>
                    <a:pt x="11437" y="852"/>
                  </a:cubicBezTo>
                  <a:lnTo>
                    <a:pt x="7530" y="852"/>
                  </a:lnTo>
                  <a:cubicBezTo>
                    <a:pt x="7373" y="347"/>
                    <a:pt x="6900" y="1"/>
                    <a:pt x="6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6" name="Google Shape;1506;p81"/>
          <p:cNvGrpSpPr/>
          <p:nvPr/>
        </p:nvGrpSpPr>
        <p:grpSpPr>
          <a:xfrm>
            <a:off x="2705180" y="3110020"/>
            <a:ext cx="371785" cy="370879"/>
            <a:chOff x="-41111350" y="3239100"/>
            <a:chExt cx="318200" cy="317425"/>
          </a:xfrm>
        </p:grpSpPr>
        <p:sp>
          <p:nvSpPr>
            <p:cNvPr id="1507" name="Google Shape;1507;p81"/>
            <p:cNvSpPr/>
            <p:nvPr/>
          </p:nvSpPr>
          <p:spPr>
            <a:xfrm>
              <a:off x="-41111350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2930" y="1670"/>
                  </a:moveTo>
                  <a:cubicBezTo>
                    <a:pt x="3119" y="1670"/>
                    <a:pt x="3308" y="1859"/>
                    <a:pt x="3308" y="2048"/>
                  </a:cubicBezTo>
                  <a:lnTo>
                    <a:pt x="3308" y="2489"/>
                  </a:lnTo>
                  <a:lnTo>
                    <a:pt x="3749" y="2489"/>
                  </a:lnTo>
                  <a:cubicBezTo>
                    <a:pt x="4001" y="2489"/>
                    <a:pt x="4159" y="2678"/>
                    <a:pt x="4159" y="2930"/>
                  </a:cubicBezTo>
                  <a:cubicBezTo>
                    <a:pt x="4159" y="3151"/>
                    <a:pt x="3938" y="3340"/>
                    <a:pt x="3749" y="3340"/>
                  </a:cubicBezTo>
                  <a:lnTo>
                    <a:pt x="3308" y="3340"/>
                  </a:lnTo>
                  <a:lnTo>
                    <a:pt x="3308" y="3781"/>
                  </a:lnTo>
                  <a:cubicBezTo>
                    <a:pt x="3308" y="4001"/>
                    <a:pt x="3119" y="4159"/>
                    <a:pt x="2930" y="4159"/>
                  </a:cubicBezTo>
                  <a:cubicBezTo>
                    <a:pt x="2710" y="4159"/>
                    <a:pt x="2520" y="3970"/>
                    <a:pt x="2520" y="3781"/>
                  </a:cubicBezTo>
                  <a:lnTo>
                    <a:pt x="2520" y="3340"/>
                  </a:lnTo>
                  <a:lnTo>
                    <a:pt x="2079" y="3340"/>
                  </a:lnTo>
                  <a:cubicBezTo>
                    <a:pt x="1859" y="3340"/>
                    <a:pt x="1701" y="3151"/>
                    <a:pt x="1701" y="2930"/>
                  </a:cubicBezTo>
                  <a:cubicBezTo>
                    <a:pt x="1701" y="2678"/>
                    <a:pt x="1859" y="2489"/>
                    <a:pt x="2079" y="2489"/>
                  </a:cubicBezTo>
                  <a:lnTo>
                    <a:pt x="2520" y="2489"/>
                  </a:lnTo>
                  <a:lnTo>
                    <a:pt x="2520" y="2048"/>
                  </a:lnTo>
                  <a:cubicBezTo>
                    <a:pt x="2520" y="1827"/>
                    <a:pt x="2710" y="1670"/>
                    <a:pt x="2930" y="1670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441"/>
                  </a:cubicBezTo>
                  <a:lnTo>
                    <a:pt x="0" y="5387"/>
                  </a:lnTo>
                  <a:cubicBezTo>
                    <a:pt x="32" y="5639"/>
                    <a:pt x="221" y="5797"/>
                    <a:pt x="441" y="5797"/>
                  </a:cubicBezTo>
                  <a:lnTo>
                    <a:pt x="5387" y="5797"/>
                  </a:lnTo>
                  <a:cubicBezTo>
                    <a:pt x="5639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39" y="0"/>
                    <a:pt x="5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81"/>
            <p:cNvSpPr/>
            <p:nvPr/>
          </p:nvSpPr>
          <p:spPr>
            <a:xfrm>
              <a:off x="-41110575" y="3412375"/>
              <a:ext cx="146525" cy="144150"/>
            </a:xfrm>
            <a:custGeom>
              <a:avLst/>
              <a:gdLst/>
              <a:ahLst/>
              <a:cxnLst/>
              <a:rect l="l" t="t" r="r" b="b"/>
              <a:pathLst>
                <a:path w="5861" h="5766" extrusionOk="0">
                  <a:moveTo>
                    <a:pt x="3450" y="1859"/>
                  </a:moveTo>
                  <a:cubicBezTo>
                    <a:pt x="3561" y="1859"/>
                    <a:pt x="3671" y="1890"/>
                    <a:pt x="3750" y="1953"/>
                  </a:cubicBezTo>
                  <a:cubicBezTo>
                    <a:pt x="3907" y="2111"/>
                    <a:pt x="3907" y="2395"/>
                    <a:pt x="3750" y="2552"/>
                  </a:cubicBezTo>
                  <a:lnTo>
                    <a:pt x="3466" y="2836"/>
                  </a:lnTo>
                  <a:lnTo>
                    <a:pt x="3750" y="3119"/>
                  </a:lnTo>
                  <a:cubicBezTo>
                    <a:pt x="3907" y="3277"/>
                    <a:pt x="3907" y="3529"/>
                    <a:pt x="3750" y="3686"/>
                  </a:cubicBezTo>
                  <a:cubicBezTo>
                    <a:pt x="3671" y="3765"/>
                    <a:pt x="3561" y="3804"/>
                    <a:pt x="3450" y="3804"/>
                  </a:cubicBezTo>
                  <a:cubicBezTo>
                    <a:pt x="3340" y="3804"/>
                    <a:pt x="3230" y="3765"/>
                    <a:pt x="3151" y="3686"/>
                  </a:cubicBezTo>
                  <a:lnTo>
                    <a:pt x="2899" y="3434"/>
                  </a:lnTo>
                  <a:lnTo>
                    <a:pt x="2616" y="3686"/>
                  </a:lnTo>
                  <a:cubicBezTo>
                    <a:pt x="2537" y="3765"/>
                    <a:pt x="2426" y="3804"/>
                    <a:pt x="2316" y="3804"/>
                  </a:cubicBezTo>
                  <a:cubicBezTo>
                    <a:pt x="2206" y="3804"/>
                    <a:pt x="2096" y="3765"/>
                    <a:pt x="2017" y="3686"/>
                  </a:cubicBezTo>
                  <a:cubicBezTo>
                    <a:pt x="1859" y="3529"/>
                    <a:pt x="1859" y="3277"/>
                    <a:pt x="2017" y="3119"/>
                  </a:cubicBezTo>
                  <a:lnTo>
                    <a:pt x="2300" y="2836"/>
                  </a:lnTo>
                  <a:lnTo>
                    <a:pt x="2017" y="2552"/>
                  </a:lnTo>
                  <a:cubicBezTo>
                    <a:pt x="1859" y="2395"/>
                    <a:pt x="1859" y="2111"/>
                    <a:pt x="2017" y="1953"/>
                  </a:cubicBezTo>
                  <a:cubicBezTo>
                    <a:pt x="2096" y="1890"/>
                    <a:pt x="2206" y="1859"/>
                    <a:pt x="2316" y="1859"/>
                  </a:cubicBezTo>
                  <a:cubicBezTo>
                    <a:pt x="2426" y="1859"/>
                    <a:pt x="2537" y="1890"/>
                    <a:pt x="2616" y="1953"/>
                  </a:cubicBezTo>
                  <a:lnTo>
                    <a:pt x="2899" y="2237"/>
                  </a:lnTo>
                  <a:lnTo>
                    <a:pt x="3151" y="1953"/>
                  </a:lnTo>
                  <a:cubicBezTo>
                    <a:pt x="3230" y="1890"/>
                    <a:pt x="3340" y="1859"/>
                    <a:pt x="3450" y="1859"/>
                  </a:cubicBez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lnTo>
                    <a:pt x="1" y="5356"/>
                  </a:lnTo>
                  <a:cubicBezTo>
                    <a:pt x="1" y="5608"/>
                    <a:pt x="221" y="5766"/>
                    <a:pt x="442" y="5766"/>
                  </a:cubicBezTo>
                  <a:lnTo>
                    <a:pt x="5419" y="5766"/>
                  </a:lnTo>
                  <a:cubicBezTo>
                    <a:pt x="5640" y="5766"/>
                    <a:pt x="5861" y="5545"/>
                    <a:pt x="5861" y="5356"/>
                  </a:cubicBezTo>
                  <a:lnTo>
                    <a:pt x="5861" y="378"/>
                  </a:lnTo>
                  <a:cubicBezTo>
                    <a:pt x="5861" y="158"/>
                    <a:pt x="5640" y="0"/>
                    <a:pt x="54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81"/>
            <p:cNvSpPr/>
            <p:nvPr/>
          </p:nvSpPr>
          <p:spPr>
            <a:xfrm>
              <a:off x="-40938875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3750" y="2457"/>
                  </a:moveTo>
                  <a:cubicBezTo>
                    <a:pt x="3970" y="2457"/>
                    <a:pt x="4128" y="2646"/>
                    <a:pt x="4128" y="2867"/>
                  </a:cubicBezTo>
                  <a:cubicBezTo>
                    <a:pt x="4159" y="3151"/>
                    <a:pt x="3970" y="3308"/>
                    <a:pt x="3750" y="3308"/>
                  </a:cubicBezTo>
                  <a:lnTo>
                    <a:pt x="2080" y="3308"/>
                  </a:lnTo>
                  <a:cubicBezTo>
                    <a:pt x="1859" y="3308"/>
                    <a:pt x="1702" y="3119"/>
                    <a:pt x="1702" y="2867"/>
                  </a:cubicBezTo>
                  <a:cubicBezTo>
                    <a:pt x="1702" y="2646"/>
                    <a:pt x="1891" y="2457"/>
                    <a:pt x="2080" y="2457"/>
                  </a:cubicBez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387"/>
                  </a:lnTo>
                  <a:cubicBezTo>
                    <a:pt x="1" y="5639"/>
                    <a:pt x="190" y="5797"/>
                    <a:pt x="442" y="5797"/>
                  </a:cubicBezTo>
                  <a:lnTo>
                    <a:pt x="5388" y="5797"/>
                  </a:lnTo>
                  <a:cubicBezTo>
                    <a:pt x="5640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81"/>
            <p:cNvSpPr/>
            <p:nvPr/>
          </p:nvSpPr>
          <p:spPr>
            <a:xfrm>
              <a:off x="-40938875" y="3411575"/>
              <a:ext cx="145725" cy="144950"/>
            </a:xfrm>
            <a:custGeom>
              <a:avLst/>
              <a:gdLst/>
              <a:ahLst/>
              <a:cxnLst/>
              <a:rect l="l" t="t" r="r" b="b"/>
              <a:pathLst>
                <a:path w="5829" h="5798" extrusionOk="0">
                  <a:moveTo>
                    <a:pt x="3750" y="1639"/>
                  </a:moveTo>
                  <a:cubicBezTo>
                    <a:pt x="3970" y="1639"/>
                    <a:pt x="4128" y="1859"/>
                    <a:pt x="4128" y="2080"/>
                  </a:cubicBezTo>
                  <a:cubicBezTo>
                    <a:pt x="4159" y="2332"/>
                    <a:pt x="3970" y="2490"/>
                    <a:pt x="3750" y="2490"/>
                  </a:cubicBezTo>
                  <a:lnTo>
                    <a:pt x="2080" y="2490"/>
                  </a:lnTo>
                  <a:cubicBezTo>
                    <a:pt x="1859" y="2490"/>
                    <a:pt x="1702" y="2269"/>
                    <a:pt x="1702" y="2080"/>
                  </a:cubicBezTo>
                  <a:cubicBezTo>
                    <a:pt x="1702" y="1859"/>
                    <a:pt x="1891" y="1639"/>
                    <a:pt x="2080" y="1639"/>
                  </a:cubicBezTo>
                  <a:close/>
                  <a:moveTo>
                    <a:pt x="3750" y="3309"/>
                  </a:moveTo>
                  <a:cubicBezTo>
                    <a:pt x="3970" y="3309"/>
                    <a:pt x="4128" y="3498"/>
                    <a:pt x="4128" y="3687"/>
                  </a:cubicBezTo>
                  <a:cubicBezTo>
                    <a:pt x="4159" y="3970"/>
                    <a:pt x="3970" y="4128"/>
                    <a:pt x="3750" y="4128"/>
                  </a:cubicBezTo>
                  <a:lnTo>
                    <a:pt x="2080" y="4128"/>
                  </a:lnTo>
                  <a:cubicBezTo>
                    <a:pt x="1859" y="4128"/>
                    <a:pt x="1702" y="3939"/>
                    <a:pt x="1702" y="3687"/>
                  </a:cubicBezTo>
                  <a:cubicBezTo>
                    <a:pt x="1702" y="3466"/>
                    <a:pt x="1891" y="3309"/>
                    <a:pt x="2080" y="3309"/>
                  </a:cubicBez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5388"/>
                  </a:lnTo>
                  <a:cubicBezTo>
                    <a:pt x="1" y="5640"/>
                    <a:pt x="190" y="5798"/>
                    <a:pt x="442" y="5798"/>
                  </a:cubicBezTo>
                  <a:lnTo>
                    <a:pt x="5388" y="5798"/>
                  </a:lnTo>
                  <a:cubicBezTo>
                    <a:pt x="5640" y="5798"/>
                    <a:pt x="5829" y="5577"/>
                    <a:pt x="5829" y="5388"/>
                  </a:cubicBezTo>
                  <a:lnTo>
                    <a:pt x="5829" y="410"/>
                  </a:ln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1" name="Google Shape;1511;p81"/>
          <p:cNvGrpSpPr/>
          <p:nvPr/>
        </p:nvGrpSpPr>
        <p:grpSpPr>
          <a:xfrm>
            <a:off x="1594077" y="3658634"/>
            <a:ext cx="379146" cy="370967"/>
            <a:chOff x="-41117650" y="3605525"/>
            <a:chExt cx="324500" cy="317500"/>
          </a:xfrm>
        </p:grpSpPr>
        <p:sp>
          <p:nvSpPr>
            <p:cNvPr id="1512" name="Google Shape;1512;p81"/>
            <p:cNvSpPr/>
            <p:nvPr/>
          </p:nvSpPr>
          <p:spPr>
            <a:xfrm>
              <a:off x="-41016850" y="3605525"/>
              <a:ext cx="106350" cy="105375"/>
            </a:xfrm>
            <a:custGeom>
              <a:avLst/>
              <a:gdLst/>
              <a:ahLst/>
              <a:cxnLst/>
              <a:rect l="l" t="t" r="r" b="b"/>
              <a:pathLst>
                <a:path w="4254" h="4215" extrusionOk="0">
                  <a:moveTo>
                    <a:pt x="2064" y="1"/>
                  </a:moveTo>
                  <a:cubicBezTo>
                    <a:pt x="1954" y="1"/>
                    <a:pt x="1844" y="40"/>
                    <a:pt x="1765" y="119"/>
                  </a:cubicBezTo>
                  <a:lnTo>
                    <a:pt x="1" y="1883"/>
                  </a:lnTo>
                  <a:lnTo>
                    <a:pt x="2332" y="4214"/>
                  </a:lnTo>
                  <a:lnTo>
                    <a:pt x="4096" y="2450"/>
                  </a:lnTo>
                  <a:cubicBezTo>
                    <a:pt x="4254" y="2293"/>
                    <a:pt x="4254" y="2009"/>
                    <a:pt x="4096" y="1852"/>
                  </a:cubicBezTo>
                  <a:lnTo>
                    <a:pt x="2364" y="119"/>
                  </a:lnTo>
                  <a:cubicBezTo>
                    <a:pt x="2285" y="40"/>
                    <a:pt x="2175" y="1"/>
                    <a:pt x="20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81"/>
            <p:cNvSpPr/>
            <p:nvPr/>
          </p:nvSpPr>
          <p:spPr>
            <a:xfrm>
              <a:off x="-40900275" y="3721300"/>
              <a:ext cx="107125" cy="105375"/>
            </a:xfrm>
            <a:custGeom>
              <a:avLst/>
              <a:gdLst/>
              <a:ahLst/>
              <a:cxnLst/>
              <a:rect l="l" t="t" r="r" b="b"/>
              <a:pathLst>
                <a:path w="4285" h="4215" extrusionOk="0">
                  <a:moveTo>
                    <a:pt x="2064" y="1"/>
                  </a:moveTo>
                  <a:cubicBezTo>
                    <a:pt x="1954" y="1"/>
                    <a:pt x="1843" y="40"/>
                    <a:pt x="1765" y="119"/>
                  </a:cubicBezTo>
                  <a:lnTo>
                    <a:pt x="0" y="1915"/>
                  </a:lnTo>
                  <a:lnTo>
                    <a:pt x="2300" y="4215"/>
                  </a:lnTo>
                  <a:lnTo>
                    <a:pt x="4128" y="2482"/>
                  </a:lnTo>
                  <a:cubicBezTo>
                    <a:pt x="4285" y="2324"/>
                    <a:pt x="4285" y="2072"/>
                    <a:pt x="4128" y="1915"/>
                  </a:cubicBezTo>
                  <a:lnTo>
                    <a:pt x="2363" y="119"/>
                  </a:lnTo>
                  <a:cubicBezTo>
                    <a:pt x="2285" y="40"/>
                    <a:pt x="2174" y="1"/>
                    <a:pt x="20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81"/>
            <p:cNvSpPr/>
            <p:nvPr/>
          </p:nvSpPr>
          <p:spPr>
            <a:xfrm>
              <a:off x="-41117650" y="3668350"/>
              <a:ext cx="262300" cy="254675"/>
            </a:xfrm>
            <a:custGeom>
              <a:avLst/>
              <a:gdLst/>
              <a:ahLst/>
              <a:cxnLst/>
              <a:rect l="l" t="t" r="r" b="b"/>
              <a:pathLst>
                <a:path w="10492" h="10187" extrusionOk="0">
                  <a:moveTo>
                    <a:pt x="3497" y="0"/>
                  </a:moveTo>
                  <a:lnTo>
                    <a:pt x="1764" y="1733"/>
                  </a:lnTo>
                  <a:cubicBezTo>
                    <a:pt x="1166" y="2332"/>
                    <a:pt x="725" y="3088"/>
                    <a:pt x="504" y="3812"/>
                  </a:cubicBezTo>
                  <a:cubicBezTo>
                    <a:pt x="0" y="5514"/>
                    <a:pt x="410" y="7404"/>
                    <a:pt x="1764" y="8759"/>
                  </a:cubicBezTo>
                  <a:cubicBezTo>
                    <a:pt x="2667" y="9661"/>
                    <a:pt x="3919" y="10187"/>
                    <a:pt x="5273" y="10187"/>
                  </a:cubicBezTo>
                  <a:cubicBezTo>
                    <a:pt x="5384" y="10187"/>
                    <a:pt x="5496" y="10183"/>
                    <a:pt x="5608" y="10176"/>
                  </a:cubicBezTo>
                  <a:cubicBezTo>
                    <a:pt x="6679" y="10082"/>
                    <a:pt x="7876" y="9609"/>
                    <a:pt x="8758" y="8759"/>
                  </a:cubicBezTo>
                  <a:lnTo>
                    <a:pt x="10491" y="7026"/>
                  </a:lnTo>
                  <a:lnTo>
                    <a:pt x="8191" y="4694"/>
                  </a:lnTo>
                  <a:lnTo>
                    <a:pt x="6396" y="6396"/>
                  </a:lnTo>
                  <a:cubicBezTo>
                    <a:pt x="6077" y="6715"/>
                    <a:pt x="5645" y="6880"/>
                    <a:pt x="5214" y="6880"/>
                  </a:cubicBezTo>
                  <a:cubicBezTo>
                    <a:pt x="4794" y="6880"/>
                    <a:pt x="4375" y="6722"/>
                    <a:pt x="4064" y="6396"/>
                  </a:cubicBezTo>
                  <a:cubicBezTo>
                    <a:pt x="3434" y="5766"/>
                    <a:pt x="3434" y="4694"/>
                    <a:pt x="4064" y="4064"/>
                  </a:cubicBezTo>
                  <a:lnTo>
                    <a:pt x="5797" y="2332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5" name="Google Shape;1515;p81"/>
          <p:cNvGrpSpPr/>
          <p:nvPr/>
        </p:nvGrpSpPr>
        <p:grpSpPr>
          <a:xfrm>
            <a:off x="2178818" y="3110822"/>
            <a:ext cx="300016" cy="369273"/>
            <a:chOff x="-39248625" y="3588600"/>
            <a:chExt cx="256775" cy="316050"/>
          </a:xfrm>
        </p:grpSpPr>
        <p:sp>
          <p:nvSpPr>
            <p:cNvPr id="1516" name="Google Shape;1516;p81"/>
            <p:cNvSpPr/>
            <p:nvPr/>
          </p:nvSpPr>
          <p:spPr>
            <a:xfrm>
              <a:off x="-39248625" y="3588600"/>
              <a:ext cx="256775" cy="316050"/>
            </a:xfrm>
            <a:custGeom>
              <a:avLst/>
              <a:gdLst/>
              <a:ahLst/>
              <a:cxnLst/>
              <a:rect l="l" t="t" r="r" b="b"/>
              <a:pathLst>
                <a:path w="10271" h="12642" extrusionOk="0">
                  <a:moveTo>
                    <a:pt x="5364" y="0"/>
                  </a:moveTo>
                  <a:cubicBezTo>
                    <a:pt x="5041" y="0"/>
                    <a:pt x="4710" y="118"/>
                    <a:pt x="4443" y="355"/>
                  </a:cubicBezTo>
                  <a:lnTo>
                    <a:pt x="3277" y="1552"/>
                  </a:lnTo>
                  <a:cubicBezTo>
                    <a:pt x="2804" y="2025"/>
                    <a:pt x="2804" y="2812"/>
                    <a:pt x="3277" y="3316"/>
                  </a:cubicBezTo>
                  <a:lnTo>
                    <a:pt x="3938" y="3978"/>
                  </a:lnTo>
                  <a:lnTo>
                    <a:pt x="1702" y="6215"/>
                  </a:lnTo>
                  <a:cubicBezTo>
                    <a:pt x="1544" y="6152"/>
                    <a:pt x="1355" y="6057"/>
                    <a:pt x="1135" y="6057"/>
                  </a:cubicBezTo>
                  <a:cubicBezTo>
                    <a:pt x="1119" y="6056"/>
                    <a:pt x="1104" y="6056"/>
                    <a:pt x="1089" y="6056"/>
                  </a:cubicBezTo>
                  <a:cubicBezTo>
                    <a:pt x="538" y="6056"/>
                    <a:pt x="0" y="6611"/>
                    <a:pt x="0" y="7286"/>
                  </a:cubicBezTo>
                  <a:cubicBezTo>
                    <a:pt x="0" y="7947"/>
                    <a:pt x="567" y="8515"/>
                    <a:pt x="1229" y="8515"/>
                  </a:cubicBezTo>
                  <a:cubicBezTo>
                    <a:pt x="1418" y="8515"/>
                    <a:pt x="1576" y="8483"/>
                    <a:pt x="1733" y="8388"/>
                  </a:cubicBezTo>
                  <a:lnTo>
                    <a:pt x="3560" y="10216"/>
                  </a:lnTo>
                  <a:cubicBezTo>
                    <a:pt x="2993" y="10720"/>
                    <a:pt x="2615" y="11381"/>
                    <a:pt x="2521" y="12169"/>
                  </a:cubicBezTo>
                  <a:cubicBezTo>
                    <a:pt x="2489" y="12421"/>
                    <a:pt x="2678" y="12642"/>
                    <a:pt x="2930" y="12642"/>
                  </a:cubicBezTo>
                  <a:lnTo>
                    <a:pt x="8633" y="12642"/>
                  </a:lnTo>
                  <a:cubicBezTo>
                    <a:pt x="8853" y="12642"/>
                    <a:pt x="9074" y="12421"/>
                    <a:pt x="9011" y="12169"/>
                  </a:cubicBezTo>
                  <a:cubicBezTo>
                    <a:pt x="8790" y="10562"/>
                    <a:pt x="7404" y="9334"/>
                    <a:pt x="5766" y="9334"/>
                  </a:cubicBezTo>
                  <a:cubicBezTo>
                    <a:pt x="5199" y="9334"/>
                    <a:pt x="4695" y="9491"/>
                    <a:pt x="4222" y="9743"/>
                  </a:cubicBezTo>
                  <a:lnTo>
                    <a:pt x="2300" y="7853"/>
                  </a:lnTo>
                  <a:cubicBezTo>
                    <a:pt x="2363" y="7695"/>
                    <a:pt x="2395" y="7475"/>
                    <a:pt x="2395" y="7286"/>
                  </a:cubicBezTo>
                  <a:cubicBezTo>
                    <a:pt x="2395" y="7097"/>
                    <a:pt x="2363" y="6939"/>
                    <a:pt x="2300" y="6782"/>
                  </a:cubicBezTo>
                  <a:lnTo>
                    <a:pt x="4285" y="4797"/>
                  </a:lnTo>
                  <a:lnTo>
                    <a:pt x="4285" y="4797"/>
                  </a:lnTo>
                  <a:cubicBezTo>
                    <a:pt x="4253" y="5742"/>
                    <a:pt x="4537" y="6624"/>
                    <a:pt x="5073" y="7317"/>
                  </a:cubicBezTo>
                  <a:lnTo>
                    <a:pt x="10271" y="2119"/>
                  </a:lnTo>
                  <a:cubicBezTo>
                    <a:pt x="9636" y="1606"/>
                    <a:pt x="8888" y="1321"/>
                    <a:pt x="8026" y="1321"/>
                  </a:cubicBezTo>
                  <a:cubicBezTo>
                    <a:pt x="7776" y="1321"/>
                    <a:pt x="7516" y="1345"/>
                    <a:pt x="7246" y="1394"/>
                  </a:cubicBezTo>
                  <a:lnTo>
                    <a:pt x="6238" y="355"/>
                  </a:lnTo>
                  <a:cubicBezTo>
                    <a:pt x="6002" y="118"/>
                    <a:pt x="5687" y="0"/>
                    <a:pt x="53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81"/>
            <p:cNvSpPr/>
            <p:nvPr/>
          </p:nvSpPr>
          <p:spPr>
            <a:xfrm>
              <a:off x="-39076150" y="3684875"/>
              <a:ext cx="84300" cy="80300"/>
            </a:xfrm>
            <a:custGeom>
              <a:avLst/>
              <a:gdLst/>
              <a:ahLst/>
              <a:cxnLst/>
              <a:rect l="l" t="t" r="r" b="b"/>
              <a:pathLst>
                <a:path w="3372" h="3212" extrusionOk="0">
                  <a:moveTo>
                    <a:pt x="2868" y="1"/>
                  </a:moveTo>
                  <a:lnTo>
                    <a:pt x="1" y="2868"/>
                  </a:lnTo>
                  <a:cubicBezTo>
                    <a:pt x="353" y="3098"/>
                    <a:pt x="757" y="3212"/>
                    <a:pt x="1156" y="3212"/>
                  </a:cubicBezTo>
                  <a:cubicBezTo>
                    <a:pt x="1686" y="3212"/>
                    <a:pt x="2207" y="3011"/>
                    <a:pt x="2584" y="2616"/>
                  </a:cubicBezTo>
                  <a:cubicBezTo>
                    <a:pt x="3309" y="1891"/>
                    <a:pt x="3372" y="851"/>
                    <a:pt x="28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8" name="Google Shape;1518;p81"/>
          <p:cNvSpPr/>
          <p:nvPr/>
        </p:nvSpPr>
        <p:spPr>
          <a:xfrm>
            <a:off x="509480" y="1492210"/>
            <a:ext cx="369974" cy="368601"/>
          </a:xfrm>
          <a:custGeom>
            <a:avLst/>
            <a:gdLst/>
            <a:ahLst/>
            <a:cxnLst/>
            <a:rect l="l" t="t" r="r" b="b"/>
            <a:pathLst>
              <a:path w="12666" h="12619" extrusionOk="0">
                <a:moveTo>
                  <a:pt x="9294" y="1"/>
                </a:moveTo>
                <a:cubicBezTo>
                  <a:pt x="9192" y="1"/>
                  <a:pt x="9089" y="40"/>
                  <a:pt x="9011" y="119"/>
                </a:cubicBezTo>
                <a:lnTo>
                  <a:pt x="7593" y="1537"/>
                </a:lnTo>
                <a:lnTo>
                  <a:pt x="9011" y="2954"/>
                </a:lnTo>
                <a:cubicBezTo>
                  <a:pt x="9168" y="3112"/>
                  <a:pt x="9168" y="3395"/>
                  <a:pt x="9011" y="3553"/>
                </a:cubicBezTo>
                <a:cubicBezTo>
                  <a:pt x="8932" y="3632"/>
                  <a:pt x="8822" y="3671"/>
                  <a:pt x="8711" y="3671"/>
                </a:cubicBezTo>
                <a:cubicBezTo>
                  <a:pt x="8601" y="3671"/>
                  <a:pt x="8491" y="3632"/>
                  <a:pt x="8412" y="3553"/>
                </a:cubicBezTo>
                <a:lnTo>
                  <a:pt x="6994" y="2135"/>
                </a:lnTo>
                <a:lnTo>
                  <a:pt x="5923" y="3206"/>
                </a:lnTo>
                <a:lnTo>
                  <a:pt x="7341" y="4624"/>
                </a:lnTo>
                <a:cubicBezTo>
                  <a:pt x="7498" y="4782"/>
                  <a:pt x="7498" y="5034"/>
                  <a:pt x="7341" y="5191"/>
                </a:cubicBezTo>
                <a:cubicBezTo>
                  <a:pt x="7262" y="5270"/>
                  <a:pt x="7160" y="5309"/>
                  <a:pt x="7053" y="5309"/>
                </a:cubicBezTo>
                <a:cubicBezTo>
                  <a:pt x="6947" y="5309"/>
                  <a:pt x="6837" y="5270"/>
                  <a:pt x="6742" y="5191"/>
                </a:cubicBezTo>
                <a:lnTo>
                  <a:pt x="5356" y="3773"/>
                </a:lnTo>
                <a:lnTo>
                  <a:pt x="4285" y="4845"/>
                </a:lnTo>
                <a:lnTo>
                  <a:pt x="5703" y="6262"/>
                </a:lnTo>
                <a:cubicBezTo>
                  <a:pt x="5860" y="6420"/>
                  <a:pt x="5860" y="6703"/>
                  <a:pt x="5703" y="6861"/>
                </a:cubicBezTo>
                <a:cubicBezTo>
                  <a:pt x="5624" y="6940"/>
                  <a:pt x="5514" y="6979"/>
                  <a:pt x="5403" y="6979"/>
                </a:cubicBezTo>
                <a:cubicBezTo>
                  <a:pt x="5293" y="6979"/>
                  <a:pt x="5183" y="6940"/>
                  <a:pt x="5104" y="6861"/>
                </a:cubicBezTo>
                <a:lnTo>
                  <a:pt x="3686" y="5443"/>
                </a:lnTo>
                <a:lnTo>
                  <a:pt x="2615" y="6514"/>
                </a:lnTo>
                <a:lnTo>
                  <a:pt x="4096" y="7932"/>
                </a:lnTo>
                <a:cubicBezTo>
                  <a:pt x="4253" y="8090"/>
                  <a:pt x="4253" y="8373"/>
                  <a:pt x="4096" y="8499"/>
                </a:cubicBezTo>
                <a:cubicBezTo>
                  <a:pt x="4017" y="8578"/>
                  <a:pt x="3907" y="8617"/>
                  <a:pt x="3797" y="8617"/>
                </a:cubicBezTo>
                <a:cubicBezTo>
                  <a:pt x="3686" y="8617"/>
                  <a:pt x="3576" y="8578"/>
                  <a:pt x="3497" y="8499"/>
                </a:cubicBezTo>
                <a:lnTo>
                  <a:pt x="2048" y="7081"/>
                </a:lnTo>
                <a:lnTo>
                  <a:pt x="158" y="8972"/>
                </a:lnTo>
                <a:cubicBezTo>
                  <a:pt x="0" y="9129"/>
                  <a:pt x="0" y="9413"/>
                  <a:pt x="158" y="9570"/>
                </a:cubicBezTo>
                <a:lnTo>
                  <a:pt x="3056" y="12500"/>
                </a:lnTo>
                <a:cubicBezTo>
                  <a:pt x="3135" y="12579"/>
                  <a:pt x="3245" y="12618"/>
                  <a:pt x="3356" y="12618"/>
                </a:cubicBezTo>
                <a:cubicBezTo>
                  <a:pt x="3466" y="12618"/>
                  <a:pt x="3576" y="12579"/>
                  <a:pt x="3655" y="12500"/>
                </a:cubicBezTo>
                <a:lnTo>
                  <a:pt x="12508" y="3616"/>
                </a:lnTo>
                <a:cubicBezTo>
                  <a:pt x="12665" y="3458"/>
                  <a:pt x="12665" y="3206"/>
                  <a:pt x="12508" y="3049"/>
                </a:cubicBezTo>
                <a:lnTo>
                  <a:pt x="9578" y="119"/>
                </a:lnTo>
                <a:cubicBezTo>
                  <a:pt x="9499" y="40"/>
                  <a:pt x="9397" y="1"/>
                  <a:pt x="929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9" name="Google Shape;1519;p81"/>
          <p:cNvGrpSpPr/>
          <p:nvPr/>
        </p:nvGrpSpPr>
        <p:grpSpPr>
          <a:xfrm>
            <a:off x="3324119" y="4189423"/>
            <a:ext cx="358640" cy="363226"/>
            <a:chOff x="-42617300" y="3587775"/>
            <a:chExt cx="306950" cy="310875"/>
          </a:xfrm>
        </p:grpSpPr>
        <p:sp>
          <p:nvSpPr>
            <p:cNvPr id="1520" name="Google Shape;1520;p81"/>
            <p:cNvSpPr/>
            <p:nvPr/>
          </p:nvSpPr>
          <p:spPr>
            <a:xfrm>
              <a:off x="-42617300" y="3587775"/>
              <a:ext cx="306950" cy="310875"/>
            </a:xfrm>
            <a:custGeom>
              <a:avLst/>
              <a:gdLst/>
              <a:ahLst/>
              <a:cxnLst/>
              <a:rect l="l" t="t" r="r" b="b"/>
              <a:pathLst>
                <a:path w="12278" h="12435" extrusionOk="0">
                  <a:moveTo>
                    <a:pt x="5905" y="860"/>
                  </a:moveTo>
                  <a:cubicBezTo>
                    <a:pt x="6421" y="860"/>
                    <a:pt x="6926" y="1412"/>
                    <a:pt x="7341" y="2467"/>
                  </a:cubicBezTo>
                  <a:cubicBezTo>
                    <a:pt x="6837" y="2593"/>
                    <a:pt x="6365" y="2782"/>
                    <a:pt x="5892" y="3003"/>
                  </a:cubicBezTo>
                  <a:cubicBezTo>
                    <a:pt x="5419" y="2782"/>
                    <a:pt x="4947" y="2593"/>
                    <a:pt x="4443" y="2467"/>
                  </a:cubicBezTo>
                  <a:cubicBezTo>
                    <a:pt x="4893" y="1381"/>
                    <a:pt x="5404" y="860"/>
                    <a:pt x="5905" y="860"/>
                  </a:cubicBezTo>
                  <a:close/>
                  <a:moveTo>
                    <a:pt x="4191" y="3255"/>
                  </a:moveTo>
                  <a:cubicBezTo>
                    <a:pt x="4443" y="3349"/>
                    <a:pt x="4632" y="3381"/>
                    <a:pt x="4884" y="3475"/>
                  </a:cubicBezTo>
                  <a:cubicBezTo>
                    <a:pt x="4726" y="3538"/>
                    <a:pt x="4600" y="3601"/>
                    <a:pt x="4443" y="3696"/>
                  </a:cubicBezTo>
                  <a:cubicBezTo>
                    <a:pt x="4285" y="3790"/>
                    <a:pt x="4159" y="3853"/>
                    <a:pt x="4002" y="3948"/>
                  </a:cubicBezTo>
                  <a:cubicBezTo>
                    <a:pt x="4096" y="3727"/>
                    <a:pt x="4159" y="3507"/>
                    <a:pt x="4191" y="3255"/>
                  </a:cubicBezTo>
                  <a:close/>
                  <a:moveTo>
                    <a:pt x="7625" y="3318"/>
                  </a:moveTo>
                  <a:cubicBezTo>
                    <a:pt x="7688" y="3507"/>
                    <a:pt x="7751" y="3727"/>
                    <a:pt x="7782" y="3979"/>
                  </a:cubicBezTo>
                  <a:cubicBezTo>
                    <a:pt x="7499" y="3790"/>
                    <a:pt x="7247" y="3633"/>
                    <a:pt x="6963" y="3507"/>
                  </a:cubicBezTo>
                  <a:cubicBezTo>
                    <a:pt x="7184" y="3412"/>
                    <a:pt x="7404" y="3349"/>
                    <a:pt x="7625" y="3318"/>
                  </a:cubicBezTo>
                  <a:close/>
                  <a:moveTo>
                    <a:pt x="2611" y="3034"/>
                  </a:moveTo>
                  <a:cubicBezTo>
                    <a:pt x="2846" y="3034"/>
                    <a:pt x="3110" y="3054"/>
                    <a:pt x="3403" y="3097"/>
                  </a:cubicBezTo>
                  <a:cubicBezTo>
                    <a:pt x="3309" y="3570"/>
                    <a:pt x="3183" y="4042"/>
                    <a:pt x="3151" y="4609"/>
                  </a:cubicBezTo>
                  <a:cubicBezTo>
                    <a:pt x="2742" y="4924"/>
                    <a:pt x="2363" y="5240"/>
                    <a:pt x="1954" y="5586"/>
                  </a:cubicBezTo>
                  <a:cubicBezTo>
                    <a:pt x="712" y="4068"/>
                    <a:pt x="945" y="3034"/>
                    <a:pt x="2611" y="3034"/>
                  </a:cubicBezTo>
                  <a:close/>
                  <a:moveTo>
                    <a:pt x="9301" y="3075"/>
                  </a:moveTo>
                  <a:cubicBezTo>
                    <a:pt x="10879" y="3075"/>
                    <a:pt x="11079" y="4102"/>
                    <a:pt x="9862" y="5618"/>
                  </a:cubicBezTo>
                  <a:cubicBezTo>
                    <a:pt x="9515" y="5271"/>
                    <a:pt x="9137" y="4924"/>
                    <a:pt x="8696" y="4641"/>
                  </a:cubicBezTo>
                  <a:cubicBezTo>
                    <a:pt x="8601" y="4137"/>
                    <a:pt x="8538" y="3601"/>
                    <a:pt x="8412" y="3160"/>
                  </a:cubicBezTo>
                  <a:cubicBezTo>
                    <a:pt x="8746" y="3102"/>
                    <a:pt x="9042" y="3075"/>
                    <a:pt x="9301" y="3075"/>
                  </a:cubicBezTo>
                  <a:close/>
                  <a:moveTo>
                    <a:pt x="8822" y="5744"/>
                  </a:moveTo>
                  <a:cubicBezTo>
                    <a:pt x="9011" y="5901"/>
                    <a:pt x="9169" y="6059"/>
                    <a:pt x="9326" y="6216"/>
                  </a:cubicBezTo>
                  <a:cubicBezTo>
                    <a:pt x="9169" y="6374"/>
                    <a:pt x="8980" y="6531"/>
                    <a:pt x="8822" y="6689"/>
                  </a:cubicBezTo>
                  <a:lnTo>
                    <a:pt x="8822" y="5744"/>
                  </a:lnTo>
                  <a:close/>
                  <a:moveTo>
                    <a:pt x="3025" y="5775"/>
                  </a:moveTo>
                  <a:lnTo>
                    <a:pt x="3025" y="6720"/>
                  </a:lnTo>
                  <a:cubicBezTo>
                    <a:pt x="2836" y="6563"/>
                    <a:pt x="2679" y="6405"/>
                    <a:pt x="2521" y="6248"/>
                  </a:cubicBezTo>
                  <a:cubicBezTo>
                    <a:pt x="2679" y="6090"/>
                    <a:pt x="2868" y="5933"/>
                    <a:pt x="3025" y="5775"/>
                  </a:cubicBezTo>
                  <a:close/>
                  <a:moveTo>
                    <a:pt x="5892" y="3885"/>
                  </a:moveTo>
                  <a:cubicBezTo>
                    <a:pt x="6617" y="4200"/>
                    <a:pt x="7278" y="4609"/>
                    <a:pt x="7908" y="5082"/>
                  </a:cubicBezTo>
                  <a:cubicBezTo>
                    <a:pt x="8003" y="5838"/>
                    <a:pt x="8003" y="6626"/>
                    <a:pt x="7908" y="7413"/>
                  </a:cubicBezTo>
                  <a:cubicBezTo>
                    <a:pt x="7278" y="7823"/>
                    <a:pt x="6585" y="8232"/>
                    <a:pt x="5892" y="8579"/>
                  </a:cubicBezTo>
                  <a:cubicBezTo>
                    <a:pt x="5545" y="8421"/>
                    <a:pt x="5230" y="8232"/>
                    <a:pt x="4884" y="8043"/>
                  </a:cubicBezTo>
                  <a:cubicBezTo>
                    <a:pt x="4537" y="7823"/>
                    <a:pt x="4191" y="7634"/>
                    <a:pt x="3876" y="7413"/>
                  </a:cubicBezTo>
                  <a:cubicBezTo>
                    <a:pt x="3844" y="6657"/>
                    <a:pt x="3844" y="5870"/>
                    <a:pt x="3876" y="5082"/>
                  </a:cubicBezTo>
                  <a:cubicBezTo>
                    <a:pt x="4191" y="4830"/>
                    <a:pt x="4537" y="4641"/>
                    <a:pt x="4884" y="4452"/>
                  </a:cubicBezTo>
                  <a:cubicBezTo>
                    <a:pt x="5230" y="4263"/>
                    <a:pt x="5577" y="4042"/>
                    <a:pt x="5892" y="3885"/>
                  </a:cubicBezTo>
                  <a:close/>
                  <a:moveTo>
                    <a:pt x="4033" y="8516"/>
                  </a:moveTo>
                  <a:cubicBezTo>
                    <a:pt x="4159" y="8579"/>
                    <a:pt x="4317" y="8674"/>
                    <a:pt x="4474" y="8737"/>
                  </a:cubicBezTo>
                  <a:cubicBezTo>
                    <a:pt x="4632" y="8831"/>
                    <a:pt x="4758" y="8894"/>
                    <a:pt x="4915" y="8989"/>
                  </a:cubicBezTo>
                  <a:cubicBezTo>
                    <a:pt x="4663" y="9052"/>
                    <a:pt x="4474" y="9146"/>
                    <a:pt x="4254" y="9178"/>
                  </a:cubicBezTo>
                  <a:cubicBezTo>
                    <a:pt x="4159" y="8926"/>
                    <a:pt x="4096" y="8737"/>
                    <a:pt x="4033" y="8516"/>
                  </a:cubicBezTo>
                  <a:close/>
                  <a:moveTo>
                    <a:pt x="7782" y="8516"/>
                  </a:moveTo>
                  <a:cubicBezTo>
                    <a:pt x="7751" y="8737"/>
                    <a:pt x="7688" y="8989"/>
                    <a:pt x="7625" y="9178"/>
                  </a:cubicBezTo>
                  <a:cubicBezTo>
                    <a:pt x="7404" y="9083"/>
                    <a:pt x="7184" y="9052"/>
                    <a:pt x="6963" y="8989"/>
                  </a:cubicBezTo>
                  <a:cubicBezTo>
                    <a:pt x="7278" y="8831"/>
                    <a:pt x="7499" y="8674"/>
                    <a:pt x="7782" y="8516"/>
                  </a:cubicBezTo>
                  <a:close/>
                  <a:moveTo>
                    <a:pt x="1954" y="6846"/>
                  </a:moveTo>
                  <a:cubicBezTo>
                    <a:pt x="2300" y="7193"/>
                    <a:pt x="2710" y="7571"/>
                    <a:pt x="3151" y="7823"/>
                  </a:cubicBezTo>
                  <a:cubicBezTo>
                    <a:pt x="3214" y="8358"/>
                    <a:pt x="3309" y="8863"/>
                    <a:pt x="3403" y="9335"/>
                  </a:cubicBezTo>
                  <a:cubicBezTo>
                    <a:pt x="3090" y="9388"/>
                    <a:pt x="2806" y="9414"/>
                    <a:pt x="2555" y="9414"/>
                  </a:cubicBezTo>
                  <a:cubicBezTo>
                    <a:pt x="1015" y="9414"/>
                    <a:pt x="681" y="8445"/>
                    <a:pt x="1954" y="6846"/>
                  </a:cubicBezTo>
                  <a:close/>
                  <a:moveTo>
                    <a:pt x="9925" y="6846"/>
                  </a:moveTo>
                  <a:lnTo>
                    <a:pt x="9925" y="6846"/>
                  </a:lnTo>
                  <a:cubicBezTo>
                    <a:pt x="11167" y="8392"/>
                    <a:pt x="10934" y="9430"/>
                    <a:pt x="9267" y="9430"/>
                  </a:cubicBezTo>
                  <a:cubicBezTo>
                    <a:pt x="9032" y="9430"/>
                    <a:pt x="8768" y="9410"/>
                    <a:pt x="8475" y="9367"/>
                  </a:cubicBezTo>
                  <a:cubicBezTo>
                    <a:pt x="8538" y="8894"/>
                    <a:pt x="8664" y="8390"/>
                    <a:pt x="8727" y="7823"/>
                  </a:cubicBezTo>
                  <a:cubicBezTo>
                    <a:pt x="9137" y="7508"/>
                    <a:pt x="9515" y="7193"/>
                    <a:pt x="9925" y="6846"/>
                  </a:cubicBezTo>
                  <a:close/>
                  <a:moveTo>
                    <a:pt x="5924" y="9461"/>
                  </a:moveTo>
                  <a:cubicBezTo>
                    <a:pt x="6396" y="9650"/>
                    <a:pt x="6869" y="9839"/>
                    <a:pt x="7404" y="9965"/>
                  </a:cubicBezTo>
                  <a:cubicBezTo>
                    <a:pt x="6962" y="11056"/>
                    <a:pt x="6440" y="11607"/>
                    <a:pt x="5922" y="11607"/>
                  </a:cubicBezTo>
                  <a:cubicBezTo>
                    <a:pt x="5408" y="11607"/>
                    <a:pt x="4898" y="11064"/>
                    <a:pt x="4474" y="9965"/>
                  </a:cubicBezTo>
                  <a:cubicBezTo>
                    <a:pt x="4978" y="9839"/>
                    <a:pt x="5451" y="9650"/>
                    <a:pt x="5924" y="9461"/>
                  </a:cubicBezTo>
                  <a:close/>
                  <a:moveTo>
                    <a:pt x="5931" y="1"/>
                  </a:moveTo>
                  <a:cubicBezTo>
                    <a:pt x="5817" y="1"/>
                    <a:pt x="5699" y="14"/>
                    <a:pt x="5577" y="41"/>
                  </a:cubicBezTo>
                  <a:cubicBezTo>
                    <a:pt x="4632" y="262"/>
                    <a:pt x="4002" y="1333"/>
                    <a:pt x="3655" y="2278"/>
                  </a:cubicBezTo>
                  <a:cubicBezTo>
                    <a:pt x="3326" y="2223"/>
                    <a:pt x="2973" y="2187"/>
                    <a:pt x="2624" y="2187"/>
                  </a:cubicBezTo>
                  <a:cubicBezTo>
                    <a:pt x="1770" y="2187"/>
                    <a:pt x="939" y="2404"/>
                    <a:pt x="536" y="3097"/>
                  </a:cubicBezTo>
                  <a:cubicBezTo>
                    <a:pt x="1" y="4074"/>
                    <a:pt x="662" y="5334"/>
                    <a:pt x="1387" y="6216"/>
                  </a:cubicBezTo>
                  <a:cubicBezTo>
                    <a:pt x="788" y="6972"/>
                    <a:pt x="158" y="8043"/>
                    <a:pt x="379" y="8926"/>
                  </a:cubicBezTo>
                  <a:cubicBezTo>
                    <a:pt x="599" y="9650"/>
                    <a:pt x="1166" y="10028"/>
                    <a:pt x="1922" y="10186"/>
                  </a:cubicBezTo>
                  <a:cubicBezTo>
                    <a:pt x="2157" y="10241"/>
                    <a:pt x="2410" y="10266"/>
                    <a:pt x="2668" y="10266"/>
                  </a:cubicBezTo>
                  <a:cubicBezTo>
                    <a:pt x="2998" y="10266"/>
                    <a:pt x="3337" y="10225"/>
                    <a:pt x="3655" y="10154"/>
                  </a:cubicBezTo>
                  <a:cubicBezTo>
                    <a:pt x="4221" y="11678"/>
                    <a:pt x="5076" y="12434"/>
                    <a:pt x="5929" y="12434"/>
                  </a:cubicBezTo>
                  <a:cubicBezTo>
                    <a:pt x="6786" y="12434"/>
                    <a:pt x="7639" y="11670"/>
                    <a:pt x="8192" y="10154"/>
                  </a:cubicBezTo>
                  <a:cubicBezTo>
                    <a:pt x="8550" y="10215"/>
                    <a:pt x="8882" y="10243"/>
                    <a:pt x="9186" y="10243"/>
                  </a:cubicBezTo>
                  <a:cubicBezTo>
                    <a:pt x="11589" y="10243"/>
                    <a:pt x="12278" y="8453"/>
                    <a:pt x="10460" y="6216"/>
                  </a:cubicBezTo>
                  <a:cubicBezTo>
                    <a:pt x="12272" y="4014"/>
                    <a:pt x="11618" y="2182"/>
                    <a:pt x="9217" y="2182"/>
                  </a:cubicBezTo>
                  <a:cubicBezTo>
                    <a:pt x="8904" y="2182"/>
                    <a:pt x="8562" y="2213"/>
                    <a:pt x="8192" y="2278"/>
                  </a:cubicBezTo>
                  <a:cubicBezTo>
                    <a:pt x="7765" y="1139"/>
                    <a:pt x="7004" y="1"/>
                    <a:pt x="59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81"/>
            <p:cNvSpPr/>
            <p:nvPr/>
          </p:nvSpPr>
          <p:spPr>
            <a:xfrm>
              <a:off x="-42500725" y="3712425"/>
              <a:ext cx="63025" cy="62275"/>
            </a:xfrm>
            <a:custGeom>
              <a:avLst/>
              <a:gdLst/>
              <a:ahLst/>
              <a:cxnLst/>
              <a:rect l="l" t="t" r="r" b="b"/>
              <a:pathLst>
                <a:path w="2521" h="2491" extrusionOk="0">
                  <a:moveTo>
                    <a:pt x="1313" y="0"/>
                  </a:moveTo>
                  <a:cubicBezTo>
                    <a:pt x="1295" y="0"/>
                    <a:pt x="1278" y="1"/>
                    <a:pt x="1261" y="1"/>
                  </a:cubicBezTo>
                  <a:cubicBezTo>
                    <a:pt x="599" y="1"/>
                    <a:pt x="0" y="569"/>
                    <a:pt x="63" y="1230"/>
                  </a:cubicBezTo>
                  <a:cubicBezTo>
                    <a:pt x="0" y="1955"/>
                    <a:pt x="567" y="2490"/>
                    <a:pt x="1261" y="2490"/>
                  </a:cubicBezTo>
                  <a:cubicBezTo>
                    <a:pt x="1954" y="2490"/>
                    <a:pt x="2521" y="1955"/>
                    <a:pt x="2489" y="1230"/>
                  </a:cubicBezTo>
                  <a:cubicBezTo>
                    <a:pt x="2489" y="585"/>
                    <a:pt x="1980" y="0"/>
                    <a:pt x="13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2" name="Google Shape;1522;p81"/>
          <p:cNvGrpSpPr/>
          <p:nvPr/>
        </p:nvGrpSpPr>
        <p:grpSpPr>
          <a:xfrm>
            <a:off x="3315147" y="1491355"/>
            <a:ext cx="376926" cy="370324"/>
            <a:chOff x="-40748275" y="3238700"/>
            <a:chExt cx="322600" cy="316950"/>
          </a:xfrm>
        </p:grpSpPr>
        <p:sp>
          <p:nvSpPr>
            <p:cNvPr id="1523" name="Google Shape;1523;p81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81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81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81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81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81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9" name="Google Shape;1529;p81"/>
          <p:cNvGrpSpPr/>
          <p:nvPr/>
        </p:nvGrpSpPr>
        <p:grpSpPr>
          <a:xfrm>
            <a:off x="2705176" y="2061051"/>
            <a:ext cx="371814" cy="338690"/>
            <a:chOff x="-40745125" y="3632900"/>
            <a:chExt cx="318225" cy="289875"/>
          </a:xfrm>
        </p:grpSpPr>
        <p:sp>
          <p:nvSpPr>
            <p:cNvPr id="1530" name="Google Shape;1530;p81"/>
            <p:cNvSpPr/>
            <p:nvPr/>
          </p:nvSpPr>
          <p:spPr>
            <a:xfrm>
              <a:off x="-40745125" y="3632900"/>
              <a:ext cx="300125" cy="82725"/>
            </a:xfrm>
            <a:custGeom>
              <a:avLst/>
              <a:gdLst/>
              <a:ahLst/>
              <a:cxnLst/>
              <a:rect l="l" t="t" r="r" b="b"/>
              <a:pathLst>
                <a:path w="12005" h="3309" extrusionOk="0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81"/>
            <p:cNvSpPr/>
            <p:nvPr/>
          </p:nvSpPr>
          <p:spPr>
            <a:xfrm>
              <a:off x="-40508050" y="3736075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81"/>
            <p:cNvSpPr/>
            <p:nvPr/>
          </p:nvSpPr>
          <p:spPr>
            <a:xfrm>
              <a:off x="-40466300" y="3736875"/>
              <a:ext cx="39400" cy="82725"/>
            </a:xfrm>
            <a:custGeom>
              <a:avLst/>
              <a:gdLst/>
              <a:ahLst/>
              <a:cxnLst/>
              <a:rect l="l" t="t" r="r" b="b"/>
              <a:pathLst>
                <a:path w="1576" h="3309" extrusionOk="0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81"/>
            <p:cNvSpPr/>
            <p:nvPr/>
          </p:nvSpPr>
          <p:spPr>
            <a:xfrm>
              <a:off x="-40723050" y="3736075"/>
              <a:ext cx="194550" cy="82725"/>
            </a:xfrm>
            <a:custGeom>
              <a:avLst/>
              <a:gdLst/>
              <a:ahLst/>
              <a:cxnLst/>
              <a:rect l="l" t="t" r="r" b="b"/>
              <a:pathLst>
                <a:path w="7782" h="3309" extrusionOk="0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81"/>
            <p:cNvSpPr/>
            <p:nvPr/>
          </p:nvSpPr>
          <p:spPr>
            <a:xfrm>
              <a:off x="-40681325" y="3839250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81"/>
            <p:cNvSpPr/>
            <p:nvPr/>
          </p:nvSpPr>
          <p:spPr>
            <a:xfrm>
              <a:off x="-40639575" y="3840825"/>
              <a:ext cx="190625" cy="81950"/>
            </a:xfrm>
            <a:custGeom>
              <a:avLst/>
              <a:gdLst/>
              <a:ahLst/>
              <a:cxnLst/>
              <a:rect l="l" t="t" r="r" b="b"/>
              <a:pathLst>
                <a:path w="7625" h="3278" extrusionOk="0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81"/>
            <p:cNvSpPr/>
            <p:nvPr/>
          </p:nvSpPr>
          <p:spPr>
            <a:xfrm>
              <a:off x="-40745125" y="3840050"/>
              <a:ext cx="43350" cy="82725"/>
            </a:xfrm>
            <a:custGeom>
              <a:avLst/>
              <a:gdLst/>
              <a:ahLst/>
              <a:cxnLst/>
              <a:rect l="l" t="t" r="r" b="b"/>
              <a:pathLst>
                <a:path w="1734" h="3309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7" name="Google Shape;1537;p81"/>
          <p:cNvGrpSpPr/>
          <p:nvPr/>
        </p:nvGrpSpPr>
        <p:grpSpPr>
          <a:xfrm>
            <a:off x="2709342" y="2544598"/>
            <a:ext cx="363518" cy="370178"/>
            <a:chOff x="-40742750" y="3972175"/>
            <a:chExt cx="311125" cy="316825"/>
          </a:xfrm>
        </p:grpSpPr>
        <p:sp>
          <p:nvSpPr>
            <p:cNvPr id="1538" name="Google Shape;1538;p81"/>
            <p:cNvSpPr/>
            <p:nvPr/>
          </p:nvSpPr>
          <p:spPr>
            <a:xfrm>
              <a:off x="-40699425" y="4118075"/>
              <a:ext cx="226850" cy="101625"/>
            </a:xfrm>
            <a:custGeom>
              <a:avLst/>
              <a:gdLst/>
              <a:ahLst/>
              <a:cxnLst/>
              <a:rect l="l" t="t" r="r" b="b"/>
              <a:pathLst>
                <a:path w="9074" h="4065" extrusionOk="0">
                  <a:moveTo>
                    <a:pt x="0" y="0"/>
                  </a:moveTo>
                  <a:lnTo>
                    <a:pt x="0" y="2017"/>
                  </a:lnTo>
                  <a:cubicBezTo>
                    <a:pt x="0" y="3529"/>
                    <a:pt x="2741" y="4065"/>
                    <a:pt x="4505" y="4065"/>
                  </a:cubicBezTo>
                  <a:cubicBezTo>
                    <a:pt x="6774" y="4065"/>
                    <a:pt x="9074" y="3371"/>
                    <a:pt x="9074" y="2017"/>
                  </a:cubicBezTo>
                  <a:lnTo>
                    <a:pt x="9074" y="0"/>
                  </a:lnTo>
                  <a:lnTo>
                    <a:pt x="5135" y="2237"/>
                  </a:lnTo>
                  <a:cubicBezTo>
                    <a:pt x="4953" y="2359"/>
                    <a:pt x="4748" y="2415"/>
                    <a:pt x="4546" y="2415"/>
                  </a:cubicBezTo>
                  <a:cubicBezTo>
                    <a:pt x="4330" y="2415"/>
                    <a:pt x="4117" y="2351"/>
                    <a:pt x="3938" y="2237"/>
                  </a:cubicBezTo>
                  <a:cubicBezTo>
                    <a:pt x="3623" y="2048"/>
                    <a:pt x="315" y="22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81"/>
            <p:cNvSpPr/>
            <p:nvPr/>
          </p:nvSpPr>
          <p:spPr>
            <a:xfrm>
              <a:off x="-40742750" y="3972175"/>
              <a:ext cx="311125" cy="316825"/>
            </a:xfrm>
            <a:custGeom>
              <a:avLst/>
              <a:gdLst/>
              <a:ahLst/>
              <a:cxnLst/>
              <a:rect l="l" t="t" r="r" b="b"/>
              <a:pathLst>
                <a:path w="12445" h="12673" extrusionOk="0">
                  <a:moveTo>
                    <a:pt x="6254" y="0"/>
                  </a:moveTo>
                  <a:cubicBezTo>
                    <a:pt x="6183" y="0"/>
                    <a:pt x="6112" y="24"/>
                    <a:pt x="6049" y="71"/>
                  </a:cubicBezTo>
                  <a:lnTo>
                    <a:pt x="284" y="3379"/>
                  </a:lnTo>
                  <a:cubicBezTo>
                    <a:pt x="0" y="3537"/>
                    <a:pt x="0" y="3915"/>
                    <a:pt x="284" y="4072"/>
                  </a:cubicBezTo>
                  <a:lnTo>
                    <a:pt x="6049" y="7380"/>
                  </a:lnTo>
                  <a:cubicBezTo>
                    <a:pt x="6112" y="7427"/>
                    <a:pt x="6183" y="7451"/>
                    <a:pt x="6254" y="7451"/>
                  </a:cubicBezTo>
                  <a:cubicBezTo>
                    <a:pt x="6325" y="7451"/>
                    <a:pt x="6396" y="7427"/>
                    <a:pt x="6459" y="7380"/>
                  </a:cubicBezTo>
                  <a:cubicBezTo>
                    <a:pt x="11374" y="4545"/>
                    <a:pt x="11626" y="4419"/>
                    <a:pt x="11626" y="4419"/>
                  </a:cubicBezTo>
                  <a:lnTo>
                    <a:pt x="11626" y="12263"/>
                  </a:lnTo>
                  <a:cubicBezTo>
                    <a:pt x="11657" y="12515"/>
                    <a:pt x="11846" y="12673"/>
                    <a:pt x="12035" y="12673"/>
                  </a:cubicBezTo>
                  <a:cubicBezTo>
                    <a:pt x="12287" y="12673"/>
                    <a:pt x="12445" y="12452"/>
                    <a:pt x="12445" y="12263"/>
                  </a:cubicBezTo>
                  <a:lnTo>
                    <a:pt x="12445" y="3726"/>
                  </a:lnTo>
                  <a:cubicBezTo>
                    <a:pt x="12445" y="3568"/>
                    <a:pt x="12319" y="3411"/>
                    <a:pt x="12256" y="3379"/>
                  </a:cubicBezTo>
                  <a:lnTo>
                    <a:pt x="6459" y="71"/>
                  </a:lnTo>
                  <a:cubicBezTo>
                    <a:pt x="6396" y="24"/>
                    <a:pt x="6325" y="0"/>
                    <a:pt x="6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0" name="Google Shape;1540;p81"/>
          <p:cNvGrpSpPr/>
          <p:nvPr/>
        </p:nvGrpSpPr>
        <p:grpSpPr>
          <a:xfrm>
            <a:off x="2138757" y="3660560"/>
            <a:ext cx="380081" cy="367111"/>
            <a:chOff x="-38905225" y="3591875"/>
            <a:chExt cx="325300" cy="314200"/>
          </a:xfrm>
        </p:grpSpPr>
        <p:sp>
          <p:nvSpPr>
            <p:cNvPr id="1541" name="Google Shape;1541;p81"/>
            <p:cNvSpPr/>
            <p:nvPr/>
          </p:nvSpPr>
          <p:spPr>
            <a:xfrm>
              <a:off x="-38716975" y="3591875"/>
              <a:ext cx="137050" cy="131625"/>
            </a:xfrm>
            <a:custGeom>
              <a:avLst/>
              <a:gdLst/>
              <a:ahLst/>
              <a:cxnLst/>
              <a:rect l="l" t="t" r="r" b="b"/>
              <a:pathLst>
                <a:path w="5482" h="5265" extrusionOk="0">
                  <a:moveTo>
                    <a:pt x="1543" y="1"/>
                  </a:moveTo>
                  <a:cubicBezTo>
                    <a:pt x="987" y="1"/>
                    <a:pt x="447" y="38"/>
                    <a:pt x="0" y="98"/>
                  </a:cubicBezTo>
                  <a:lnTo>
                    <a:pt x="5167" y="5265"/>
                  </a:lnTo>
                  <a:cubicBezTo>
                    <a:pt x="5482" y="3311"/>
                    <a:pt x="5198" y="1326"/>
                    <a:pt x="4568" y="696"/>
                  </a:cubicBezTo>
                  <a:cubicBezTo>
                    <a:pt x="4029" y="178"/>
                    <a:pt x="2751" y="1"/>
                    <a:pt x="15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81"/>
            <p:cNvSpPr/>
            <p:nvPr/>
          </p:nvSpPr>
          <p:spPr>
            <a:xfrm>
              <a:off x="-38905225" y="3774675"/>
              <a:ext cx="137075" cy="131400"/>
            </a:xfrm>
            <a:custGeom>
              <a:avLst/>
              <a:gdLst/>
              <a:ahLst/>
              <a:cxnLst/>
              <a:rect l="l" t="t" r="r" b="b"/>
              <a:pathLst>
                <a:path w="5483" h="5256" extrusionOk="0">
                  <a:moveTo>
                    <a:pt x="316" y="0"/>
                  </a:moveTo>
                  <a:lnTo>
                    <a:pt x="316" y="0"/>
                  </a:lnTo>
                  <a:cubicBezTo>
                    <a:pt x="0" y="1922"/>
                    <a:pt x="253" y="3907"/>
                    <a:pt x="914" y="4569"/>
                  </a:cubicBezTo>
                  <a:cubicBezTo>
                    <a:pt x="1376" y="5031"/>
                    <a:pt x="2601" y="5256"/>
                    <a:pt x="3967" y="5256"/>
                  </a:cubicBezTo>
                  <a:cubicBezTo>
                    <a:pt x="4464" y="5256"/>
                    <a:pt x="4979" y="5226"/>
                    <a:pt x="5482" y="5167"/>
                  </a:cubicBezTo>
                  <a:lnTo>
                    <a:pt x="3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81"/>
            <p:cNvSpPr/>
            <p:nvPr/>
          </p:nvSpPr>
          <p:spPr>
            <a:xfrm>
              <a:off x="-38891050" y="3599025"/>
              <a:ext cx="298525" cy="300900"/>
            </a:xfrm>
            <a:custGeom>
              <a:avLst/>
              <a:gdLst/>
              <a:ahLst/>
              <a:cxnLst/>
              <a:rect l="l" t="t" r="r" b="b"/>
              <a:pathLst>
                <a:path w="11941" h="12036" extrusionOk="0">
                  <a:moveTo>
                    <a:pt x="6349" y="2687"/>
                  </a:moveTo>
                  <a:cubicBezTo>
                    <a:pt x="6459" y="2687"/>
                    <a:pt x="6569" y="2726"/>
                    <a:pt x="6648" y="2805"/>
                  </a:cubicBezTo>
                  <a:lnTo>
                    <a:pt x="7593" y="3750"/>
                  </a:lnTo>
                  <a:lnTo>
                    <a:pt x="7719" y="3655"/>
                  </a:lnTo>
                  <a:cubicBezTo>
                    <a:pt x="7798" y="3577"/>
                    <a:pt x="7908" y="3537"/>
                    <a:pt x="8019" y="3537"/>
                  </a:cubicBezTo>
                  <a:cubicBezTo>
                    <a:pt x="8129" y="3537"/>
                    <a:pt x="8239" y="3577"/>
                    <a:pt x="8318" y="3655"/>
                  </a:cubicBezTo>
                  <a:cubicBezTo>
                    <a:pt x="8475" y="3813"/>
                    <a:pt x="8475" y="4065"/>
                    <a:pt x="8318" y="4222"/>
                  </a:cubicBezTo>
                  <a:lnTo>
                    <a:pt x="8192" y="4348"/>
                  </a:lnTo>
                  <a:lnTo>
                    <a:pt x="9137" y="5294"/>
                  </a:lnTo>
                  <a:cubicBezTo>
                    <a:pt x="9295" y="5451"/>
                    <a:pt x="9295" y="5735"/>
                    <a:pt x="9137" y="5892"/>
                  </a:cubicBezTo>
                  <a:cubicBezTo>
                    <a:pt x="9058" y="5971"/>
                    <a:pt x="8948" y="6010"/>
                    <a:pt x="8838" y="6010"/>
                  </a:cubicBezTo>
                  <a:cubicBezTo>
                    <a:pt x="8727" y="6010"/>
                    <a:pt x="8617" y="5971"/>
                    <a:pt x="8538" y="5892"/>
                  </a:cubicBezTo>
                  <a:lnTo>
                    <a:pt x="7593" y="4947"/>
                  </a:lnTo>
                  <a:lnTo>
                    <a:pt x="6522" y="6018"/>
                  </a:lnTo>
                  <a:lnTo>
                    <a:pt x="7467" y="6963"/>
                  </a:lnTo>
                  <a:cubicBezTo>
                    <a:pt x="7625" y="7089"/>
                    <a:pt x="7625" y="7373"/>
                    <a:pt x="7467" y="7530"/>
                  </a:cubicBezTo>
                  <a:cubicBezTo>
                    <a:pt x="7388" y="7609"/>
                    <a:pt x="7286" y="7649"/>
                    <a:pt x="7184" y="7649"/>
                  </a:cubicBezTo>
                  <a:cubicBezTo>
                    <a:pt x="7081" y="7649"/>
                    <a:pt x="6979" y="7609"/>
                    <a:pt x="6900" y="7530"/>
                  </a:cubicBezTo>
                  <a:lnTo>
                    <a:pt x="5955" y="6585"/>
                  </a:lnTo>
                  <a:lnTo>
                    <a:pt x="4884" y="7656"/>
                  </a:lnTo>
                  <a:lnTo>
                    <a:pt x="5829" y="8602"/>
                  </a:lnTo>
                  <a:cubicBezTo>
                    <a:pt x="5987" y="8759"/>
                    <a:pt x="5987" y="9043"/>
                    <a:pt x="5829" y="9200"/>
                  </a:cubicBezTo>
                  <a:cubicBezTo>
                    <a:pt x="5750" y="9279"/>
                    <a:pt x="5640" y="9318"/>
                    <a:pt x="5530" y="9318"/>
                  </a:cubicBezTo>
                  <a:cubicBezTo>
                    <a:pt x="5419" y="9318"/>
                    <a:pt x="5309" y="9279"/>
                    <a:pt x="5230" y="9200"/>
                  </a:cubicBezTo>
                  <a:lnTo>
                    <a:pt x="4285" y="8255"/>
                  </a:lnTo>
                  <a:lnTo>
                    <a:pt x="4159" y="8381"/>
                  </a:lnTo>
                  <a:cubicBezTo>
                    <a:pt x="4080" y="8460"/>
                    <a:pt x="3978" y="8499"/>
                    <a:pt x="3876" y="8499"/>
                  </a:cubicBezTo>
                  <a:cubicBezTo>
                    <a:pt x="3773" y="8499"/>
                    <a:pt x="3671" y="8460"/>
                    <a:pt x="3592" y="8381"/>
                  </a:cubicBezTo>
                  <a:cubicBezTo>
                    <a:pt x="3435" y="8224"/>
                    <a:pt x="3435" y="7940"/>
                    <a:pt x="3592" y="7782"/>
                  </a:cubicBezTo>
                  <a:lnTo>
                    <a:pt x="3687" y="7656"/>
                  </a:lnTo>
                  <a:lnTo>
                    <a:pt x="2742" y="6711"/>
                  </a:lnTo>
                  <a:cubicBezTo>
                    <a:pt x="2584" y="6554"/>
                    <a:pt x="2584" y="6270"/>
                    <a:pt x="2742" y="6113"/>
                  </a:cubicBezTo>
                  <a:cubicBezTo>
                    <a:pt x="2820" y="6034"/>
                    <a:pt x="2931" y="5995"/>
                    <a:pt x="3041" y="5995"/>
                  </a:cubicBezTo>
                  <a:cubicBezTo>
                    <a:pt x="3151" y="5995"/>
                    <a:pt x="3261" y="6034"/>
                    <a:pt x="3340" y="6113"/>
                  </a:cubicBezTo>
                  <a:lnTo>
                    <a:pt x="4285" y="7058"/>
                  </a:lnTo>
                  <a:lnTo>
                    <a:pt x="5356" y="6018"/>
                  </a:lnTo>
                  <a:lnTo>
                    <a:pt x="4411" y="5073"/>
                  </a:lnTo>
                  <a:cubicBezTo>
                    <a:pt x="4254" y="4916"/>
                    <a:pt x="4254" y="4632"/>
                    <a:pt x="4411" y="4474"/>
                  </a:cubicBezTo>
                  <a:cubicBezTo>
                    <a:pt x="4490" y="4396"/>
                    <a:pt x="4600" y="4356"/>
                    <a:pt x="4711" y="4356"/>
                  </a:cubicBezTo>
                  <a:cubicBezTo>
                    <a:pt x="4821" y="4356"/>
                    <a:pt x="4931" y="4396"/>
                    <a:pt x="5010" y="4474"/>
                  </a:cubicBezTo>
                  <a:lnTo>
                    <a:pt x="5955" y="5420"/>
                  </a:lnTo>
                  <a:lnTo>
                    <a:pt x="6995" y="4348"/>
                  </a:lnTo>
                  <a:lnTo>
                    <a:pt x="6050" y="3403"/>
                  </a:lnTo>
                  <a:cubicBezTo>
                    <a:pt x="5892" y="3246"/>
                    <a:pt x="5892" y="2962"/>
                    <a:pt x="6050" y="2805"/>
                  </a:cubicBezTo>
                  <a:cubicBezTo>
                    <a:pt x="6128" y="2726"/>
                    <a:pt x="6239" y="2687"/>
                    <a:pt x="6349" y="2687"/>
                  </a:cubicBezTo>
                  <a:close/>
                  <a:moveTo>
                    <a:pt x="5987" y="1"/>
                  </a:moveTo>
                  <a:cubicBezTo>
                    <a:pt x="2805" y="757"/>
                    <a:pt x="788" y="3025"/>
                    <a:pt x="1" y="6081"/>
                  </a:cubicBezTo>
                  <a:lnTo>
                    <a:pt x="5955" y="12036"/>
                  </a:lnTo>
                  <a:cubicBezTo>
                    <a:pt x="9106" y="11248"/>
                    <a:pt x="11153" y="9043"/>
                    <a:pt x="11941" y="5955"/>
                  </a:cubicBezTo>
                  <a:lnTo>
                    <a:pt x="59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4" name="Google Shape;1544;p81"/>
          <p:cNvGrpSpPr/>
          <p:nvPr/>
        </p:nvGrpSpPr>
        <p:grpSpPr>
          <a:xfrm>
            <a:off x="3936422" y="4186170"/>
            <a:ext cx="290815" cy="369740"/>
            <a:chOff x="-37370925" y="3579105"/>
            <a:chExt cx="248900" cy="316450"/>
          </a:xfrm>
        </p:grpSpPr>
        <p:sp>
          <p:nvSpPr>
            <p:cNvPr id="1545" name="Google Shape;1545;p81"/>
            <p:cNvSpPr/>
            <p:nvPr/>
          </p:nvSpPr>
          <p:spPr>
            <a:xfrm>
              <a:off x="-37268550" y="3671055"/>
              <a:ext cx="83525" cy="82525"/>
            </a:xfrm>
            <a:custGeom>
              <a:avLst/>
              <a:gdLst/>
              <a:ahLst/>
              <a:cxnLst/>
              <a:rect l="l" t="t" r="r" b="b"/>
              <a:pathLst>
                <a:path w="3341" h="3301" extrusionOk="0">
                  <a:moveTo>
                    <a:pt x="2238" y="1"/>
                  </a:moveTo>
                  <a:lnTo>
                    <a:pt x="1" y="2237"/>
                  </a:lnTo>
                  <a:lnTo>
                    <a:pt x="946" y="3183"/>
                  </a:lnTo>
                  <a:cubicBezTo>
                    <a:pt x="1040" y="3261"/>
                    <a:pt x="1151" y="3301"/>
                    <a:pt x="1257" y="3301"/>
                  </a:cubicBezTo>
                  <a:cubicBezTo>
                    <a:pt x="1363" y="3301"/>
                    <a:pt x="1466" y="3261"/>
                    <a:pt x="1545" y="3183"/>
                  </a:cubicBezTo>
                  <a:lnTo>
                    <a:pt x="3183" y="1544"/>
                  </a:lnTo>
                  <a:cubicBezTo>
                    <a:pt x="3340" y="1387"/>
                    <a:pt x="3340" y="1103"/>
                    <a:pt x="3183" y="946"/>
                  </a:cubicBezTo>
                  <a:lnTo>
                    <a:pt x="22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81"/>
            <p:cNvSpPr/>
            <p:nvPr/>
          </p:nvSpPr>
          <p:spPr>
            <a:xfrm>
              <a:off x="-37370925" y="3579105"/>
              <a:ext cx="248900" cy="316450"/>
            </a:xfrm>
            <a:custGeom>
              <a:avLst/>
              <a:gdLst/>
              <a:ahLst/>
              <a:cxnLst/>
              <a:rect l="l" t="t" r="r" b="b"/>
              <a:pathLst>
                <a:path w="9956" h="12658" extrusionOk="0">
                  <a:moveTo>
                    <a:pt x="4537" y="8625"/>
                  </a:moveTo>
                  <a:cubicBezTo>
                    <a:pt x="4757" y="8625"/>
                    <a:pt x="4946" y="8845"/>
                    <a:pt x="4946" y="9066"/>
                  </a:cubicBezTo>
                  <a:cubicBezTo>
                    <a:pt x="4915" y="9255"/>
                    <a:pt x="4757" y="9475"/>
                    <a:pt x="4537" y="9475"/>
                  </a:cubicBezTo>
                  <a:cubicBezTo>
                    <a:pt x="4285" y="9475"/>
                    <a:pt x="4096" y="9255"/>
                    <a:pt x="4096" y="9066"/>
                  </a:cubicBezTo>
                  <a:cubicBezTo>
                    <a:pt x="4096" y="8845"/>
                    <a:pt x="4285" y="8625"/>
                    <a:pt x="4537" y="8625"/>
                  </a:cubicBezTo>
                  <a:close/>
                  <a:moveTo>
                    <a:pt x="2615" y="0"/>
                  </a:moveTo>
                  <a:cubicBezTo>
                    <a:pt x="2513" y="0"/>
                    <a:pt x="2410" y="40"/>
                    <a:pt x="2332" y="119"/>
                  </a:cubicBezTo>
                  <a:lnTo>
                    <a:pt x="662" y="1788"/>
                  </a:lnTo>
                  <a:cubicBezTo>
                    <a:pt x="504" y="1946"/>
                    <a:pt x="504" y="2229"/>
                    <a:pt x="662" y="2355"/>
                  </a:cubicBezTo>
                  <a:lnTo>
                    <a:pt x="1764" y="3458"/>
                  </a:lnTo>
                  <a:cubicBezTo>
                    <a:pt x="1166" y="4183"/>
                    <a:pt x="819" y="5096"/>
                    <a:pt x="819" y="6073"/>
                  </a:cubicBezTo>
                  <a:cubicBezTo>
                    <a:pt x="819" y="7774"/>
                    <a:pt x="1859" y="9223"/>
                    <a:pt x="3308" y="9853"/>
                  </a:cubicBezTo>
                  <a:lnTo>
                    <a:pt x="3308" y="10200"/>
                  </a:lnTo>
                  <a:lnTo>
                    <a:pt x="1229" y="10200"/>
                  </a:lnTo>
                  <a:cubicBezTo>
                    <a:pt x="536" y="10200"/>
                    <a:pt x="0" y="10767"/>
                    <a:pt x="0" y="11429"/>
                  </a:cubicBezTo>
                  <a:lnTo>
                    <a:pt x="0" y="12248"/>
                  </a:lnTo>
                  <a:cubicBezTo>
                    <a:pt x="0" y="12500"/>
                    <a:pt x="189" y="12657"/>
                    <a:pt x="441" y="12657"/>
                  </a:cubicBezTo>
                  <a:lnTo>
                    <a:pt x="8696" y="12657"/>
                  </a:lnTo>
                  <a:cubicBezTo>
                    <a:pt x="8948" y="12657"/>
                    <a:pt x="9137" y="12468"/>
                    <a:pt x="9137" y="12248"/>
                  </a:cubicBezTo>
                  <a:lnTo>
                    <a:pt x="9137" y="11429"/>
                  </a:lnTo>
                  <a:cubicBezTo>
                    <a:pt x="9137" y="10767"/>
                    <a:pt x="8570" y="10200"/>
                    <a:pt x="7876" y="10200"/>
                  </a:cubicBezTo>
                  <a:lnTo>
                    <a:pt x="5797" y="10200"/>
                  </a:lnTo>
                  <a:lnTo>
                    <a:pt x="5797" y="10137"/>
                  </a:lnTo>
                  <a:cubicBezTo>
                    <a:pt x="7120" y="9853"/>
                    <a:pt x="8223" y="8940"/>
                    <a:pt x="8790" y="7743"/>
                  </a:cubicBezTo>
                  <a:lnTo>
                    <a:pt x="9515" y="7743"/>
                  </a:lnTo>
                  <a:cubicBezTo>
                    <a:pt x="9767" y="7743"/>
                    <a:pt x="9956" y="7522"/>
                    <a:pt x="9956" y="7333"/>
                  </a:cubicBezTo>
                  <a:cubicBezTo>
                    <a:pt x="9893" y="7176"/>
                    <a:pt x="9735" y="6987"/>
                    <a:pt x="9483" y="6987"/>
                  </a:cubicBezTo>
                  <a:lnTo>
                    <a:pt x="6994" y="6987"/>
                  </a:lnTo>
                  <a:cubicBezTo>
                    <a:pt x="6774" y="6987"/>
                    <a:pt x="6585" y="7176"/>
                    <a:pt x="6585" y="7365"/>
                  </a:cubicBezTo>
                  <a:cubicBezTo>
                    <a:pt x="6585" y="7617"/>
                    <a:pt x="6774" y="7774"/>
                    <a:pt x="6994" y="7774"/>
                  </a:cubicBezTo>
                  <a:lnTo>
                    <a:pt x="7845" y="7774"/>
                  </a:lnTo>
                  <a:cubicBezTo>
                    <a:pt x="7404" y="8530"/>
                    <a:pt x="6648" y="9097"/>
                    <a:pt x="5734" y="9318"/>
                  </a:cubicBezTo>
                  <a:lnTo>
                    <a:pt x="5734" y="8971"/>
                  </a:lnTo>
                  <a:cubicBezTo>
                    <a:pt x="5734" y="8310"/>
                    <a:pt x="5198" y="7774"/>
                    <a:pt x="4537" y="7743"/>
                  </a:cubicBezTo>
                  <a:cubicBezTo>
                    <a:pt x="3844" y="7743"/>
                    <a:pt x="3308" y="8278"/>
                    <a:pt x="3308" y="8940"/>
                  </a:cubicBezTo>
                  <a:cubicBezTo>
                    <a:pt x="2332" y="8373"/>
                    <a:pt x="1638" y="7302"/>
                    <a:pt x="1638" y="6073"/>
                  </a:cubicBezTo>
                  <a:cubicBezTo>
                    <a:pt x="1638" y="5285"/>
                    <a:pt x="1922" y="4624"/>
                    <a:pt x="2363" y="4057"/>
                  </a:cubicBezTo>
                  <a:lnTo>
                    <a:pt x="3529" y="5254"/>
                  </a:lnTo>
                  <a:lnTo>
                    <a:pt x="5797" y="3017"/>
                  </a:lnTo>
                  <a:lnTo>
                    <a:pt x="2899" y="119"/>
                  </a:lnTo>
                  <a:cubicBezTo>
                    <a:pt x="2820" y="40"/>
                    <a:pt x="2717" y="0"/>
                    <a:pt x="2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7" name="Google Shape;1547;p81"/>
          <p:cNvSpPr/>
          <p:nvPr/>
        </p:nvSpPr>
        <p:spPr>
          <a:xfrm>
            <a:off x="1029047" y="3659403"/>
            <a:ext cx="364453" cy="369419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81"/>
          <p:cNvSpPr/>
          <p:nvPr/>
        </p:nvSpPr>
        <p:spPr>
          <a:xfrm>
            <a:off x="3924517" y="2044484"/>
            <a:ext cx="314767" cy="371814"/>
          </a:xfrm>
          <a:custGeom>
            <a:avLst/>
            <a:gdLst/>
            <a:ahLst/>
            <a:cxnLst/>
            <a:rect l="l" t="t" r="r" b="b"/>
            <a:pathLst>
              <a:path w="10776" h="12729" extrusionOk="0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9" name="Google Shape;1549;p81"/>
          <p:cNvGrpSpPr/>
          <p:nvPr/>
        </p:nvGrpSpPr>
        <p:grpSpPr>
          <a:xfrm>
            <a:off x="3318006" y="2061511"/>
            <a:ext cx="370879" cy="337755"/>
            <a:chOff x="-40378075" y="3267450"/>
            <a:chExt cx="317425" cy="289075"/>
          </a:xfrm>
        </p:grpSpPr>
        <p:sp>
          <p:nvSpPr>
            <p:cNvPr id="1550" name="Google Shape;1550;p81"/>
            <p:cNvSpPr/>
            <p:nvPr/>
          </p:nvSpPr>
          <p:spPr>
            <a:xfrm>
              <a:off x="-40218975" y="3308400"/>
              <a:ext cx="158325" cy="248125"/>
            </a:xfrm>
            <a:custGeom>
              <a:avLst/>
              <a:gdLst/>
              <a:ahLst/>
              <a:cxnLst/>
              <a:rect l="l" t="t" r="r" b="b"/>
              <a:pathLst>
                <a:path w="6333" h="9925" extrusionOk="0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81"/>
            <p:cNvSpPr/>
            <p:nvPr/>
          </p:nvSpPr>
          <p:spPr>
            <a:xfrm>
              <a:off x="-40316650" y="3267450"/>
              <a:ext cx="86675" cy="257575"/>
            </a:xfrm>
            <a:custGeom>
              <a:avLst/>
              <a:gdLst/>
              <a:ahLst/>
              <a:cxnLst/>
              <a:rect l="l" t="t" r="r" b="b"/>
              <a:pathLst>
                <a:path w="3467" h="10303" extrusionOk="0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81"/>
            <p:cNvSpPr/>
            <p:nvPr/>
          </p:nvSpPr>
          <p:spPr>
            <a:xfrm>
              <a:off x="-40209525" y="3267450"/>
              <a:ext cx="86650" cy="257575"/>
            </a:xfrm>
            <a:custGeom>
              <a:avLst/>
              <a:gdLst/>
              <a:ahLst/>
              <a:cxnLst/>
              <a:rect l="l" t="t" r="r" b="b"/>
              <a:pathLst>
                <a:path w="3466" h="10303" extrusionOk="0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81"/>
            <p:cNvSpPr/>
            <p:nvPr/>
          </p:nvSpPr>
          <p:spPr>
            <a:xfrm>
              <a:off x="-40378075" y="3308400"/>
              <a:ext cx="157550" cy="248125"/>
            </a:xfrm>
            <a:custGeom>
              <a:avLst/>
              <a:gdLst/>
              <a:ahLst/>
              <a:cxnLst/>
              <a:rect l="l" t="t" r="r" b="b"/>
              <a:pathLst>
                <a:path w="6302" h="9925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4" name="Google Shape;1554;p81"/>
          <p:cNvGrpSpPr/>
          <p:nvPr/>
        </p:nvGrpSpPr>
        <p:grpSpPr>
          <a:xfrm>
            <a:off x="512774" y="4186046"/>
            <a:ext cx="363548" cy="369974"/>
            <a:chOff x="-40372575" y="3604550"/>
            <a:chExt cx="311150" cy="316650"/>
          </a:xfrm>
        </p:grpSpPr>
        <p:sp>
          <p:nvSpPr>
            <p:cNvPr id="1555" name="Google Shape;1555;p81"/>
            <p:cNvSpPr/>
            <p:nvPr/>
          </p:nvSpPr>
          <p:spPr>
            <a:xfrm>
              <a:off x="-40372575" y="3604550"/>
              <a:ext cx="311150" cy="134475"/>
            </a:xfrm>
            <a:custGeom>
              <a:avLst/>
              <a:gdLst/>
              <a:ahLst/>
              <a:cxnLst/>
              <a:rect l="l" t="t" r="r" b="b"/>
              <a:pathLst>
                <a:path w="12446" h="5379" extrusionOk="0">
                  <a:moveTo>
                    <a:pt x="3088" y="0"/>
                  </a:moveTo>
                  <a:cubicBezTo>
                    <a:pt x="1639" y="0"/>
                    <a:pt x="316" y="1008"/>
                    <a:pt x="95" y="2489"/>
                  </a:cubicBezTo>
                  <a:cubicBezTo>
                    <a:pt x="1" y="3214"/>
                    <a:pt x="190" y="3938"/>
                    <a:pt x="568" y="4506"/>
                  </a:cubicBezTo>
                  <a:cubicBezTo>
                    <a:pt x="962" y="5071"/>
                    <a:pt x="1607" y="5366"/>
                    <a:pt x="2240" y="5366"/>
                  </a:cubicBezTo>
                  <a:cubicBezTo>
                    <a:pt x="2772" y="5366"/>
                    <a:pt x="3296" y="5157"/>
                    <a:pt x="3655" y="4726"/>
                  </a:cubicBezTo>
                  <a:cubicBezTo>
                    <a:pt x="4569" y="3655"/>
                    <a:pt x="3844" y="2489"/>
                    <a:pt x="2836" y="2489"/>
                  </a:cubicBezTo>
                  <a:cubicBezTo>
                    <a:pt x="2584" y="2489"/>
                    <a:pt x="2427" y="2678"/>
                    <a:pt x="2427" y="2899"/>
                  </a:cubicBezTo>
                  <a:cubicBezTo>
                    <a:pt x="2427" y="3151"/>
                    <a:pt x="2616" y="3308"/>
                    <a:pt x="2836" y="3340"/>
                  </a:cubicBezTo>
                  <a:cubicBezTo>
                    <a:pt x="3057" y="3340"/>
                    <a:pt x="3214" y="3529"/>
                    <a:pt x="3214" y="3749"/>
                  </a:cubicBezTo>
                  <a:cubicBezTo>
                    <a:pt x="3214" y="3970"/>
                    <a:pt x="3025" y="4127"/>
                    <a:pt x="2836" y="4127"/>
                  </a:cubicBezTo>
                  <a:cubicBezTo>
                    <a:pt x="2049" y="4127"/>
                    <a:pt x="1450" y="3434"/>
                    <a:pt x="1608" y="2584"/>
                  </a:cubicBezTo>
                  <a:cubicBezTo>
                    <a:pt x="1754" y="1999"/>
                    <a:pt x="2279" y="1632"/>
                    <a:pt x="2882" y="1632"/>
                  </a:cubicBezTo>
                  <a:cubicBezTo>
                    <a:pt x="2930" y="1632"/>
                    <a:pt x="2977" y="1634"/>
                    <a:pt x="3025" y="1639"/>
                  </a:cubicBezTo>
                  <a:cubicBezTo>
                    <a:pt x="3624" y="1733"/>
                    <a:pt x="4128" y="2048"/>
                    <a:pt x="4474" y="2489"/>
                  </a:cubicBezTo>
                  <a:lnTo>
                    <a:pt x="7908" y="2489"/>
                  </a:lnTo>
                  <a:cubicBezTo>
                    <a:pt x="8255" y="2017"/>
                    <a:pt x="8759" y="1702"/>
                    <a:pt x="9358" y="1639"/>
                  </a:cubicBezTo>
                  <a:cubicBezTo>
                    <a:pt x="9406" y="1634"/>
                    <a:pt x="9453" y="1632"/>
                    <a:pt x="9501" y="1632"/>
                  </a:cubicBezTo>
                  <a:cubicBezTo>
                    <a:pt x="10104" y="1632"/>
                    <a:pt x="10629" y="1999"/>
                    <a:pt x="10775" y="2584"/>
                  </a:cubicBezTo>
                  <a:cubicBezTo>
                    <a:pt x="10964" y="3434"/>
                    <a:pt x="10334" y="4127"/>
                    <a:pt x="9547" y="4127"/>
                  </a:cubicBezTo>
                  <a:cubicBezTo>
                    <a:pt x="9326" y="4127"/>
                    <a:pt x="9137" y="3938"/>
                    <a:pt x="9137" y="3749"/>
                  </a:cubicBezTo>
                  <a:cubicBezTo>
                    <a:pt x="9137" y="3497"/>
                    <a:pt x="9326" y="3340"/>
                    <a:pt x="9547" y="3340"/>
                  </a:cubicBezTo>
                  <a:cubicBezTo>
                    <a:pt x="9799" y="3340"/>
                    <a:pt x="9956" y="3151"/>
                    <a:pt x="9956" y="2899"/>
                  </a:cubicBezTo>
                  <a:cubicBezTo>
                    <a:pt x="9956" y="2678"/>
                    <a:pt x="9767" y="2521"/>
                    <a:pt x="9547" y="2489"/>
                  </a:cubicBezTo>
                  <a:cubicBezTo>
                    <a:pt x="8539" y="2489"/>
                    <a:pt x="7814" y="3686"/>
                    <a:pt x="8728" y="4726"/>
                  </a:cubicBezTo>
                  <a:cubicBezTo>
                    <a:pt x="9099" y="5169"/>
                    <a:pt x="9626" y="5379"/>
                    <a:pt x="10158" y="5379"/>
                  </a:cubicBezTo>
                  <a:cubicBezTo>
                    <a:pt x="10800" y="5379"/>
                    <a:pt x="11451" y="5074"/>
                    <a:pt x="11847" y="4506"/>
                  </a:cubicBezTo>
                  <a:cubicBezTo>
                    <a:pt x="12225" y="3970"/>
                    <a:pt x="12445" y="3277"/>
                    <a:pt x="12319" y="2489"/>
                  </a:cubicBezTo>
                  <a:cubicBezTo>
                    <a:pt x="12130" y="1008"/>
                    <a:pt x="10775" y="0"/>
                    <a:pt x="93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81"/>
            <p:cNvSpPr/>
            <p:nvPr/>
          </p:nvSpPr>
          <p:spPr>
            <a:xfrm>
              <a:off x="-40312700" y="3730575"/>
              <a:ext cx="185100" cy="190625"/>
            </a:xfrm>
            <a:custGeom>
              <a:avLst/>
              <a:gdLst/>
              <a:ahLst/>
              <a:cxnLst/>
              <a:rect l="l" t="t" r="r" b="b"/>
              <a:pathLst>
                <a:path w="7404" h="7625" extrusionOk="0">
                  <a:moveTo>
                    <a:pt x="2426" y="0"/>
                  </a:moveTo>
                  <a:lnTo>
                    <a:pt x="2426" y="5639"/>
                  </a:lnTo>
                  <a:cubicBezTo>
                    <a:pt x="2426" y="5860"/>
                    <a:pt x="2237" y="6017"/>
                    <a:pt x="2048" y="6017"/>
                  </a:cubicBezTo>
                  <a:cubicBezTo>
                    <a:pt x="1796" y="6017"/>
                    <a:pt x="1638" y="5828"/>
                    <a:pt x="1638" y="5639"/>
                  </a:cubicBezTo>
                  <a:lnTo>
                    <a:pt x="1638" y="473"/>
                  </a:lnTo>
                  <a:cubicBezTo>
                    <a:pt x="1229" y="851"/>
                    <a:pt x="630" y="1103"/>
                    <a:pt x="0" y="1134"/>
                  </a:cubicBezTo>
                  <a:lnTo>
                    <a:pt x="0" y="7246"/>
                  </a:lnTo>
                  <a:cubicBezTo>
                    <a:pt x="0" y="7467"/>
                    <a:pt x="189" y="7624"/>
                    <a:pt x="378" y="7624"/>
                  </a:cubicBezTo>
                  <a:lnTo>
                    <a:pt x="6994" y="7624"/>
                  </a:lnTo>
                  <a:cubicBezTo>
                    <a:pt x="7246" y="7624"/>
                    <a:pt x="7404" y="7435"/>
                    <a:pt x="7404" y="7246"/>
                  </a:cubicBezTo>
                  <a:lnTo>
                    <a:pt x="7404" y="1134"/>
                  </a:lnTo>
                  <a:cubicBezTo>
                    <a:pt x="6774" y="1071"/>
                    <a:pt x="6175" y="788"/>
                    <a:pt x="5734" y="315"/>
                  </a:cubicBezTo>
                  <a:lnTo>
                    <a:pt x="5734" y="5639"/>
                  </a:lnTo>
                  <a:cubicBezTo>
                    <a:pt x="5734" y="5860"/>
                    <a:pt x="5545" y="6017"/>
                    <a:pt x="5324" y="6017"/>
                  </a:cubicBezTo>
                  <a:cubicBezTo>
                    <a:pt x="5072" y="6017"/>
                    <a:pt x="4915" y="5828"/>
                    <a:pt x="4915" y="5639"/>
                  </a:cubicBezTo>
                  <a:lnTo>
                    <a:pt x="4915" y="0"/>
                  </a:lnTo>
                  <a:lnTo>
                    <a:pt x="4096" y="0"/>
                  </a:lnTo>
                  <a:lnTo>
                    <a:pt x="4096" y="5639"/>
                  </a:lnTo>
                  <a:cubicBezTo>
                    <a:pt x="4096" y="5860"/>
                    <a:pt x="3907" y="6017"/>
                    <a:pt x="3686" y="6017"/>
                  </a:cubicBezTo>
                  <a:cubicBezTo>
                    <a:pt x="3466" y="6017"/>
                    <a:pt x="3277" y="5828"/>
                    <a:pt x="3277" y="5639"/>
                  </a:cubicBezTo>
                  <a:lnTo>
                    <a:pt x="3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81"/>
            <p:cNvSpPr/>
            <p:nvPr/>
          </p:nvSpPr>
          <p:spPr>
            <a:xfrm>
              <a:off x="-40250475" y="3688025"/>
              <a:ext cx="66950" cy="20500"/>
            </a:xfrm>
            <a:custGeom>
              <a:avLst/>
              <a:gdLst/>
              <a:ahLst/>
              <a:cxnLst/>
              <a:rect l="l" t="t" r="r" b="b"/>
              <a:pathLst>
                <a:path w="2678" h="820" extrusionOk="0">
                  <a:moveTo>
                    <a:pt x="0" y="1"/>
                  </a:moveTo>
                  <a:cubicBezTo>
                    <a:pt x="32" y="127"/>
                    <a:pt x="32" y="284"/>
                    <a:pt x="32" y="379"/>
                  </a:cubicBezTo>
                  <a:cubicBezTo>
                    <a:pt x="32" y="536"/>
                    <a:pt x="32" y="662"/>
                    <a:pt x="0" y="788"/>
                  </a:cubicBezTo>
                  <a:lnTo>
                    <a:pt x="2666" y="788"/>
                  </a:lnTo>
                  <a:cubicBezTo>
                    <a:pt x="2615" y="649"/>
                    <a:pt x="2615" y="555"/>
                    <a:pt x="2615" y="379"/>
                  </a:cubicBezTo>
                  <a:cubicBezTo>
                    <a:pt x="2615" y="284"/>
                    <a:pt x="2615" y="127"/>
                    <a:pt x="2678" y="1"/>
                  </a:cubicBezTo>
                  <a:close/>
                  <a:moveTo>
                    <a:pt x="2666" y="788"/>
                  </a:moveTo>
                  <a:cubicBezTo>
                    <a:pt x="2670" y="799"/>
                    <a:pt x="2674" y="809"/>
                    <a:pt x="2678" y="820"/>
                  </a:cubicBezTo>
                  <a:lnTo>
                    <a:pt x="2678" y="7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8" name="Google Shape;1558;p81"/>
          <p:cNvSpPr/>
          <p:nvPr/>
        </p:nvSpPr>
        <p:spPr>
          <a:xfrm>
            <a:off x="1029967" y="3109503"/>
            <a:ext cx="362613" cy="371902"/>
          </a:xfrm>
          <a:custGeom>
            <a:avLst/>
            <a:gdLst/>
            <a:ahLst/>
            <a:cxnLst/>
            <a:rect l="l" t="t" r="r" b="b"/>
            <a:pathLst>
              <a:path w="12414" h="12732" extrusionOk="0">
                <a:moveTo>
                  <a:pt x="11965" y="0"/>
                </a:moveTo>
                <a:cubicBezTo>
                  <a:pt x="11946" y="0"/>
                  <a:pt x="11928" y="1"/>
                  <a:pt x="11910" y="4"/>
                </a:cubicBezTo>
                <a:lnTo>
                  <a:pt x="4474" y="1642"/>
                </a:lnTo>
                <a:cubicBezTo>
                  <a:pt x="4254" y="1705"/>
                  <a:pt x="4128" y="1862"/>
                  <a:pt x="4128" y="2051"/>
                </a:cubicBezTo>
                <a:lnTo>
                  <a:pt x="4128" y="9108"/>
                </a:lnTo>
                <a:cubicBezTo>
                  <a:pt x="3718" y="8793"/>
                  <a:pt x="3120" y="8541"/>
                  <a:pt x="2490" y="8541"/>
                </a:cubicBezTo>
                <a:cubicBezTo>
                  <a:pt x="1103" y="8541"/>
                  <a:pt x="1" y="9486"/>
                  <a:pt x="1" y="10652"/>
                </a:cubicBezTo>
                <a:cubicBezTo>
                  <a:pt x="1" y="11786"/>
                  <a:pt x="1103" y="12731"/>
                  <a:pt x="2490" y="12731"/>
                </a:cubicBezTo>
                <a:cubicBezTo>
                  <a:pt x="3876" y="12731"/>
                  <a:pt x="4979" y="11786"/>
                  <a:pt x="4979" y="10652"/>
                </a:cubicBezTo>
                <a:lnTo>
                  <a:pt x="4979" y="4887"/>
                </a:lnTo>
                <a:lnTo>
                  <a:pt x="11595" y="3438"/>
                </a:lnTo>
                <a:lnTo>
                  <a:pt x="11595" y="7502"/>
                </a:lnTo>
                <a:cubicBezTo>
                  <a:pt x="11154" y="7187"/>
                  <a:pt x="10555" y="6935"/>
                  <a:pt x="9925" y="6935"/>
                </a:cubicBezTo>
                <a:cubicBezTo>
                  <a:pt x="8570" y="6935"/>
                  <a:pt x="7467" y="7880"/>
                  <a:pt x="7467" y="9014"/>
                </a:cubicBezTo>
                <a:cubicBezTo>
                  <a:pt x="7467" y="10180"/>
                  <a:pt x="8570" y="11125"/>
                  <a:pt x="9925" y="11125"/>
                </a:cubicBezTo>
                <a:cubicBezTo>
                  <a:pt x="11311" y="11125"/>
                  <a:pt x="12414" y="10180"/>
                  <a:pt x="12414" y="9014"/>
                </a:cubicBezTo>
                <a:lnTo>
                  <a:pt x="12414" y="445"/>
                </a:lnTo>
                <a:cubicBezTo>
                  <a:pt x="12414" y="182"/>
                  <a:pt x="12197" y="0"/>
                  <a:pt x="1196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9" name="Google Shape;1559;p81"/>
          <p:cNvGrpSpPr/>
          <p:nvPr/>
        </p:nvGrpSpPr>
        <p:grpSpPr>
          <a:xfrm>
            <a:off x="1011789" y="1490430"/>
            <a:ext cx="399038" cy="372165"/>
            <a:chOff x="-38542250" y="3220175"/>
            <a:chExt cx="341525" cy="318525"/>
          </a:xfrm>
        </p:grpSpPr>
        <p:sp>
          <p:nvSpPr>
            <p:cNvPr id="1560" name="Google Shape;1560;p81"/>
            <p:cNvSpPr/>
            <p:nvPr/>
          </p:nvSpPr>
          <p:spPr>
            <a:xfrm>
              <a:off x="-38542250" y="3440725"/>
              <a:ext cx="101750" cy="97975"/>
            </a:xfrm>
            <a:custGeom>
              <a:avLst/>
              <a:gdLst/>
              <a:ahLst/>
              <a:cxnLst/>
              <a:rect l="l" t="t" r="r" b="b"/>
              <a:pathLst>
                <a:path w="4070" h="3919" extrusionOk="0">
                  <a:moveTo>
                    <a:pt x="1455" y="0"/>
                  </a:moveTo>
                  <a:lnTo>
                    <a:pt x="1013" y="2489"/>
                  </a:lnTo>
                  <a:lnTo>
                    <a:pt x="289" y="3214"/>
                  </a:lnTo>
                  <a:cubicBezTo>
                    <a:pt x="1" y="3502"/>
                    <a:pt x="280" y="3919"/>
                    <a:pt x="597" y="3919"/>
                  </a:cubicBezTo>
                  <a:cubicBezTo>
                    <a:pt x="695" y="3919"/>
                    <a:pt x="798" y="3878"/>
                    <a:pt x="887" y="3781"/>
                  </a:cubicBezTo>
                  <a:lnTo>
                    <a:pt x="1612" y="3088"/>
                  </a:lnTo>
                  <a:lnTo>
                    <a:pt x="4069" y="2647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81"/>
            <p:cNvSpPr/>
            <p:nvPr/>
          </p:nvSpPr>
          <p:spPr>
            <a:xfrm>
              <a:off x="-38494875" y="3354075"/>
              <a:ext cx="141800" cy="141025"/>
            </a:xfrm>
            <a:custGeom>
              <a:avLst/>
              <a:gdLst/>
              <a:ahLst/>
              <a:cxnLst/>
              <a:rect l="l" t="t" r="r" b="b"/>
              <a:pathLst>
                <a:path w="5672" h="5641" extrusionOk="0">
                  <a:moveTo>
                    <a:pt x="2742" y="1"/>
                  </a:moveTo>
                  <a:lnTo>
                    <a:pt x="1" y="2710"/>
                  </a:lnTo>
                  <a:lnTo>
                    <a:pt x="2931" y="5640"/>
                  </a:lnTo>
                  <a:lnTo>
                    <a:pt x="5671" y="2899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81"/>
            <p:cNvSpPr/>
            <p:nvPr/>
          </p:nvSpPr>
          <p:spPr>
            <a:xfrm>
              <a:off x="-38432050" y="3220175"/>
              <a:ext cx="231325" cy="192225"/>
            </a:xfrm>
            <a:custGeom>
              <a:avLst/>
              <a:gdLst/>
              <a:ahLst/>
              <a:cxnLst/>
              <a:rect l="l" t="t" r="r" b="b"/>
              <a:pathLst>
                <a:path w="9253" h="7689" extrusionOk="0">
                  <a:moveTo>
                    <a:pt x="3442" y="1"/>
                  </a:moveTo>
                  <a:cubicBezTo>
                    <a:pt x="3127" y="1"/>
                    <a:pt x="2812" y="127"/>
                    <a:pt x="2591" y="379"/>
                  </a:cubicBezTo>
                  <a:lnTo>
                    <a:pt x="292" y="2647"/>
                  </a:lnTo>
                  <a:cubicBezTo>
                    <a:pt x="1" y="2962"/>
                    <a:pt x="287" y="3370"/>
                    <a:pt x="607" y="3370"/>
                  </a:cubicBezTo>
                  <a:cubicBezTo>
                    <a:pt x="704" y="3370"/>
                    <a:pt x="803" y="3333"/>
                    <a:pt x="890" y="3246"/>
                  </a:cubicBezTo>
                  <a:lnTo>
                    <a:pt x="3190" y="946"/>
                  </a:lnTo>
                  <a:cubicBezTo>
                    <a:pt x="3269" y="867"/>
                    <a:pt x="3371" y="828"/>
                    <a:pt x="3474" y="828"/>
                  </a:cubicBezTo>
                  <a:cubicBezTo>
                    <a:pt x="3576" y="828"/>
                    <a:pt x="3678" y="867"/>
                    <a:pt x="3757" y="946"/>
                  </a:cubicBezTo>
                  <a:lnTo>
                    <a:pt x="4198" y="1387"/>
                  </a:lnTo>
                  <a:lnTo>
                    <a:pt x="827" y="4758"/>
                  </a:lnTo>
                  <a:lnTo>
                    <a:pt x="3726" y="7688"/>
                  </a:lnTo>
                  <a:lnTo>
                    <a:pt x="7821" y="3593"/>
                  </a:lnTo>
                  <a:cubicBezTo>
                    <a:pt x="9253" y="2161"/>
                    <a:pt x="8028" y="43"/>
                    <a:pt x="6392" y="43"/>
                  </a:cubicBezTo>
                  <a:cubicBezTo>
                    <a:pt x="5868" y="43"/>
                    <a:pt x="5301" y="261"/>
                    <a:pt x="4765" y="789"/>
                  </a:cubicBezTo>
                  <a:cubicBezTo>
                    <a:pt x="4324" y="379"/>
                    <a:pt x="4041" y="1"/>
                    <a:pt x="3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3" name="Google Shape;1563;p81"/>
          <p:cNvGrpSpPr/>
          <p:nvPr/>
        </p:nvGrpSpPr>
        <p:grpSpPr>
          <a:xfrm>
            <a:off x="1026280" y="4186493"/>
            <a:ext cx="369974" cy="369068"/>
            <a:chOff x="-38537400" y="3588000"/>
            <a:chExt cx="316650" cy="315875"/>
          </a:xfrm>
        </p:grpSpPr>
        <p:sp>
          <p:nvSpPr>
            <p:cNvPr id="1564" name="Google Shape;1564;p81"/>
            <p:cNvSpPr/>
            <p:nvPr/>
          </p:nvSpPr>
          <p:spPr>
            <a:xfrm>
              <a:off x="-38327900" y="3719550"/>
              <a:ext cx="20500" cy="41750"/>
            </a:xfrm>
            <a:custGeom>
              <a:avLst/>
              <a:gdLst/>
              <a:ahLst/>
              <a:cxnLst/>
              <a:rect l="l" t="t" r="r" b="b"/>
              <a:pathLst>
                <a:path w="820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81"/>
            <p:cNvSpPr/>
            <p:nvPr/>
          </p:nvSpPr>
          <p:spPr>
            <a:xfrm>
              <a:off x="-38452350" y="3719550"/>
              <a:ext cx="21300" cy="41750"/>
            </a:xfrm>
            <a:custGeom>
              <a:avLst/>
              <a:gdLst/>
              <a:ahLst/>
              <a:cxnLst/>
              <a:rect l="l" t="t" r="r" b="b"/>
              <a:pathLst>
                <a:path w="852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81"/>
            <p:cNvSpPr/>
            <p:nvPr/>
          </p:nvSpPr>
          <p:spPr>
            <a:xfrm>
              <a:off x="-38516925" y="3759700"/>
              <a:ext cx="275700" cy="144175"/>
            </a:xfrm>
            <a:custGeom>
              <a:avLst/>
              <a:gdLst/>
              <a:ahLst/>
              <a:cxnLst/>
              <a:rect l="l" t="t" r="r" b="b"/>
              <a:pathLst>
                <a:path w="11028" h="5767" extrusionOk="0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81"/>
            <p:cNvSpPr/>
            <p:nvPr/>
          </p:nvSpPr>
          <p:spPr>
            <a:xfrm>
              <a:off x="-38537400" y="3588000"/>
              <a:ext cx="316650" cy="151250"/>
            </a:xfrm>
            <a:custGeom>
              <a:avLst/>
              <a:gdLst/>
              <a:ahLst/>
              <a:cxnLst/>
              <a:rect l="l" t="t" r="r" b="b"/>
              <a:pathLst>
                <a:path w="12666" h="6050" extrusionOk="0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8" name="Google Shape;1568;p81"/>
          <p:cNvGrpSpPr/>
          <p:nvPr/>
        </p:nvGrpSpPr>
        <p:grpSpPr>
          <a:xfrm>
            <a:off x="3317666" y="3659126"/>
            <a:ext cx="371814" cy="369974"/>
            <a:chOff x="-38538975" y="3954250"/>
            <a:chExt cx="318225" cy="316650"/>
          </a:xfrm>
        </p:grpSpPr>
        <p:sp>
          <p:nvSpPr>
            <p:cNvPr id="1569" name="Google Shape;1569;p81"/>
            <p:cNvSpPr/>
            <p:nvPr/>
          </p:nvSpPr>
          <p:spPr>
            <a:xfrm>
              <a:off x="-38538975" y="3954250"/>
              <a:ext cx="254425" cy="253625"/>
            </a:xfrm>
            <a:custGeom>
              <a:avLst/>
              <a:gdLst/>
              <a:ahLst/>
              <a:cxnLst/>
              <a:rect l="l" t="t" r="r" b="b"/>
              <a:pathLst>
                <a:path w="10177" h="10145" extrusionOk="0">
                  <a:moveTo>
                    <a:pt x="5104" y="3813"/>
                  </a:moveTo>
                  <a:cubicBezTo>
                    <a:pt x="5797" y="3813"/>
                    <a:pt x="6364" y="4348"/>
                    <a:pt x="6364" y="5073"/>
                  </a:cubicBezTo>
                  <a:cubicBezTo>
                    <a:pt x="6364" y="5766"/>
                    <a:pt x="5797" y="6333"/>
                    <a:pt x="5104" y="6333"/>
                  </a:cubicBezTo>
                  <a:cubicBezTo>
                    <a:pt x="4379" y="6333"/>
                    <a:pt x="3844" y="5766"/>
                    <a:pt x="3844" y="5073"/>
                  </a:cubicBezTo>
                  <a:cubicBezTo>
                    <a:pt x="3844" y="4411"/>
                    <a:pt x="4411" y="3813"/>
                    <a:pt x="5104" y="3813"/>
                  </a:cubicBezTo>
                  <a:close/>
                  <a:moveTo>
                    <a:pt x="5104" y="0"/>
                  </a:moveTo>
                  <a:cubicBezTo>
                    <a:pt x="2300" y="0"/>
                    <a:pt x="0" y="2269"/>
                    <a:pt x="0" y="5073"/>
                  </a:cubicBezTo>
                  <a:cubicBezTo>
                    <a:pt x="63" y="7908"/>
                    <a:pt x="2300" y="10145"/>
                    <a:pt x="5104" y="10145"/>
                  </a:cubicBezTo>
                  <a:cubicBezTo>
                    <a:pt x="7877" y="10145"/>
                    <a:pt x="10176" y="7877"/>
                    <a:pt x="10176" y="5073"/>
                  </a:cubicBezTo>
                  <a:cubicBezTo>
                    <a:pt x="10176" y="2269"/>
                    <a:pt x="7877" y="0"/>
                    <a:pt x="5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81"/>
            <p:cNvSpPr/>
            <p:nvPr/>
          </p:nvSpPr>
          <p:spPr>
            <a:xfrm>
              <a:off x="-38496450" y="4081725"/>
              <a:ext cx="275700" cy="189175"/>
            </a:xfrm>
            <a:custGeom>
              <a:avLst/>
              <a:gdLst/>
              <a:ahLst/>
              <a:cxnLst/>
              <a:rect l="l" t="t" r="r" b="b"/>
              <a:pathLst>
                <a:path w="11028" h="7567" extrusionOk="0">
                  <a:moveTo>
                    <a:pt x="9774" y="0"/>
                  </a:moveTo>
                  <a:cubicBezTo>
                    <a:pt x="9040" y="0"/>
                    <a:pt x="8444" y="548"/>
                    <a:pt x="8444" y="1265"/>
                  </a:cubicBezTo>
                  <a:cubicBezTo>
                    <a:pt x="8444" y="1801"/>
                    <a:pt x="8790" y="2305"/>
                    <a:pt x="9295" y="2463"/>
                  </a:cubicBezTo>
                  <a:lnTo>
                    <a:pt x="9295" y="2967"/>
                  </a:lnTo>
                  <a:cubicBezTo>
                    <a:pt x="9295" y="4416"/>
                    <a:pt x="8192" y="5645"/>
                    <a:pt x="6774" y="5834"/>
                  </a:cubicBezTo>
                  <a:lnTo>
                    <a:pt x="6774" y="4825"/>
                  </a:lnTo>
                  <a:cubicBezTo>
                    <a:pt x="5829" y="5487"/>
                    <a:pt x="4663" y="5865"/>
                    <a:pt x="3403" y="5865"/>
                  </a:cubicBezTo>
                  <a:cubicBezTo>
                    <a:pt x="2143" y="5865"/>
                    <a:pt x="977" y="5487"/>
                    <a:pt x="1" y="4825"/>
                  </a:cubicBezTo>
                  <a:lnTo>
                    <a:pt x="1" y="6306"/>
                  </a:lnTo>
                  <a:cubicBezTo>
                    <a:pt x="1" y="7031"/>
                    <a:pt x="568" y="7566"/>
                    <a:pt x="1261" y="7566"/>
                  </a:cubicBezTo>
                  <a:lnTo>
                    <a:pt x="5388" y="7566"/>
                  </a:lnTo>
                  <a:cubicBezTo>
                    <a:pt x="5955" y="7566"/>
                    <a:pt x="6459" y="7220"/>
                    <a:pt x="6617" y="6716"/>
                  </a:cubicBezTo>
                  <a:cubicBezTo>
                    <a:pt x="8601" y="6495"/>
                    <a:pt x="10082" y="4920"/>
                    <a:pt x="10114" y="2904"/>
                  </a:cubicBezTo>
                  <a:lnTo>
                    <a:pt x="10114" y="2400"/>
                  </a:lnTo>
                  <a:cubicBezTo>
                    <a:pt x="10649" y="2211"/>
                    <a:pt x="11027" y="1706"/>
                    <a:pt x="10996" y="1108"/>
                  </a:cubicBezTo>
                  <a:cubicBezTo>
                    <a:pt x="10964" y="572"/>
                    <a:pt x="10492" y="100"/>
                    <a:pt x="9893" y="5"/>
                  </a:cubicBezTo>
                  <a:cubicBezTo>
                    <a:pt x="9853" y="2"/>
                    <a:pt x="9813" y="0"/>
                    <a:pt x="97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1" name="Google Shape;1571;p81"/>
          <p:cNvGrpSpPr/>
          <p:nvPr/>
        </p:nvGrpSpPr>
        <p:grpSpPr>
          <a:xfrm>
            <a:off x="2142920" y="2544707"/>
            <a:ext cx="371814" cy="369974"/>
            <a:chOff x="-41893475" y="3584850"/>
            <a:chExt cx="318225" cy="316650"/>
          </a:xfrm>
        </p:grpSpPr>
        <p:sp>
          <p:nvSpPr>
            <p:cNvPr id="1572" name="Google Shape;1572;p81"/>
            <p:cNvSpPr/>
            <p:nvPr/>
          </p:nvSpPr>
          <p:spPr>
            <a:xfrm>
              <a:off x="-41827300" y="371560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81"/>
            <p:cNvSpPr/>
            <p:nvPr/>
          </p:nvSpPr>
          <p:spPr>
            <a:xfrm>
              <a:off x="-41726500" y="3586725"/>
              <a:ext cx="151250" cy="147800"/>
            </a:xfrm>
            <a:custGeom>
              <a:avLst/>
              <a:gdLst/>
              <a:ahLst/>
              <a:cxnLst/>
              <a:rect l="l" t="t" r="r" b="b"/>
              <a:pathLst>
                <a:path w="6050" h="5912" extrusionOk="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81"/>
            <p:cNvSpPr/>
            <p:nvPr/>
          </p:nvSpPr>
          <p:spPr>
            <a:xfrm>
              <a:off x="-41808400" y="3584850"/>
              <a:ext cx="148100" cy="89825"/>
            </a:xfrm>
            <a:custGeom>
              <a:avLst/>
              <a:gdLst/>
              <a:ahLst/>
              <a:cxnLst/>
              <a:rect l="l" t="t" r="r" b="b"/>
              <a:pathLst>
                <a:path w="5924" h="3593" extrusionOk="0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81"/>
            <p:cNvSpPr/>
            <p:nvPr/>
          </p:nvSpPr>
          <p:spPr>
            <a:xfrm>
              <a:off x="-41893475" y="3586725"/>
              <a:ext cx="148875" cy="147025"/>
            </a:xfrm>
            <a:custGeom>
              <a:avLst/>
              <a:gdLst/>
              <a:ahLst/>
              <a:cxnLst/>
              <a:rect l="l" t="t" r="r" b="b"/>
              <a:pathLst>
                <a:path w="5955" h="5881" extrusionOk="0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6" name="Google Shape;1576;p81"/>
          <p:cNvSpPr/>
          <p:nvPr/>
        </p:nvSpPr>
        <p:spPr>
          <a:xfrm>
            <a:off x="1025366" y="2045739"/>
            <a:ext cx="371814" cy="369302"/>
          </a:xfrm>
          <a:custGeom>
            <a:avLst/>
            <a:gdLst/>
            <a:ahLst/>
            <a:cxnLst/>
            <a:rect l="l" t="t" r="r" b="b"/>
            <a:pathLst>
              <a:path w="12729" h="12643" extrusionOk="0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81"/>
          <p:cNvSpPr/>
          <p:nvPr/>
        </p:nvSpPr>
        <p:spPr>
          <a:xfrm>
            <a:off x="474968" y="3110934"/>
            <a:ext cx="438997" cy="369039"/>
          </a:xfrm>
          <a:custGeom>
            <a:avLst/>
            <a:gdLst/>
            <a:ahLst/>
            <a:cxnLst/>
            <a:rect l="l" t="t" r="r" b="b"/>
            <a:pathLst>
              <a:path w="15029" h="12634" extrusionOk="0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8" name="Google Shape;1578;p81"/>
          <p:cNvGrpSpPr/>
          <p:nvPr/>
        </p:nvGrpSpPr>
        <p:grpSpPr>
          <a:xfrm>
            <a:off x="2722195" y="4185585"/>
            <a:ext cx="337522" cy="370909"/>
            <a:chOff x="-39998250" y="3605325"/>
            <a:chExt cx="288875" cy="317450"/>
          </a:xfrm>
        </p:grpSpPr>
        <p:sp>
          <p:nvSpPr>
            <p:cNvPr id="1579" name="Google Shape;1579;p81"/>
            <p:cNvSpPr/>
            <p:nvPr/>
          </p:nvSpPr>
          <p:spPr>
            <a:xfrm>
              <a:off x="-39998250" y="3799600"/>
              <a:ext cx="288875" cy="123175"/>
            </a:xfrm>
            <a:custGeom>
              <a:avLst/>
              <a:gdLst/>
              <a:ahLst/>
              <a:cxnLst/>
              <a:rect l="l" t="t" r="r" b="b"/>
              <a:pathLst>
                <a:path w="11555" h="4927" extrusionOk="0">
                  <a:moveTo>
                    <a:pt x="3679" y="2028"/>
                  </a:moveTo>
                  <a:cubicBezTo>
                    <a:pt x="3931" y="2028"/>
                    <a:pt x="4088" y="2217"/>
                    <a:pt x="4088" y="2469"/>
                  </a:cubicBezTo>
                  <a:cubicBezTo>
                    <a:pt x="4088" y="2721"/>
                    <a:pt x="3868" y="2878"/>
                    <a:pt x="3679" y="2878"/>
                  </a:cubicBezTo>
                  <a:cubicBezTo>
                    <a:pt x="3458" y="2878"/>
                    <a:pt x="3238" y="2658"/>
                    <a:pt x="3238" y="2469"/>
                  </a:cubicBezTo>
                  <a:cubicBezTo>
                    <a:pt x="3238" y="2185"/>
                    <a:pt x="3458" y="2028"/>
                    <a:pt x="3679" y="2028"/>
                  </a:cubicBezTo>
                  <a:close/>
                  <a:moveTo>
                    <a:pt x="7806" y="1618"/>
                  </a:moveTo>
                  <a:cubicBezTo>
                    <a:pt x="8278" y="1618"/>
                    <a:pt x="8656" y="1965"/>
                    <a:pt x="8656" y="2437"/>
                  </a:cubicBezTo>
                  <a:cubicBezTo>
                    <a:pt x="8656" y="2910"/>
                    <a:pt x="8278" y="3256"/>
                    <a:pt x="7806" y="3256"/>
                  </a:cubicBezTo>
                  <a:cubicBezTo>
                    <a:pt x="7333" y="3256"/>
                    <a:pt x="6987" y="2910"/>
                    <a:pt x="6987" y="2437"/>
                  </a:cubicBezTo>
                  <a:cubicBezTo>
                    <a:pt x="6987" y="1965"/>
                    <a:pt x="7333" y="1618"/>
                    <a:pt x="7806" y="1618"/>
                  </a:cubicBezTo>
                  <a:close/>
                  <a:moveTo>
                    <a:pt x="5348" y="2878"/>
                  </a:moveTo>
                  <a:cubicBezTo>
                    <a:pt x="5569" y="2878"/>
                    <a:pt x="5758" y="3067"/>
                    <a:pt x="5758" y="3256"/>
                  </a:cubicBezTo>
                  <a:cubicBezTo>
                    <a:pt x="5758" y="3509"/>
                    <a:pt x="5569" y="3698"/>
                    <a:pt x="5348" y="3698"/>
                  </a:cubicBezTo>
                  <a:cubicBezTo>
                    <a:pt x="5096" y="3698"/>
                    <a:pt x="4907" y="3509"/>
                    <a:pt x="4907" y="3256"/>
                  </a:cubicBezTo>
                  <a:cubicBezTo>
                    <a:pt x="4907" y="3004"/>
                    <a:pt x="5096" y="2878"/>
                    <a:pt x="5348" y="2878"/>
                  </a:cubicBezTo>
                  <a:close/>
                  <a:moveTo>
                    <a:pt x="8249" y="1"/>
                  </a:moveTo>
                  <a:cubicBezTo>
                    <a:pt x="6319" y="1"/>
                    <a:pt x="5400" y="1530"/>
                    <a:pt x="3381" y="1530"/>
                  </a:cubicBezTo>
                  <a:cubicBezTo>
                    <a:pt x="2909" y="1530"/>
                    <a:pt x="2377" y="1447"/>
                    <a:pt x="1757" y="1240"/>
                  </a:cubicBezTo>
                  <a:lnTo>
                    <a:pt x="560" y="2973"/>
                  </a:lnTo>
                  <a:cubicBezTo>
                    <a:pt x="0" y="3812"/>
                    <a:pt x="544" y="4927"/>
                    <a:pt x="1557" y="4927"/>
                  </a:cubicBezTo>
                  <a:cubicBezTo>
                    <a:pt x="1571" y="4927"/>
                    <a:pt x="1585" y="4927"/>
                    <a:pt x="1599" y="4926"/>
                  </a:cubicBezTo>
                  <a:lnTo>
                    <a:pt x="9980" y="4926"/>
                  </a:lnTo>
                  <a:cubicBezTo>
                    <a:pt x="10956" y="4926"/>
                    <a:pt x="11555" y="3761"/>
                    <a:pt x="11019" y="2941"/>
                  </a:cubicBezTo>
                  <a:lnTo>
                    <a:pt x="9003" y="75"/>
                  </a:lnTo>
                  <a:cubicBezTo>
                    <a:pt x="8734" y="24"/>
                    <a:pt x="8484" y="1"/>
                    <a:pt x="8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81"/>
            <p:cNvSpPr/>
            <p:nvPr/>
          </p:nvSpPr>
          <p:spPr>
            <a:xfrm>
              <a:off x="-39940950" y="3605325"/>
              <a:ext cx="160700" cy="212050"/>
            </a:xfrm>
            <a:custGeom>
              <a:avLst/>
              <a:gdLst/>
              <a:ahLst/>
              <a:cxnLst/>
              <a:rect l="l" t="t" r="r" b="b"/>
              <a:pathLst>
                <a:path w="6428" h="8482" extrusionOk="0">
                  <a:moveTo>
                    <a:pt x="1891" y="1"/>
                  </a:moveTo>
                  <a:cubicBezTo>
                    <a:pt x="1229" y="1"/>
                    <a:pt x="694" y="568"/>
                    <a:pt x="694" y="1261"/>
                  </a:cubicBezTo>
                  <a:cubicBezTo>
                    <a:pt x="694" y="1828"/>
                    <a:pt x="1040" y="2238"/>
                    <a:pt x="1513" y="2395"/>
                  </a:cubicBezTo>
                  <a:lnTo>
                    <a:pt x="1513" y="5829"/>
                  </a:lnTo>
                  <a:cubicBezTo>
                    <a:pt x="1481" y="6459"/>
                    <a:pt x="1072" y="6774"/>
                    <a:pt x="0" y="8318"/>
                  </a:cubicBezTo>
                  <a:cubicBezTo>
                    <a:pt x="441" y="8433"/>
                    <a:pt x="822" y="8482"/>
                    <a:pt x="1162" y="8482"/>
                  </a:cubicBezTo>
                  <a:cubicBezTo>
                    <a:pt x="3061" y="8482"/>
                    <a:pt x="3671" y="6963"/>
                    <a:pt x="6049" y="6963"/>
                  </a:cubicBezTo>
                  <a:lnTo>
                    <a:pt x="6112" y="6963"/>
                  </a:lnTo>
                  <a:cubicBezTo>
                    <a:pt x="5829" y="6585"/>
                    <a:pt x="5608" y="6333"/>
                    <a:pt x="5608" y="5861"/>
                  </a:cubicBezTo>
                  <a:lnTo>
                    <a:pt x="5608" y="2458"/>
                  </a:lnTo>
                  <a:cubicBezTo>
                    <a:pt x="6081" y="2301"/>
                    <a:pt x="6427" y="1828"/>
                    <a:pt x="6427" y="1261"/>
                  </a:cubicBezTo>
                  <a:cubicBezTo>
                    <a:pt x="6427" y="599"/>
                    <a:pt x="5892" y="1"/>
                    <a:pt x="51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1" name="Google Shape;1581;p81"/>
          <p:cNvGrpSpPr/>
          <p:nvPr/>
        </p:nvGrpSpPr>
        <p:grpSpPr>
          <a:xfrm>
            <a:off x="509474" y="2544722"/>
            <a:ext cx="369974" cy="369945"/>
            <a:chOff x="-40011050" y="3972375"/>
            <a:chExt cx="316650" cy="316625"/>
          </a:xfrm>
        </p:grpSpPr>
        <p:sp>
          <p:nvSpPr>
            <p:cNvPr id="1582" name="Google Shape;1582;p81"/>
            <p:cNvSpPr/>
            <p:nvPr/>
          </p:nvSpPr>
          <p:spPr>
            <a:xfrm>
              <a:off x="-40011050" y="3972375"/>
              <a:ext cx="316650" cy="232350"/>
            </a:xfrm>
            <a:custGeom>
              <a:avLst/>
              <a:gdLst/>
              <a:ahLst/>
              <a:cxnLst/>
              <a:rect l="l" t="t" r="r" b="b"/>
              <a:pathLst>
                <a:path w="12666" h="9294" extrusionOk="0">
                  <a:moveTo>
                    <a:pt x="11405" y="1701"/>
                  </a:moveTo>
                  <a:cubicBezTo>
                    <a:pt x="11626" y="1701"/>
                    <a:pt x="11846" y="1890"/>
                    <a:pt x="11846" y="2142"/>
                  </a:cubicBezTo>
                  <a:cubicBezTo>
                    <a:pt x="11846" y="3749"/>
                    <a:pt x="11090" y="4663"/>
                    <a:pt x="9956" y="4978"/>
                  </a:cubicBezTo>
                  <a:cubicBezTo>
                    <a:pt x="10051" y="4631"/>
                    <a:pt x="10145" y="4222"/>
                    <a:pt x="10145" y="3844"/>
                  </a:cubicBezTo>
                  <a:lnTo>
                    <a:pt x="10145" y="1701"/>
                  </a:lnTo>
                  <a:close/>
                  <a:moveTo>
                    <a:pt x="2584" y="1701"/>
                  </a:moveTo>
                  <a:lnTo>
                    <a:pt x="2584" y="3812"/>
                  </a:lnTo>
                  <a:cubicBezTo>
                    <a:pt x="2584" y="4222"/>
                    <a:pt x="2647" y="4600"/>
                    <a:pt x="2773" y="5009"/>
                  </a:cubicBezTo>
                  <a:cubicBezTo>
                    <a:pt x="1639" y="4694"/>
                    <a:pt x="851" y="3781"/>
                    <a:pt x="851" y="2142"/>
                  </a:cubicBezTo>
                  <a:cubicBezTo>
                    <a:pt x="851" y="1890"/>
                    <a:pt x="1040" y="1701"/>
                    <a:pt x="1292" y="1701"/>
                  </a:cubicBezTo>
                  <a:close/>
                  <a:moveTo>
                    <a:pt x="4065" y="3655"/>
                  </a:moveTo>
                  <a:cubicBezTo>
                    <a:pt x="4317" y="3655"/>
                    <a:pt x="4506" y="3875"/>
                    <a:pt x="4506" y="4096"/>
                  </a:cubicBezTo>
                  <a:cubicBezTo>
                    <a:pt x="4506" y="4631"/>
                    <a:pt x="4821" y="5041"/>
                    <a:pt x="5262" y="5261"/>
                  </a:cubicBezTo>
                  <a:cubicBezTo>
                    <a:pt x="5451" y="5324"/>
                    <a:pt x="5577" y="5608"/>
                    <a:pt x="5482" y="5797"/>
                  </a:cubicBezTo>
                  <a:cubicBezTo>
                    <a:pt x="5431" y="5952"/>
                    <a:pt x="5229" y="6065"/>
                    <a:pt x="5054" y="6065"/>
                  </a:cubicBezTo>
                  <a:cubicBezTo>
                    <a:pt x="5017" y="6065"/>
                    <a:pt x="4980" y="6060"/>
                    <a:pt x="4947" y="6049"/>
                  </a:cubicBezTo>
                  <a:cubicBezTo>
                    <a:pt x="4128" y="5734"/>
                    <a:pt x="3655" y="4946"/>
                    <a:pt x="3655" y="4096"/>
                  </a:cubicBezTo>
                  <a:cubicBezTo>
                    <a:pt x="3655" y="3875"/>
                    <a:pt x="3844" y="3655"/>
                    <a:pt x="4065" y="3655"/>
                  </a:cubicBezTo>
                  <a:close/>
                  <a:moveTo>
                    <a:pt x="2993" y="0"/>
                  </a:moveTo>
                  <a:cubicBezTo>
                    <a:pt x="2741" y="0"/>
                    <a:pt x="2552" y="189"/>
                    <a:pt x="2552" y="441"/>
                  </a:cubicBezTo>
                  <a:lnTo>
                    <a:pt x="2552" y="882"/>
                  </a:lnTo>
                  <a:lnTo>
                    <a:pt x="1261" y="882"/>
                  </a:lnTo>
                  <a:cubicBezTo>
                    <a:pt x="536" y="882"/>
                    <a:pt x="1" y="1418"/>
                    <a:pt x="1" y="2142"/>
                  </a:cubicBezTo>
                  <a:cubicBezTo>
                    <a:pt x="1" y="4568"/>
                    <a:pt x="1513" y="5797"/>
                    <a:pt x="3183" y="5923"/>
                  </a:cubicBezTo>
                  <a:cubicBezTo>
                    <a:pt x="4159" y="7372"/>
                    <a:pt x="5073" y="7089"/>
                    <a:pt x="5073" y="7687"/>
                  </a:cubicBezTo>
                  <a:cubicBezTo>
                    <a:pt x="5073" y="8286"/>
                    <a:pt x="4821" y="8884"/>
                    <a:pt x="4443" y="9294"/>
                  </a:cubicBezTo>
                  <a:lnTo>
                    <a:pt x="8192" y="9294"/>
                  </a:lnTo>
                  <a:cubicBezTo>
                    <a:pt x="7782" y="8884"/>
                    <a:pt x="7562" y="8286"/>
                    <a:pt x="7562" y="7687"/>
                  </a:cubicBezTo>
                  <a:cubicBezTo>
                    <a:pt x="7562" y="7089"/>
                    <a:pt x="8507" y="7372"/>
                    <a:pt x="9484" y="5923"/>
                  </a:cubicBezTo>
                  <a:cubicBezTo>
                    <a:pt x="11216" y="5797"/>
                    <a:pt x="12666" y="4537"/>
                    <a:pt x="12666" y="2142"/>
                  </a:cubicBezTo>
                  <a:cubicBezTo>
                    <a:pt x="12666" y="1418"/>
                    <a:pt x="12098" y="882"/>
                    <a:pt x="11405" y="882"/>
                  </a:cubicBezTo>
                  <a:lnTo>
                    <a:pt x="10145" y="882"/>
                  </a:lnTo>
                  <a:lnTo>
                    <a:pt x="10145" y="441"/>
                  </a:lnTo>
                  <a:cubicBezTo>
                    <a:pt x="10145" y="189"/>
                    <a:pt x="9956" y="0"/>
                    <a:pt x="9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81"/>
            <p:cNvSpPr/>
            <p:nvPr/>
          </p:nvSpPr>
          <p:spPr>
            <a:xfrm>
              <a:off x="-39950400" y="4225975"/>
              <a:ext cx="194575" cy="63025"/>
            </a:xfrm>
            <a:custGeom>
              <a:avLst/>
              <a:gdLst/>
              <a:ahLst/>
              <a:cxnLst/>
              <a:rect l="l" t="t" r="r" b="b"/>
              <a:pathLst>
                <a:path w="7783" h="2521" extrusionOk="0">
                  <a:moveTo>
                    <a:pt x="757" y="1"/>
                  </a:moveTo>
                  <a:lnTo>
                    <a:pt x="63" y="1954"/>
                  </a:lnTo>
                  <a:cubicBezTo>
                    <a:pt x="0" y="2237"/>
                    <a:pt x="158" y="2521"/>
                    <a:pt x="473" y="2521"/>
                  </a:cubicBezTo>
                  <a:lnTo>
                    <a:pt x="7278" y="2521"/>
                  </a:lnTo>
                  <a:cubicBezTo>
                    <a:pt x="7593" y="2521"/>
                    <a:pt x="7782" y="2237"/>
                    <a:pt x="7688" y="1954"/>
                  </a:cubicBezTo>
                  <a:lnTo>
                    <a:pt x="69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4" name="Google Shape;1584;p81"/>
          <p:cNvGrpSpPr/>
          <p:nvPr/>
        </p:nvGrpSpPr>
        <p:grpSpPr>
          <a:xfrm>
            <a:off x="1077748" y="2545169"/>
            <a:ext cx="266921" cy="369039"/>
            <a:chOff x="-38129425" y="3222550"/>
            <a:chExt cx="228450" cy="315850"/>
          </a:xfrm>
        </p:grpSpPr>
        <p:sp>
          <p:nvSpPr>
            <p:cNvPr id="1585" name="Google Shape;1585;p81"/>
            <p:cNvSpPr/>
            <p:nvPr/>
          </p:nvSpPr>
          <p:spPr>
            <a:xfrm>
              <a:off x="-38129425" y="3222550"/>
              <a:ext cx="228450" cy="227650"/>
            </a:xfrm>
            <a:custGeom>
              <a:avLst/>
              <a:gdLst/>
              <a:ahLst/>
              <a:cxnLst/>
              <a:rect l="l" t="t" r="r" b="b"/>
              <a:pathLst>
                <a:path w="9138" h="9106" extrusionOk="0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81"/>
            <p:cNvSpPr/>
            <p:nvPr/>
          </p:nvSpPr>
          <p:spPr>
            <a:xfrm>
              <a:off x="-38067200" y="3470650"/>
              <a:ext cx="103200" cy="67750"/>
            </a:xfrm>
            <a:custGeom>
              <a:avLst/>
              <a:gdLst/>
              <a:ahLst/>
              <a:cxnLst/>
              <a:rect l="l" t="t" r="r" b="b"/>
              <a:pathLst>
                <a:path w="4128" h="2710" extrusionOk="0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7" name="Google Shape;1587;p81"/>
          <p:cNvGrpSpPr/>
          <p:nvPr/>
        </p:nvGrpSpPr>
        <p:grpSpPr>
          <a:xfrm>
            <a:off x="2705177" y="3659126"/>
            <a:ext cx="371785" cy="369974"/>
            <a:chOff x="-38172725" y="3588000"/>
            <a:chExt cx="318200" cy="316650"/>
          </a:xfrm>
        </p:grpSpPr>
        <p:sp>
          <p:nvSpPr>
            <p:cNvPr id="1588" name="Google Shape;1588;p81"/>
            <p:cNvSpPr/>
            <p:nvPr/>
          </p:nvSpPr>
          <p:spPr>
            <a:xfrm>
              <a:off x="-38171150" y="3760050"/>
              <a:ext cx="98475" cy="91050"/>
            </a:xfrm>
            <a:custGeom>
              <a:avLst/>
              <a:gdLst/>
              <a:ahLst/>
              <a:cxnLst/>
              <a:rect l="l" t="t" r="r" b="b"/>
              <a:pathLst>
                <a:path w="3939" h="3642" extrusionOk="0">
                  <a:moveTo>
                    <a:pt x="739" y="1"/>
                  </a:moveTo>
                  <a:cubicBezTo>
                    <a:pt x="480" y="1"/>
                    <a:pt x="232" y="12"/>
                    <a:pt x="0" y="18"/>
                  </a:cubicBezTo>
                  <a:cubicBezTo>
                    <a:pt x="95" y="1341"/>
                    <a:pt x="630" y="2602"/>
                    <a:pt x="1512" y="3641"/>
                  </a:cubicBezTo>
                  <a:lnTo>
                    <a:pt x="3938" y="1247"/>
                  </a:lnTo>
                  <a:cubicBezTo>
                    <a:pt x="2844" y="153"/>
                    <a:pt x="1711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81"/>
            <p:cNvSpPr/>
            <p:nvPr/>
          </p:nvSpPr>
          <p:spPr>
            <a:xfrm>
              <a:off x="-38172725" y="3641575"/>
              <a:ext cx="144150" cy="133900"/>
            </a:xfrm>
            <a:custGeom>
              <a:avLst/>
              <a:gdLst/>
              <a:ahLst/>
              <a:cxnLst/>
              <a:rect l="l" t="t" r="r" b="b"/>
              <a:pathLst>
                <a:path w="5766" h="5356" extrusionOk="0">
                  <a:moveTo>
                    <a:pt x="1575" y="0"/>
                  </a:moveTo>
                  <a:cubicBezTo>
                    <a:pt x="599" y="1103"/>
                    <a:pt x="95" y="2520"/>
                    <a:pt x="0" y="3907"/>
                  </a:cubicBezTo>
                  <a:cubicBezTo>
                    <a:pt x="213" y="3901"/>
                    <a:pt x="452" y="3891"/>
                    <a:pt x="712" y="3891"/>
                  </a:cubicBezTo>
                  <a:cubicBezTo>
                    <a:pt x="1801" y="3891"/>
                    <a:pt x="3246" y="4059"/>
                    <a:pt x="4568" y="5356"/>
                  </a:cubicBezTo>
                  <a:lnTo>
                    <a:pt x="5766" y="4190"/>
                  </a:lnTo>
                  <a:lnTo>
                    <a:pt x="1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81"/>
            <p:cNvSpPr/>
            <p:nvPr/>
          </p:nvSpPr>
          <p:spPr>
            <a:xfrm>
              <a:off x="-38117600" y="3806975"/>
              <a:ext cx="77200" cy="94525"/>
            </a:xfrm>
            <a:custGeom>
              <a:avLst/>
              <a:gdLst/>
              <a:ahLst/>
              <a:cxnLst/>
              <a:rect l="l" t="t" r="r" b="b"/>
              <a:pathLst>
                <a:path w="3088" h="3781" extrusionOk="0">
                  <a:moveTo>
                    <a:pt x="2332" y="0"/>
                  </a:moveTo>
                  <a:lnTo>
                    <a:pt x="0" y="2331"/>
                  </a:lnTo>
                  <a:cubicBezTo>
                    <a:pt x="883" y="3088"/>
                    <a:pt x="1891" y="3592"/>
                    <a:pt x="2962" y="3781"/>
                  </a:cubicBezTo>
                  <a:cubicBezTo>
                    <a:pt x="3088" y="2363"/>
                    <a:pt x="3088" y="1197"/>
                    <a:pt x="23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81"/>
            <p:cNvSpPr/>
            <p:nvPr/>
          </p:nvSpPr>
          <p:spPr>
            <a:xfrm>
              <a:off x="-37997875" y="3716375"/>
              <a:ext cx="143350" cy="135500"/>
            </a:xfrm>
            <a:custGeom>
              <a:avLst/>
              <a:gdLst/>
              <a:ahLst/>
              <a:cxnLst/>
              <a:rect l="l" t="t" r="r" b="b"/>
              <a:pathLst>
                <a:path w="5734" h="5420" extrusionOk="0">
                  <a:moveTo>
                    <a:pt x="1197" y="1"/>
                  </a:moveTo>
                  <a:lnTo>
                    <a:pt x="0" y="1230"/>
                  </a:lnTo>
                  <a:lnTo>
                    <a:pt x="4159" y="5420"/>
                  </a:lnTo>
                  <a:cubicBezTo>
                    <a:pt x="5199" y="4191"/>
                    <a:pt x="5703" y="2773"/>
                    <a:pt x="5734" y="1324"/>
                  </a:cubicBezTo>
                  <a:cubicBezTo>
                    <a:pt x="5557" y="1324"/>
                    <a:pt x="5356" y="1329"/>
                    <a:pt x="5135" y="1329"/>
                  </a:cubicBezTo>
                  <a:cubicBezTo>
                    <a:pt x="4098" y="1329"/>
                    <a:pt x="2626" y="1222"/>
                    <a:pt x="1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81"/>
            <p:cNvSpPr/>
            <p:nvPr/>
          </p:nvSpPr>
          <p:spPr>
            <a:xfrm>
              <a:off x="-38044350" y="3761275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1261" y="1"/>
                  </a:moveTo>
                  <a:lnTo>
                    <a:pt x="0" y="1261"/>
                  </a:lnTo>
                  <a:cubicBezTo>
                    <a:pt x="1009" y="2679"/>
                    <a:pt x="1009" y="4002"/>
                    <a:pt x="851" y="5735"/>
                  </a:cubicBezTo>
                  <a:lnTo>
                    <a:pt x="1261" y="5735"/>
                  </a:lnTo>
                  <a:cubicBezTo>
                    <a:pt x="2773" y="5735"/>
                    <a:pt x="4254" y="5231"/>
                    <a:pt x="5419" y="4159"/>
                  </a:cubicBezTo>
                  <a:lnTo>
                    <a:pt x="12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81"/>
            <p:cNvSpPr/>
            <p:nvPr/>
          </p:nvSpPr>
          <p:spPr>
            <a:xfrm>
              <a:off x="-37997875" y="3588800"/>
              <a:ext cx="89025" cy="97675"/>
            </a:xfrm>
            <a:custGeom>
              <a:avLst/>
              <a:gdLst/>
              <a:ahLst/>
              <a:cxnLst/>
              <a:rect l="l" t="t" r="r" b="b"/>
              <a:pathLst>
                <a:path w="3561" h="3907" extrusionOk="0">
                  <a:moveTo>
                    <a:pt x="158" y="0"/>
                  </a:moveTo>
                  <a:lnTo>
                    <a:pt x="158" y="0"/>
                  </a:lnTo>
                  <a:cubicBezTo>
                    <a:pt x="126" y="977"/>
                    <a:pt x="0" y="2395"/>
                    <a:pt x="1260" y="3907"/>
                  </a:cubicBezTo>
                  <a:lnTo>
                    <a:pt x="3560" y="1544"/>
                  </a:lnTo>
                  <a:cubicBezTo>
                    <a:pt x="2584" y="662"/>
                    <a:pt x="1355" y="158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81"/>
            <p:cNvSpPr/>
            <p:nvPr/>
          </p:nvSpPr>
          <p:spPr>
            <a:xfrm>
              <a:off x="-38117600" y="3588000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4096" y="1"/>
                  </a:moveTo>
                  <a:lnTo>
                    <a:pt x="4096" y="1"/>
                  </a:lnTo>
                  <a:cubicBezTo>
                    <a:pt x="2647" y="32"/>
                    <a:pt x="1198" y="536"/>
                    <a:pt x="0" y="1576"/>
                  </a:cubicBezTo>
                  <a:lnTo>
                    <a:pt x="4191" y="5735"/>
                  </a:lnTo>
                  <a:lnTo>
                    <a:pt x="5419" y="4506"/>
                  </a:lnTo>
                  <a:cubicBezTo>
                    <a:pt x="3939" y="2805"/>
                    <a:pt x="4065" y="1135"/>
                    <a:pt x="40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81"/>
            <p:cNvSpPr/>
            <p:nvPr/>
          </p:nvSpPr>
          <p:spPr>
            <a:xfrm>
              <a:off x="-37953000" y="3641575"/>
              <a:ext cx="97700" cy="86350"/>
            </a:xfrm>
            <a:custGeom>
              <a:avLst/>
              <a:gdLst/>
              <a:ahLst/>
              <a:cxnLst/>
              <a:rect l="l" t="t" r="r" b="b"/>
              <a:pathLst>
                <a:path w="3908" h="3454" extrusionOk="0">
                  <a:moveTo>
                    <a:pt x="2364" y="0"/>
                  </a:moveTo>
                  <a:lnTo>
                    <a:pt x="1" y="2363"/>
                  </a:lnTo>
                  <a:cubicBezTo>
                    <a:pt x="1171" y="3313"/>
                    <a:pt x="2246" y="3453"/>
                    <a:pt x="3155" y="3453"/>
                  </a:cubicBezTo>
                  <a:cubicBezTo>
                    <a:pt x="3421" y="3453"/>
                    <a:pt x="3672" y="3441"/>
                    <a:pt x="3908" y="3434"/>
                  </a:cubicBezTo>
                  <a:cubicBezTo>
                    <a:pt x="3750" y="2205"/>
                    <a:pt x="3246" y="1008"/>
                    <a:pt x="23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6" name="Google Shape;1596;p81"/>
          <p:cNvGrpSpPr/>
          <p:nvPr/>
        </p:nvGrpSpPr>
        <p:grpSpPr>
          <a:xfrm>
            <a:off x="584591" y="2045404"/>
            <a:ext cx="219981" cy="369974"/>
            <a:chOff x="-38109725" y="3955025"/>
            <a:chExt cx="188275" cy="316650"/>
          </a:xfrm>
        </p:grpSpPr>
        <p:sp>
          <p:nvSpPr>
            <p:cNvPr id="1597" name="Google Shape;1597;p81"/>
            <p:cNvSpPr/>
            <p:nvPr/>
          </p:nvSpPr>
          <p:spPr>
            <a:xfrm>
              <a:off x="-38109725" y="3955025"/>
              <a:ext cx="188275" cy="220575"/>
            </a:xfrm>
            <a:custGeom>
              <a:avLst/>
              <a:gdLst/>
              <a:ahLst/>
              <a:cxnLst/>
              <a:rect l="l" t="t" r="r" b="b"/>
              <a:pathLst>
                <a:path w="7531" h="8823" extrusionOk="0">
                  <a:moveTo>
                    <a:pt x="3372" y="1"/>
                  </a:moveTo>
                  <a:lnTo>
                    <a:pt x="95" y="5703"/>
                  </a:lnTo>
                  <a:cubicBezTo>
                    <a:pt x="1" y="5829"/>
                    <a:pt x="1" y="5987"/>
                    <a:pt x="95" y="6113"/>
                  </a:cubicBezTo>
                  <a:lnTo>
                    <a:pt x="1418" y="8822"/>
                  </a:lnTo>
                  <a:lnTo>
                    <a:pt x="6081" y="8822"/>
                  </a:lnTo>
                  <a:lnTo>
                    <a:pt x="7467" y="6113"/>
                  </a:lnTo>
                  <a:cubicBezTo>
                    <a:pt x="7530" y="5987"/>
                    <a:pt x="7499" y="5829"/>
                    <a:pt x="7467" y="5703"/>
                  </a:cubicBezTo>
                  <a:lnTo>
                    <a:pt x="4191" y="1"/>
                  </a:lnTo>
                  <a:lnTo>
                    <a:pt x="4191" y="4727"/>
                  </a:lnTo>
                  <a:cubicBezTo>
                    <a:pt x="4663" y="4884"/>
                    <a:pt x="5010" y="5357"/>
                    <a:pt x="5010" y="5892"/>
                  </a:cubicBezTo>
                  <a:cubicBezTo>
                    <a:pt x="5010" y="6585"/>
                    <a:pt x="4474" y="7121"/>
                    <a:pt x="3750" y="7121"/>
                  </a:cubicBezTo>
                  <a:cubicBezTo>
                    <a:pt x="3088" y="7121"/>
                    <a:pt x="2521" y="6585"/>
                    <a:pt x="2521" y="5892"/>
                  </a:cubicBezTo>
                  <a:cubicBezTo>
                    <a:pt x="2521" y="5357"/>
                    <a:pt x="2899" y="4916"/>
                    <a:pt x="3372" y="4727"/>
                  </a:cubicBezTo>
                  <a:lnTo>
                    <a:pt x="33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81"/>
            <p:cNvSpPr/>
            <p:nvPr/>
          </p:nvSpPr>
          <p:spPr>
            <a:xfrm>
              <a:off x="-38067200" y="4196050"/>
              <a:ext cx="104775" cy="75625"/>
            </a:xfrm>
            <a:custGeom>
              <a:avLst/>
              <a:gdLst/>
              <a:ahLst/>
              <a:cxnLst/>
              <a:rect l="l" t="t" r="r" b="b"/>
              <a:pathLst>
                <a:path w="4191" h="3025" extrusionOk="0">
                  <a:moveTo>
                    <a:pt x="32" y="0"/>
                  </a:moveTo>
                  <a:lnTo>
                    <a:pt x="32" y="2615"/>
                  </a:lnTo>
                  <a:cubicBezTo>
                    <a:pt x="1" y="2836"/>
                    <a:pt x="190" y="3025"/>
                    <a:pt x="442" y="3025"/>
                  </a:cubicBezTo>
                  <a:lnTo>
                    <a:pt x="3750" y="3025"/>
                  </a:lnTo>
                  <a:cubicBezTo>
                    <a:pt x="3970" y="3025"/>
                    <a:pt x="4191" y="2836"/>
                    <a:pt x="4191" y="2615"/>
                  </a:cubicBezTo>
                  <a:lnTo>
                    <a:pt x="4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9" name="Google Shape;1599;p81"/>
          <p:cNvSpPr/>
          <p:nvPr/>
        </p:nvSpPr>
        <p:spPr>
          <a:xfrm>
            <a:off x="1591669" y="3110321"/>
            <a:ext cx="383790" cy="370266"/>
          </a:xfrm>
          <a:custGeom>
            <a:avLst/>
            <a:gdLst/>
            <a:ahLst/>
            <a:cxnLst/>
            <a:rect l="l" t="t" r="r" b="b"/>
            <a:pathLst>
              <a:path w="13139" h="12676" extrusionOk="0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0" name="Google Shape;1600;p81"/>
          <p:cNvGrpSpPr/>
          <p:nvPr/>
        </p:nvGrpSpPr>
        <p:grpSpPr>
          <a:xfrm>
            <a:off x="2704121" y="1491972"/>
            <a:ext cx="373654" cy="369068"/>
            <a:chOff x="-41530375" y="3218800"/>
            <a:chExt cx="319800" cy="315875"/>
          </a:xfrm>
        </p:grpSpPr>
        <p:sp>
          <p:nvSpPr>
            <p:cNvPr id="1601" name="Google Shape;1601;p81"/>
            <p:cNvSpPr/>
            <p:nvPr/>
          </p:nvSpPr>
          <p:spPr>
            <a:xfrm>
              <a:off x="-41530375" y="3337550"/>
              <a:ext cx="199300" cy="197125"/>
            </a:xfrm>
            <a:custGeom>
              <a:avLst/>
              <a:gdLst/>
              <a:ahLst/>
              <a:cxnLst/>
              <a:rect l="l" t="t" r="r" b="b"/>
              <a:pathLst>
                <a:path w="7972" h="7885" extrusionOk="0">
                  <a:moveTo>
                    <a:pt x="3245" y="0"/>
                  </a:moveTo>
                  <a:lnTo>
                    <a:pt x="473" y="2804"/>
                  </a:lnTo>
                  <a:cubicBezTo>
                    <a:pt x="0" y="3277"/>
                    <a:pt x="0" y="4064"/>
                    <a:pt x="473" y="4568"/>
                  </a:cubicBezTo>
                  <a:lnTo>
                    <a:pt x="3403" y="7530"/>
                  </a:lnTo>
                  <a:cubicBezTo>
                    <a:pt x="3639" y="7766"/>
                    <a:pt x="3954" y="7884"/>
                    <a:pt x="4277" y="7884"/>
                  </a:cubicBezTo>
                  <a:cubicBezTo>
                    <a:pt x="4600" y="7884"/>
                    <a:pt x="4931" y="7766"/>
                    <a:pt x="5199" y="7530"/>
                  </a:cubicBezTo>
                  <a:lnTo>
                    <a:pt x="7971" y="4726"/>
                  </a:lnTo>
                  <a:lnTo>
                    <a:pt x="32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81"/>
            <p:cNvSpPr/>
            <p:nvPr/>
          </p:nvSpPr>
          <p:spPr>
            <a:xfrm>
              <a:off x="-41435075" y="3218800"/>
              <a:ext cx="224500" cy="221950"/>
            </a:xfrm>
            <a:custGeom>
              <a:avLst/>
              <a:gdLst/>
              <a:ahLst/>
              <a:cxnLst/>
              <a:rect l="l" t="t" r="r" b="b"/>
              <a:pathLst>
                <a:path w="8980" h="8878" extrusionOk="0">
                  <a:moveTo>
                    <a:pt x="4395" y="1"/>
                  </a:moveTo>
                  <a:cubicBezTo>
                    <a:pt x="4285" y="1"/>
                    <a:pt x="4175" y="40"/>
                    <a:pt x="4096" y="119"/>
                  </a:cubicBezTo>
                  <a:lnTo>
                    <a:pt x="1" y="4152"/>
                  </a:lnTo>
                  <a:lnTo>
                    <a:pt x="4726" y="8877"/>
                  </a:lnTo>
                  <a:lnTo>
                    <a:pt x="8822" y="4845"/>
                  </a:lnTo>
                  <a:cubicBezTo>
                    <a:pt x="8979" y="4687"/>
                    <a:pt x="8979" y="4404"/>
                    <a:pt x="8822" y="4246"/>
                  </a:cubicBezTo>
                  <a:lnTo>
                    <a:pt x="4695" y="119"/>
                  </a:lnTo>
                  <a:cubicBezTo>
                    <a:pt x="4616" y="40"/>
                    <a:pt x="4506" y="1"/>
                    <a:pt x="4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3" name="Google Shape;1603;p81"/>
          <p:cNvGrpSpPr/>
          <p:nvPr/>
        </p:nvGrpSpPr>
        <p:grpSpPr>
          <a:xfrm>
            <a:off x="3319056" y="3150943"/>
            <a:ext cx="369068" cy="289004"/>
            <a:chOff x="-41526450" y="3653375"/>
            <a:chExt cx="315875" cy="247350"/>
          </a:xfrm>
        </p:grpSpPr>
        <p:sp>
          <p:nvSpPr>
            <p:cNvPr id="1604" name="Google Shape;1604;p81"/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81"/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6" name="Google Shape;1606;p81"/>
          <p:cNvGrpSpPr/>
          <p:nvPr/>
        </p:nvGrpSpPr>
        <p:grpSpPr>
          <a:xfrm>
            <a:off x="1613841" y="2044480"/>
            <a:ext cx="339595" cy="371814"/>
            <a:chOff x="-39625900" y="3238300"/>
            <a:chExt cx="290650" cy="318225"/>
          </a:xfrm>
        </p:grpSpPr>
        <p:sp>
          <p:nvSpPr>
            <p:cNvPr id="1607" name="Google Shape;1607;p81"/>
            <p:cNvSpPr/>
            <p:nvPr/>
          </p:nvSpPr>
          <p:spPr>
            <a:xfrm>
              <a:off x="-39625900" y="3238300"/>
              <a:ext cx="290650" cy="318225"/>
            </a:xfrm>
            <a:custGeom>
              <a:avLst/>
              <a:gdLst/>
              <a:ahLst/>
              <a:cxnLst/>
              <a:rect l="l" t="t" r="r" b="b"/>
              <a:pathLst>
                <a:path w="11626" h="12729" extrusionOk="0">
                  <a:moveTo>
                    <a:pt x="442" y="1"/>
                  </a:moveTo>
                  <a:cubicBezTo>
                    <a:pt x="221" y="1"/>
                    <a:pt x="32" y="190"/>
                    <a:pt x="32" y="442"/>
                  </a:cubicBezTo>
                  <a:lnTo>
                    <a:pt x="32" y="4159"/>
                  </a:lnTo>
                  <a:cubicBezTo>
                    <a:pt x="32" y="4317"/>
                    <a:pt x="126" y="4474"/>
                    <a:pt x="284" y="4569"/>
                  </a:cubicBezTo>
                  <a:cubicBezTo>
                    <a:pt x="1072" y="4821"/>
                    <a:pt x="1670" y="5640"/>
                    <a:pt x="1670" y="6491"/>
                  </a:cubicBezTo>
                  <a:cubicBezTo>
                    <a:pt x="1670" y="7404"/>
                    <a:pt x="1103" y="8129"/>
                    <a:pt x="284" y="8475"/>
                  </a:cubicBezTo>
                  <a:cubicBezTo>
                    <a:pt x="126" y="8507"/>
                    <a:pt x="0" y="8664"/>
                    <a:pt x="0" y="8853"/>
                  </a:cubicBezTo>
                  <a:lnTo>
                    <a:pt x="0" y="12319"/>
                  </a:lnTo>
                  <a:cubicBezTo>
                    <a:pt x="0" y="12571"/>
                    <a:pt x="221" y="12729"/>
                    <a:pt x="442" y="12729"/>
                  </a:cubicBezTo>
                  <a:lnTo>
                    <a:pt x="3308" y="12729"/>
                  </a:lnTo>
                  <a:lnTo>
                    <a:pt x="3308" y="4852"/>
                  </a:lnTo>
                  <a:cubicBezTo>
                    <a:pt x="3308" y="3687"/>
                    <a:pt x="4254" y="2805"/>
                    <a:pt x="5419" y="2741"/>
                  </a:cubicBezTo>
                  <a:lnTo>
                    <a:pt x="6238" y="2741"/>
                  </a:lnTo>
                  <a:cubicBezTo>
                    <a:pt x="7373" y="2741"/>
                    <a:pt x="8286" y="3687"/>
                    <a:pt x="8318" y="4852"/>
                  </a:cubicBezTo>
                  <a:lnTo>
                    <a:pt x="8318" y="12729"/>
                  </a:lnTo>
                  <a:lnTo>
                    <a:pt x="11216" y="12729"/>
                  </a:lnTo>
                  <a:cubicBezTo>
                    <a:pt x="11437" y="12729"/>
                    <a:pt x="11594" y="12508"/>
                    <a:pt x="11626" y="12319"/>
                  </a:cubicBezTo>
                  <a:lnTo>
                    <a:pt x="11626" y="8853"/>
                  </a:lnTo>
                  <a:cubicBezTo>
                    <a:pt x="11626" y="8696"/>
                    <a:pt x="11500" y="8538"/>
                    <a:pt x="11374" y="8475"/>
                  </a:cubicBezTo>
                  <a:cubicBezTo>
                    <a:pt x="10586" y="8192"/>
                    <a:pt x="9988" y="7404"/>
                    <a:pt x="9988" y="6491"/>
                  </a:cubicBezTo>
                  <a:cubicBezTo>
                    <a:pt x="9988" y="5577"/>
                    <a:pt x="10586" y="4852"/>
                    <a:pt x="11374" y="4569"/>
                  </a:cubicBezTo>
                  <a:cubicBezTo>
                    <a:pt x="11531" y="4537"/>
                    <a:pt x="11626" y="4380"/>
                    <a:pt x="11626" y="4159"/>
                  </a:cubicBezTo>
                  <a:lnTo>
                    <a:pt x="11626" y="442"/>
                  </a:lnTo>
                  <a:cubicBezTo>
                    <a:pt x="11626" y="190"/>
                    <a:pt x="11437" y="1"/>
                    <a:pt x="11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81"/>
            <p:cNvSpPr/>
            <p:nvPr/>
          </p:nvSpPr>
          <p:spPr>
            <a:xfrm>
              <a:off x="-39521150" y="3328875"/>
              <a:ext cx="82725" cy="227650"/>
            </a:xfrm>
            <a:custGeom>
              <a:avLst/>
              <a:gdLst/>
              <a:ahLst/>
              <a:cxnLst/>
              <a:rect l="l" t="t" r="r" b="b"/>
              <a:pathLst>
                <a:path w="3309" h="9106" extrusionOk="0">
                  <a:moveTo>
                    <a:pt x="1607" y="3309"/>
                  </a:moveTo>
                  <a:cubicBezTo>
                    <a:pt x="2080" y="3309"/>
                    <a:pt x="2426" y="3655"/>
                    <a:pt x="2426" y="4128"/>
                  </a:cubicBezTo>
                  <a:cubicBezTo>
                    <a:pt x="2426" y="4600"/>
                    <a:pt x="2080" y="4947"/>
                    <a:pt x="1607" y="4947"/>
                  </a:cubicBezTo>
                  <a:cubicBezTo>
                    <a:pt x="1135" y="4947"/>
                    <a:pt x="788" y="4600"/>
                    <a:pt x="788" y="4128"/>
                  </a:cubicBezTo>
                  <a:cubicBezTo>
                    <a:pt x="788" y="3655"/>
                    <a:pt x="1135" y="3309"/>
                    <a:pt x="1607" y="3309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lnTo>
                    <a:pt x="1" y="9106"/>
                  </a:lnTo>
                  <a:lnTo>
                    <a:pt x="3309" y="9106"/>
                  </a:lnTo>
                  <a:lnTo>
                    <a:pt x="3309" y="1229"/>
                  </a:lnTo>
                  <a:cubicBezTo>
                    <a:pt x="3309" y="536"/>
                    <a:pt x="2742" y="1"/>
                    <a:pt x="20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9" name="Google Shape;1609;p81"/>
          <p:cNvSpPr/>
          <p:nvPr/>
        </p:nvSpPr>
        <p:spPr>
          <a:xfrm>
            <a:off x="3924064" y="2544707"/>
            <a:ext cx="315672" cy="369974"/>
          </a:xfrm>
          <a:custGeom>
            <a:avLst/>
            <a:gdLst/>
            <a:ahLst/>
            <a:cxnLst/>
            <a:rect l="l" t="t" r="r" b="b"/>
            <a:pathLst>
              <a:path w="10807" h="12666" extrusionOk="0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0" name="Google Shape;1610;p81"/>
          <p:cNvGrpSpPr/>
          <p:nvPr/>
        </p:nvGrpSpPr>
        <p:grpSpPr>
          <a:xfrm>
            <a:off x="1600483" y="4185816"/>
            <a:ext cx="366293" cy="370441"/>
            <a:chOff x="-39647175" y="3972000"/>
            <a:chExt cx="313500" cy="317050"/>
          </a:xfrm>
        </p:grpSpPr>
        <p:sp>
          <p:nvSpPr>
            <p:cNvPr id="1611" name="Google Shape;1611;p81"/>
            <p:cNvSpPr/>
            <p:nvPr/>
          </p:nvSpPr>
          <p:spPr>
            <a:xfrm>
              <a:off x="-39647175" y="3972000"/>
              <a:ext cx="95325" cy="153975"/>
            </a:xfrm>
            <a:custGeom>
              <a:avLst/>
              <a:gdLst/>
              <a:ahLst/>
              <a:cxnLst/>
              <a:rect l="l" t="t" r="r" b="b"/>
              <a:pathLst>
                <a:path w="3813" h="6159" extrusionOk="0">
                  <a:moveTo>
                    <a:pt x="1698" y="1"/>
                  </a:moveTo>
                  <a:cubicBezTo>
                    <a:pt x="1520" y="1"/>
                    <a:pt x="1373" y="138"/>
                    <a:pt x="1293" y="299"/>
                  </a:cubicBezTo>
                  <a:lnTo>
                    <a:pt x="1" y="5119"/>
                  </a:lnTo>
                  <a:cubicBezTo>
                    <a:pt x="1" y="5308"/>
                    <a:pt x="127" y="5528"/>
                    <a:pt x="316" y="5623"/>
                  </a:cubicBezTo>
                  <a:lnTo>
                    <a:pt x="2332" y="6158"/>
                  </a:lnTo>
                  <a:cubicBezTo>
                    <a:pt x="3277" y="2630"/>
                    <a:pt x="2868" y="4111"/>
                    <a:pt x="3813" y="582"/>
                  </a:cubicBezTo>
                  <a:lnTo>
                    <a:pt x="1797" y="15"/>
                  </a:lnTo>
                  <a:cubicBezTo>
                    <a:pt x="1763" y="5"/>
                    <a:pt x="1730" y="1"/>
                    <a:pt x="16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81"/>
            <p:cNvSpPr/>
            <p:nvPr/>
          </p:nvSpPr>
          <p:spPr>
            <a:xfrm>
              <a:off x="-39588875" y="4011750"/>
              <a:ext cx="216600" cy="277300"/>
            </a:xfrm>
            <a:custGeom>
              <a:avLst/>
              <a:gdLst/>
              <a:ahLst/>
              <a:cxnLst/>
              <a:rect l="l" t="t" r="r" b="b"/>
              <a:pathLst>
                <a:path w="8664" h="11092" extrusionOk="0">
                  <a:moveTo>
                    <a:pt x="4348" y="3466"/>
                  </a:moveTo>
                  <a:cubicBezTo>
                    <a:pt x="4820" y="3466"/>
                    <a:pt x="5199" y="3844"/>
                    <a:pt x="5199" y="4316"/>
                  </a:cubicBezTo>
                  <a:cubicBezTo>
                    <a:pt x="5199" y="4789"/>
                    <a:pt x="4820" y="5136"/>
                    <a:pt x="4348" y="5136"/>
                  </a:cubicBezTo>
                  <a:cubicBezTo>
                    <a:pt x="3907" y="5136"/>
                    <a:pt x="3529" y="4789"/>
                    <a:pt x="3529" y="4316"/>
                  </a:cubicBezTo>
                  <a:cubicBezTo>
                    <a:pt x="3529" y="3875"/>
                    <a:pt x="3875" y="3466"/>
                    <a:pt x="4348" y="3466"/>
                  </a:cubicBezTo>
                  <a:close/>
                  <a:moveTo>
                    <a:pt x="5104" y="5766"/>
                  </a:moveTo>
                  <a:lnTo>
                    <a:pt x="6081" y="7624"/>
                  </a:lnTo>
                  <a:lnTo>
                    <a:pt x="2615" y="7624"/>
                  </a:lnTo>
                  <a:lnTo>
                    <a:pt x="3560" y="5766"/>
                  </a:lnTo>
                  <a:cubicBezTo>
                    <a:pt x="3812" y="5892"/>
                    <a:pt x="4096" y="5955"/>
                    <a:pt x="4348" y="5955"/>
                  </a:cubicBezTo>
                  <a:cubicBezTo>
                    <a:pt x="4631" y="5955"/>
                    <a:pt x="4883" y="5892"/>
                    <a:pt x="5104" y="5766"/>
                  </a:cubicBezTo>
                  <a:close/>
                  <a:moveTo>
                    <a:pt x="2048" y="0"/>
                  </a:moveTo>
                  <a:cubicBezTo>
                    <a:pt x="1386" y="2458"/>
                    <a:pt x="1638" y="1544"/>
                    <a:pt x="977" y="4001"/>
                  </a:cubicBezTo>
                  <a:lnTo>
                    <a:pt x="2678" y="4474"/>
                  </a:lnTo>
                  <a:cubicBezTo>
                    <a:pt x="2678" y="4726"/>
                    <a:pt x="2741" y="5010"/>
                    <a:pt x="2899" y="5199"/>
                  </a:cubicBezTo>
                  <a:lnTo>
                    <a:pt x="32" y="10523"/>
                  </a:lnTo>
                  <a:cubicBezTo>
                    <a:pt x="0" y="10680"/>
                    <a:pt x="63" y="10964"/>
                    <a:pt x="252" y="11027"/>
                  </a:cubicBezTo>
                  <a:cubicBezTo>
                    <a:pt x="328" y="11070"/>
                    <a:pt x="404" y="11091"/>
                    <a:pt x="475" y="11091"/>
                  </a:cubicBezTo>
                  <a:cubicBezTo>
                    <a:pt x="613" y="11091"/>
                    <a:pt x="737" y="11014"/>
                    <a:pt x="819" y="10869"/>
                  </a:cubicBezTo>
                  <a:lnTo>
                    <a:pt x="2143" y="8475"/>
                  </a:lnTo>
                  <a:lnTo>
                    <a:pt x="6490" y="8475"/>
                  </a:lnTo>
                  <a:lnTo>
                    <a:pt x="7845" y="10869"/>
                  </a:lnTo>
                  <a:cubicBezTo>
                    <a:pt x="7907" y="11014"/>
                    <a:pt x="8037" y="11091"/>
                    <a:pt x="8173" y="11091"/>
                  </a:cubicBezTo>
                  <a:cubicBezTo>
                    <a:pt x="8243" y="11091"/>
                    <a:pt x="8316" y="11070"/>
                    <a:pt x="8381" y="11027"/>
                  </a:cubicBezTo>
                  <a:cubicBezTo>
                    <a:pt x="8570" y="10932"/>
                    <a:pt x="8664" y="10680"/>
                    <a:pt x="8538" y="10491"/>
                  </a:cubicBezTo>
                  <a:lnTo>
                    <a:pt x="5734" y="5262"/>
                  </a:lnTo>
                  <a:lnTo>
                    <a:pt x="6585" y="5482"/>
                  </a:lnTo>
                  <a:cubicBezTo>
                    <a:pt x="7120" y="3434"/>
                    <a:pt x="6931" y="4222"/>
                    <a:pt x="7624" y="1513"/>
                  </a:cubicBezTo>
                  <a:lnTo>
                    <a:pt x="2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81"/>
            <p:cNvSpPr/>
            <p:nvPr/>
          </p:nvSpPr>
          <p:spPr>
            <a:xfrm>
              <a:off x="-39398275" y="4073975"/>
              <a:ext cx="64600" cy="71600"/>
            </a:xfrm>
            <a:custGeom>
              <a:avLst/>
              <a:gdLst/>
              <a:ahLst/>
              <a:cxnLst/>
              <a:rect l="l" t="t" r="r" b="b"/>
              <a:pathLst>
                <a:path w="2584" h="2864" extrusionOk="0">
                  <a:moveTo>
                    <a:pt x="630" y="0"/>
                  </a:moveTo>
                  <a:cubicBezTo>
                    <a:pt x="252" y="1449"/>
                    <a:pt x="410" y="945"/>
                    <a:pt x="0" y="2395"/>
                  </a:cubicBezTo>
                  <a:lnTo>
                    <a:pt x="1607" y="2836"/>
                  </a:lnTo>
                  <a:cubicBezTo>
                    <a:pt x="1658" y="2855"/>
                    <a:pt x="1707" y="2864"/>
                    <a:pt x="1753" y="2864"/>
                  </a:cubicBezTo>
                  <a:cubicBezTo>
                    <a:pt x="1932" y="2864"/>
                    <a:pt x="2067" y="2728"/>
                    <a:pt x="2143" y="2552"/>
                  </a:cubicBezTo>
                  <a:lnTo>
                    <a:pt x="2584" y="945"/>
                  </a:lnTo>
                  <a:cubicBezTo>
                    <a:pt x="2552" y="725"/>
                    <a:pt x="2458" y="473"/>
                    <a:pt x="2237" y="441"/>
                  </a:cubicBezTo>
                  <a:lnTo>
                    <a:pt x="6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4" name="Google Shape;1614;p81"/>
          <p:cNvGrpSpPr/>
          <p:nvPr/>
        </p:nvGrpSpPr>
        <p:grpSpPr>
          <a:xfrm>
            <a:off x="3894133" y="3658679"/>
            <a:ext cx="375495" cy="370879"/>
            <a:chOff x="-37808850" y="3221575"/>
            <a:chExt cx="321375" cy="317425"/>
          </a:xfrm>
        </p:grpSpPr>
        <p:sp>
          <p:nvSpPr>
            <p:cNvPr id="1615" name="Google Shape;1615;p81"/>
            <p:cNvSpPr/>
            <p:nvPr/>
          </p:nvSpPr>
          <p:spPr>
            <a:xfrm>
              <a:off x="-37808850" y="3294050"/>
              <a:ext cx="261500" cy="244950"/>
            </a:xfrm>
            <a:custGeom>
              <a:avLst/>
              <a:gdLst/>
              <a:ahLst/>
              <a:cxnLst/>
              <a:rect l="l" t="t" r="r" b="b"/>
              <a:pathLst>
                <a:path w="10460" h="9798" extrusionOk="0">
                  <a:moveTo>
                    <a:pt x="6091" y="980"/>
                  </a:moveTo>
                  <a:cubicBezTo>
                    <a:pt x="6596" y="980"/>
                    <a:pt x="7119" y="1154"/>
                    <a:pt x="7562" y="1520"/>
                  </a:cubicBezTo>
                  <a:cubicBezTo>
                    <a:pt x="7719" y="1677"/>
                    <a:pt x="7751" y="1898"/>
                    <a:pt x="7593" y="2087"/>
                  </a:cubicBezTo>
                  <a:cubicBezTo>
                    <a:pt x="7518" y="2181"/>
                    <a:pt x="7387" y="2241"/>
                    <a:pt x="7260" y="2241"/>
                  </a:cubicBezTo>
                  <a:cubicBezTo>
                    <a:pt x="7174" y="2241"/>
                    <a:pt x="7090" y="2213"/>
                    <a:pt x="7026" y="2150"/>
                  </a:cubicBezTo>
                  <a:cubicBezTo>
                    <a:pt x="6747" y="1918"/>
                    <a:pt x="6415" y="1807"/>
                    <a:pt x="6101" y="1807"/>
                  </a:cubicBezTo>
                  <a:cubicBezTo>
                    <a:pt x="5776" y="1807"/>
                    <a:pt x="5470" y="1925"/>
                    <a:pt x="5262" y="2150"/>
                  </a:cubicBezTo>
                  <a:cubicBezTo>
                    <a:pt x="5183" y="2229"/>
                    <a:pt x="5073" y="2268"/>
                    <a:pt x="4962" y="2268"/>
                  </a:cubicBezTo>
                  <a:cubicBezTo>
                    <a:pt x="4852" y="2268"/>
                    <a:pt x="4742" y="2229"/>
                    <a:pt x="4663" y="2150"/>
                  </a:cubicBezTo>
                  <a:cubicBezTo>
                    <a:pt x="4506" y="1992"/>
                    <a:pt x="4506" y="1709"/>
                    <a:pt x="4663" y="1551"/>
                  </a:cubicBezTo>
                  <a:cubicBezTo>
                    <a:pt x="5037" y="1177"/>
                    <a:pt x="5553" y="980"/>
                    <a:pt x="6091" y="980"/>
                  </a:cubicBezTo>
                  <a:close/>
                  <a:moveTo>
                    <a:pt x="3781" y="7852"/>
                  </a:moveTo>
                  <a:lnTo>
                    <a:pt x="4348" y="8451"/>
                  </a:lnTo>
                  <a:lnTo>
                    <a:pt x="4002" y="8797"/>
                  </a:lnTo>
                  <a:cubicBezTo>
                    <a:pt x="3923" y="8876"/>
                    <a:pt x="3812" y="8915"/>
                    <a:pt x="3702" y="8915"/>
                  </a:cubicBezTo>
                  <a:cubicBezTo>
                    <a:pt x="3592" y="8915"/>
                    <a:pt x="3482" y="8876"/>
                    <a:pt x="3403" y="8797"/>
                  </a:cubicBezTo>
                  <a:cubicBezTo>
                    <a:pt x="3214" y="8640"/>
                    <a:pt x="3214" y="8356"/>
                    <a:pt x="3403" y="8199"/>
                  </a:cubicBezTo>
                  <a:lnTo>
                    <a:pt x="3781" y="7852"/>
                  </a:lnTo>
                  <a:close/>
                  <a:moveTo>
                    <a:pt x="6201" y="1"/>
                  </a:moveTo>
                  <a:cubicBezTo>
                    <a:pt x="5236" y="1"/>
                    <a:pt x="4264" y="375"/>
                    <a:pt x="3529" y="1110"/>
                  </a:cubicBezTo>
                  <a:lnTo>
                    <a:pt x="2363" y="2307"/>
                  </a:lnTo>
                  <a:cubicBezTo>
                    <a:pt x="2269" y="2370"/>
                    <a:pt x="2206" y="2402"/>
                    <a:pt x="2048" y="2402"/>
                  </a:cubicBezTo>
                  <a:cubicBezTo>
                    <a:pt x="1450" y="2465"/>
                    <a:pt x="851" y="2622"/>
                    <a:pt x="378" y="3095"/>
                  </a:cubicBezTo>
                  <a:cubicBezTo>
                    <a:pt x="0" y="3441"/>
                    <a:pt x="0" y="4040"/>
                    <a:pt x="347" y="4418"/>
                  </a:cubicBezTo>
                  <a:lnTo>
                    <a:pt x="3182" y="7254"/>
                  </a:lnTo>
                  <a:lnTo>
                    <a:pt x="2773" y="7663"/>
                  </a:lnTo>
                  <a:cubicBezTo>
                    <a:pt x="2300" y="8136"/>
                    <a:pt x="2300" y="8923"/>
                    <a:pt x="2773" y="9427"/>
                  </a:cubicBezTo>
                  <a:cubicBezTo>
                    <a:pt x="3009" y="9664"/>
                    <a:pt x="3324" y="9782"/>
                    <a:pt x="3647" y="9782"/>
                  </a:cubicBezTo>
                  <a:cubicBezTo>
                    <a:pt x="3970" y="9782"/>
                    <a:pt x="4301" y="9664"/>
                    <a:pt x="4569" y="9427"/>
                  </a:cubicBezTo>
                  <a:lnTo>
                    <a:pt x="4947" y="9018"/>
                  </a:lnTo>
                  <a:lnTo>
                    <a:pt x="5419" y="9490"/>
                  </a:lnTo>
                  <a:cubicBezTo>
                    <a:pt x="5624" y="9695"/>
                    <a:pt x="5868" y="9798"/>
                    <a:pt x="6112" y="9798"/>
                  </a:cubicBezTo>
                  <a:cubicBezTo>
                    <a:pt x="6357" y="9798"/>
                    <a:pt x="6601" y="9695"/>
                    <a:pt x="6805" y="9490"/>
                  </a:cubicBezTo>
                  <a:cubicBezTo>
                    <a:pt x="7278" y="9018"/>
                    <a:pt x="7436" y="8388"/>
                    <a:pt x="7467" y="7852"/>
                  </a:cubicBezTo>
                  <a:cubicBezTo>
                    <a:pt x="7467" y="7726"/>
                    <a:pt x="7499" y="7663"/>
                    <a:pt x="7593" y="7569"/>
                  </a:cubicBezTo>
                  <a:lnTo>
                    <a:pt x="8696" y="6466"/>
                  </a:lnTo>
                  <a:cubicBezTo>
                    <a:pt x="10460" y="4702"/>
                    <a:pt x="10145" y="1740"/>
                    <a:pt x="8066" y="511"/>
                  </a:cubicBezTo>
                  <a:cubicBezTo>
                    <a:pt x="7496" y="170"/>
                    <a:pt x="6850" y="1"/>
                    <a:pt x="6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81"/>
            <p:cNvSpPr/>
            <p:nvPr/>
          </p:nvSpPr>
          <p:spPr>
            <a:xfrm>
              <a:off x="-37601700" y="3221575"/>
              <a:ext cx="114225" cy="111275"/>
            </a:xfrm>
            <a:custGeom>
              <a:avLst/>
              <a:gdLst/>
              <a:ahLst/>
              <a:cxnLst/>
              <a:rect l="l" t="t" r="r" b="b"/>
              <a:pathLst>
                <a:path w="4569" h="4451" extrusionOk="0">
                  <a:moveTo>
                    <a:pt x="3226" y="0"/>
                  </a:moveTo>
                  <a:cubicBezTo>
                    <a:pt x="2907" y="0"/>
                    <a:pt x="2584" y="118"/>
                    <a:pt x="2332" y="355"/>
                  </a:cubicBezTo>
                  <a:lnTo>
                    <a:pt x="0" y="2686"/>
                  </a:lnTo>
                  <a:cubicBezTo>
                    <a:pt x="788" y="3095"/>
                    <a:pt x="1355" y="3631"/>
                    <a:pt x="1796" y="4450"/>
                  </a:cubicBezTo>
                  <a:lnTo>
                    <a:pt x="4096" y="2119"/>
                  </a:lnTo>
                  <a:cubicBezTo>
                    <a:pt x="4568" y="1646"/>
                    <a:pt x="4568" y="859"/>
                    <a:pt x="4096" y="355"/>
                  </a:cubicBezTo>
                  <a:cubicBezTo>
                    <a:pt x="3860" y="118"/>
                    <a:pt x="3545" y="0"/>
                    <a:pt x="3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7" name="Google Shape;1617;p81"/>
          <p:cNvGrpSpPr/>
          <p:nvPr/>
        </p:nvGrpSpPr>
        <p:grpSpPr>
          <a:xfrm>
            <a:off x="3895517" y="3174863"/>
            <a:ext cx="372749" cy="241158"/>
            <a:chOff x="-37806500" y="3643030"/>
            <a:chExt cx="319025" cy="206400"/>
          </a:xfrm>
        </p:grpSpPr>
        <p:sp>
          <p:nvSpPr>
            <p:cNvPr id="1618" name="Google Shape;1618;p81"/>
            <p:cNvSpPr/>
            <p:nvPr/>
          </p:nvSpPr>
          <p:spPr>
            <a:xfrm>
              <a:off x="-37615100" y="3759700"/>
              <a:ext cx="62250" cy="62250"/>
            </a:xfrm>
            <a:custGeom>
              <a:avLst/>
              <a:gdLst/>
              <a:ahLst/>
              <a:cxnLst/>
              <a:rect l="l" t="t" r="r" b="b"/>
              <a:pathLst>
                <a:path w="2490" h="2490" extrusionOk="0">
                  <a:moveTo>
                    <a:pt x="1229" y="1"/>
                  </a:moveTo>
                  <a:cubicBezTo>
                    <a:pt x="568" y="1"/>
                    <a:pt x="1" y="568"/>
                    <a:pt x="1" y="1261"/>
                  </a:cubicBezTo>
                  <a:cubicBezTo>
                    <a:pt x="1" y="1923"/>
                    <a:pt x="568" y="2490"/>
                    <a:pt x="1229" y="2490"/>
                  </a:cubicBezTo>
                  <a:cubicBezTo>
                    <a:pt x="1891" y="2490"/>
                    <a:pt x="2426" y="1954"/>
                    <a:pt x="2490" y="1261"/>
                  </a:cubicBezTo>
                  <a:cubicBezTo>
                    <a:pt x="2490" y="599"/>
                    <a:pt x="1922" y="1"/>
                    <a:pt x="12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81"/>
            <p:cNvSpPr/>
            <p:nvPr/>
          </p:nvSpPr>
          <p:spPr>
            <a:xfrm>
              <a:off x="-37806500" y="3643030"/>
              <a:ext cx="319025" cy="206400"/>
            </a:xfrm>
            <a:custGeom>
              <a:avLst/>
              <a:gdLst/>
              <a:ahLst/>
              <a:cxnLst/>
              <a:rect l="l" t="t" r="r" b="b"/>
              <a:pathLst>
                <a:path w="12761" h="8256" extrusionOk="0">
                  <a:moveTo>
                    <a:pt x="5357" y="1702"/>
                  </a:moveTo>
                  <a:cubicBezTo>
                    <a:pt x="5609" y="1702"/>
                    <a:pt x="5798" y="1923"/>
                    <a:pt x="5798" y="2112"/>
                  </a:cubicBezTo>
                  <a:cubicBezTo>
                    <a:pt x="5766" y="2332"/>
                    <a:pt x="5609" y="2490"/>
                    <a:pt x="5357" y="2490"/>
                  </a:cubicBezTo>
                  <a:lnTo>
                    <a:pt x="2049" y="2490"/>
                  </a:lnTo>
                  <a:cubicBezTo>
                    <a:pt x="1828" y="2490"/>
                    <a:pt x="1639" y="2301"/>
                    <a:pt x="1639" y="2112"/>
                  </a:cubicBezTo>
                  <a:cubicBezTo>
                    <a:pt x="1639" y="1860"/>
                    <a:pt x="1828" y="1702"/>
                    <a:pt x="2049" y="1702"/>
                  </a:cubicBezTo>
                  <a:close/>
                  <a:moveTo>
                    <a:pt x="5357" y="3309"/>
                  </a:moveTo>
                  <a:cubicBezTo>
                    <a:pt x="5609" y="3309"/>
                    <a:pt x="5798" y="3529"/>
                    <a:pt x="5798" y="3750"/>
                  </a:cubicBezTo>
                  <a:cubicBezTo>
                    <a:pt x="5766" y="4002"/>
                    <a:pt x="5609" y="4160"/>
                    <a:pt x="5357" y="4160"/>
                  </a:cubicBezTo>
                  <a:lnTo>
                    <a:pt x="2049" y="4160"/>
                  </a:lnTo>
                  <a:cubicBezTo>
                    <a:pt x="1828" y="4160"/>
                    <a:pt x="1639" y="3939"/>
                    <a:pt x="1639" y="3750"/>
                  </a:cubicBezTo>
                  <a:cubicBezTo>
                    <a:pt x="1639" y="3529"/>
                    <a:pt x="1828" y="3309"/>
                    <a:pt x="2049" y="3309"/>
                  </a:cubicBezTo>
                  <a:close/>
                  <a:moveTo>
                    <a:pt x="5357" y="4979"/>
                  </a:moveTo>
                  <a:cubicBezTo>
                    <a:pt x="5609" y="4979"/>
                    <a:pt x="5798" y="5168"/>
                    <a:pt x="5798" y="5388"/>
                  </a:cubicBezTo>
                  <a:cubicBezTo>
                    <a:pt x="5766" y="5640"/>
                    <a:pt x="5609" y="5798"/>
                    <a:pt x="5357" y="5798"/>
                  </a:cubicBezTo>
                  <a:lnTo>
                    <a:pt x="2049" y="5798"/>
                  </a:lnTo>
                  <a:cubicBezTo>
                    <a:pt x="1828" y="5798"/>
                    <a:pt x="1639" y="5609"/>
                    <a:pt x="1639" y="5388"/>
                  </a:cubicBezTo>
                  <a:cubicBezTo>
                    <a:pt x="1639" y="5136"/>
                    <a:pt x="1828" y="4979"/>
                    <a:pt x="2049" y="4979"/>
                  </a:cubicBezTo>
                  <a:close/>
                  <a:moveTo>
                    <a:pt x="8948" y="1671"/>
                  </a:moveTo>
                  <a:cubicBezTo>
                    <a:pt x="10082" y="1671"/>
                    <a:pt x="10996" y="2584"/>
                    <a:pt x="11028" y="3750"/>
                  </a:cubicBezTo>
                  <a:cubicBezTo>
                    <a:pt x="10996" y="4916"/>
                    <a:pt x="10082" y="5798"/>
                    <a:pt x="8948" y="5798"/>
                  </a:cubicBezTo>
                  <a:cubicBezTo>
                    <a:pt x="7814" y="5798"/>
                    <a:pt x="6900" y="4853"/>
                    <a:pt x="6869" y="3750"/>
                  </a:cubicBezTo>
                  <a:cubicBezTo>
                    <a:pt x="6869" y="2616"/>
                    <a:pt x="7814" y="1702"/>
                    <a:pt x="8948" y="1671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68"/>
                    <a:pt x="1" y="1230"/>
                  </a:cubicBezTo>
                  <a:lnTo>
                    <a:pt x="1" y="6207"/>
                  </a:lnTo>
                  <a:cubicBezTo>
                    <a:pt x="1" y="6743"/>
                    <a:pt x="379" y="7184"/>
                    <a:pt x="852" y="7373"/>
                  </a:cubicBezTo>
                  <a:lnTo>
                    <a:pt x="852" y="7846"/>
                  </a:lnTo>
                  <a:cubicBezTo>
                    <a:pt x="852" y="8098"/>
                    <a:pt x="1041" y="8255"/>
                    <a:pt x="1261" y="8255"/>
                  </a:cubicBezTo>
                  <a:lnTo>
                    <a:pt x="2931" y="8255"/>
                  </a:lnTo>
                  <a:cubicBezTo>
                    <a:pt x="3151" y="8255"/>
                    <a:pt x="3372" y="8066"/>
                    <a:pt x="3372" y="7846"/>
                  </a:cubicBezTo>
                  <a:lnTo>
                    <a:pt x="3372" y="7436"/>
                  </a:lnTo>
                  <a:lnTo>
                    <a:pt x="9421" y="7436"/>
                  </a:lnTo>
                  <a:lnTo>
                    <a:pt x="9421" y="7846"/>
                  </a:lnTo>
                  <a:cubicBezTo>
                    <a:pt x="9421" y="8098"/>
                    <a:pt x="9610" y="8255"/>
                    <a:pt x="9862" y="8255"/>
                  </a:cubicBezTo>
                  <a:lnTo>
                    <a:pt x="11500" y="8255"/>
                  </a:lnTo>
                  <a:cubicBezTo>
                    <a:pt x="11752" y="8255"/>
                    <a:pt x="11941" y="8066"/>
                    <a:pt x="11941" y="7846"/>
                  </a:cubicBezTo>
                  <a:lnTo>
                    <a:pt x="11941" y="7373"/>
                  </a:lnTo>
                  <a:cubicBezTo>
                    <a:pt x="12414" y="7215"/>
                    <a:pt x="12760" y="6743"/>
                    <a:pt x="12760" y="6207"/>
                  </a:cubicBezTo>
                  <a:lnTo>
                    <a:pt x="12760" y="1230"/>
                  </a:lnTo>
                  <a:cubicBezTo>
                    <a:pt x="12666" y="599"/>
                    <a:pt x="12099" y="1"/>
                    <a:pt x="114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0" name="Google Shape;1620;p81"/>
          <p:cNvGrpSpPr/>
          <p:nvPr/>
        </p:nvGrpSpPr>
        <p:grpSpPr>
          <a:xfrm>
            <a:off x="3319395" y="2543781"/>
            <a:ext cx="368134" cy="371814"/>
            <a:chOff x="-37804925" y="3953450"/>
            <a:chExt cx="315075" cy="318225"/>
          </a:xfrm>
        </p:grpSpPr>
        <p:sp>
          <p:nvSpPr>
            <p:cNvPr id="1621" name="Google Shape;1621;p81"/>
            <p:cNvSpPr/>
            <p:nvPr/>
          </p:nvSpPr>
          <p:spPr>
            <a:xfrm>
              <a:off x="-37614300" y="3955025"/>
              <a:ext cx="124450" cy="186200"/>
            </a:xfrm>
            <a:custGeom>
              <a:avLst/>
              <a:gdLst/>
              <a:ahLst/>
              <a:cxnLst/>
              <a:rect l="l" t="t" r="r" b="b"/>
              <a:pathLst>
                <a:path w="4978" h="7448" extrusionOk="0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81"/>
            <p:cNvSpPr/>
            <p:nvPr/>
          </p:nvSpPr>
          <p:spPr>
            <a:xfrm>
              <a:off x="-37761600" y="4230700"/>
              <a:ext cx="270175" cy="40975"/>
            </a:xfrm>
            <a:custGeom>
              <a:avLst/>
              <a:gdLst/>
              <a:ahLst/>
              <a:cxnLst/>
              <a:rect l="l" t="t" r="r" b="b"/>
              <a:pathLst>
                <a:path w="10807" h="1639" extrusionOk="0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81"/>
            <p:cNvSpPr/>
            <p:nvPr/>
          </p:nvSpPr>
          <p:spPr>
            <a:xfrm>
              <a:off x="-37804925" y="3953450"/>
              <a:ext cx="274125" cy="295675"/>
            </a:xfrm>
            <a:custGeom>
              <a:avLst/>
              <a:gdLst/>
              <a:ahLst/>
              <a:cxnLst/>
              <a:rect l="l" t="t" r="r" b="b"/>
              <a:pathLst>
                <a:path w="10965" h="11827" extrusionOk="0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4" name="Google Shape;1624;p81"/>
          <p:cNvGrpSpPr/>
          <p:nvPr/>
        </p:nvGrpSpPr>
        <p:grpSpPr>
          <a:xfrm>
            <a:off x="7762338" y="2076025"/>
            <a:ext cx="355663" cy="308725"/>
            <a:chOff x="-28462125" y="3199700"/>
            <a:chExt cx="298550" cy="259150"/>
          </a:xfrm>
        </p:grpSpPr>
        <p:sp>
          <p:nvSpPr>
            <p:cNvPr id="1625" name="Google Shape;1625;p81"/>
            <p:cNvSpPr/>
            <p:nvPr/>
          </p:nvSpPr>
          <p:spPr>
            <a:xfrm>
              <a:off x="-28459750" y="3284775"/>
              <a:ext cx="296175" cy="104775"/>
            </a:xfrm>
            <a:custGeom>
              <a:avLst/>
              <a:gdLst/>
              <a:ahLst/>
              <a:cxnLst/>
              <a:rect l="l" t="t" r="r" b="b"/>
              <a:pathLst>
                <a:path w="11847" h="4191" extrusionOk="0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81"/>
            <p:cNvSpPr/>
            <p:nvPr/>
          </p:nvSpPr>
          <p:spPr>
            <a:xfrm>
              <a:off x="-28462125" y="3199700"/>
              <a:ext cx="295400" cy="125275"/>
            </a:xfrm>
            <a:custGeom>
              <a:avLst/>
              <a:gdLst/>
              <a:ahLst/>
              <a:cxnLst/>
              <a:rect l="l" t="t" r="r" b="b"/>
              <a:pathLst>
                <a:path w="11816" h="5011" extrusionOk="0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81"/>
            <p:cNvSpPr/>
            <p:nvPr/>
          </p:nvSpPr>
          <p:spPr>
            <a:xfrm>
              <a:off x="-28405400" y="3360375"/>
              <a:ext cx="186675" cy="98475"/>
            </a:xfrm>
            <a:custGeom>
              <a:avLst/>
              <a:gdLst/>
              <a:ahLst/>
              <a:cxnLst/>
              <a:rect l="l" t="t" r="r" b="b"/>
              <a:pathLst>
                <a:path w="7467" h="3939" extrusionOk="0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8" name="Google Shape;1628;p81"/>
          <p:cNvGrpSpPr/>
          <p:nvPr/>
        </p:nvGrpSpPr>
        <p:grpSpPr>
          <a:xfrm>
            <a:off x="7210859" y="2553283"/>
            <a:ext cx="353757" cy="352833"/>
            <a:chOff x="-28461325" y="3545475"/>
            <a:chExt cx="296950" cy="296175"/>
          </a:xfrm>
        </p:grpSpPr>
        <p:sp>
          <p:nvSpPr>
            <p:cNvPr id="1629" name="Google Shape;1629;p81"/>
            <p:cNvSpPr/>
            <p:nvPr/>
          </p:nvSpPr>
          <p:spPr>
            <a:xfrm>
              <a:off x="-28461325" y="3666775"/>
              <a:ext cx="34675" cy="52775"/>
            </a:xfrm>
            <a:custGeom>
              <a:avLst/>
              <a:gdLst/>
              <a:ahLst/>
              <a:cxnLst/>
              <a:rect l="l" t="t" r="r" b="b"/>
              <a:pathLst>
                <a:path w="1387" h="2111" extrusionOk="0">
                  <a:moveTo>
                    <a:pt x="0" y="0"/>
                  </a:moveTo>
                  <a:lnTo>
                    <a:pt x="0" y="2111"/>
                  </a:lnTo>
                  <a:lnTo>
                    <a:pt x="1386" y="2111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81"/>
            <p:cNvSpPr/>
            <p:nvPr/>
          </p:nvSpPr>
          <p:spPr>
            <a:xfrm>
              <a:off x="-28461325" y="3737650"/>
              <a:ext cx="52775" cy="17350"/>
            </a:xfrm>
            <a:custGeom>
              <a:avLst/>
              <a:gdLst/>
              <a:ahLst/>
              <a:cxnLst/>
              <a:rect l="l" t="t" r="r" b="b"/>
              <a:pathLst>
                <a:path w="2111" h="694" extrusionOk="0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6"/>
                    <a:pt x="2111" y="347"/>
                  </a:cubicBez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81"/>
            <p:cNvSpPr/>
            <p:nvPr/>
          </p:nvSpPr>
          <p:spPr>
            <a:xfrm>
              <a:off x="-28461325" y="3632100"/>
              <a:ext cx="52775" cy="17375"/>
            </a:xfrm>
            <a:custGeom>
              <a:avLst/>
              <a:gdLst/>
              <a:ahLst/>
              <a:cxnLst/>
              <a:rect l="l" t="t" r="r" b="b"/>
              <a:pathLst>
                <a:path w="2111" h="695" extrusionOk="0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7"/>
                    <a:pt x="2111" y="348"/>
                  </a:cubicBez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81"/>
            <p:cNvSpPr/>
            <p:nvPr/>
          </p:nvSpPr>
          <p:spPr>
            <a:xfrm>
              <a:off x="-28460550" y="35454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2427" y="0"/>
                  </a:moveTo>
                  <a:cubicBezTo>
                    <a:pt x="1072" y="0"/>
                    <a:pt x="1" y="1103"/>
                    <a:pt x="1" y="2426"/>
                  </a:cubicBezTo>
                  <a:lnTo>
                    <a:pt x="1" y="2804"/>
                  </a:lnTo>
                  <a:lnTo>
                    <a:pt x="1355" y="2804"/>
                  </a:lnTo>
                  <a:lnTo>
                    <a:pt x="1355" y="2426"/>
                  </a:lnTo>
                  <a:cubicBezTo>
                    <a:pt x="1355" y="1859"/>
                    <a:pt x="1828" y="1418"/>
                    <a:pt x="2395" y="1418"/>
                  </a:cubicBezTo>
                  <a:lnTo>
                    <a:pt x="9358" y="1418"/>
                  </a:lnTo>
                  <a:cubicBezTo>
                    <a:pt x="9956" y="1418"/>
                    <a:pt x="10366" y="1891"/>
                    <a:pt x="10366" y="2426"/>
                  </a:cubicBezTo>
                  <a:lnTo>
                    <a:pt x="10366" y="9420"/>
                  </a:lnTo>
                  <a:cubicBezTo>
                    <a:pt x="10366" y="9987"/>
                    <a:pt x="9893" y="10429"/>
                    <a:pt x="9358" y="10429"/>
                  </a:cubicBezTo>
                  <a:lnTo>
                    <a:pt x="2395" y="10429"/>
                  </a:lnTo>
                  <a:cubicBezTo>
                    <a:pt x="1797" y="10429"/>
                    <a:pt x="1355" y="9956"/>
                    <a:pt x="1355" y="9420"/>
                  </a:cubicBezTo>
                  <a:lnTo>
                    <a:pt x="1355" y="9042"/>
                  </a:lnTo>
                  <a:lnTo>
                    <a:pt x="1" y="9042"/>
                  </a:lnTo>
                  <a:lnTo>
                    <a:pt x="1" y="9420"/>
                  </a:lnTo>
                  <a:cubicBezTo>
                    <a:pt x="1" y="10744"/>
                    <a:pt x="1103" y="11846"/>
                    <a:pt x="2427" y="11846"/>
                  </a:cubicBezTo>
                  <a:lnTo>
                    <a:pt x="9389" y="11846"/>
                  </a:lnTo>
                  <a:cubicBezTo>
                    <a:pt x="10744" y="11846"/>
                    <a:pt x="11847" y="10744"/>
                    <a:pt x="11847" y="9420"/>
                  </a:cubicBezTo>
                  <a:lnTo>
                    <a:pt x="11847" y="2426"/>
                  </a:lnTo>
                  <a:cubicBezTo>
                    <a:pt x="11847" y="1103"/>
                    <a:pt x="10744" y="0"/>
                    <a:pt x="9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81"/>
            <p:cNvSpPr/>
            <p:nvPr/>
          </p:nvSpPr>
          <p:spPr>
            <a:xfrm>
              <a:off x="-28347925" y="3649450"/>
              <a:ext cx="86675" cy="86650"/>
            </a:xfrm>
            <a:custGeom>
              <a:avLst/>
              <a:gdLst/>
              <a:ahLst/>
              <a:cxnLst/>
              <a:rect l="l" t="t" r="r" b="b"/>
              <a:pathLst>
                <a:path w="3467" h="3466" extrusionOk="0">
                  <a:moveTo>
                    <a:pt x="1387" y="0"/>
                  </a:moveTo>
                  <a:lnTo>
                    <a:pt x="1387" y="1040"/>
                  </a:lnTo>
                  <a:cubicBezTo>
                    <a:pt x="1387" y="1229"/>
                    <a:pt x="1230" y="1386"/>
                    <a:pt x="1041" y="1386"/>
                  </a:cubicBezTo>
                  <a:lnTo>
                    <a:pt x="1" y="1386"/>
                  </a:lnTo>
                  <a:lnTo>
                    <a:pt x="1" y="2111"/>
                  </a:lnTo>
                  <a:lnTo>
                    <a:pt x="1041" y="2111"/>
                  </a:lnTo>
                  <a:cubicBezTo>
                    <a:pt x="1230" y="2111"/>
                    <a:pt x="1387" y="2268"/>
                    <a:pt x="1387" y="2457"/>
                  </a:cubicBezTo>
                  <a:lnTo>
                    <a:pt x="1387" y="3466"/>
                  </a:lnTo>
                  <a:lnTo>
                    <a:pt x="2080" y="3466"/>
                  </a:lnTo>
                  <a:lnTo>
                    <a:pt x="2080" y="2457"/>
                  </a:lnTo>
                  <a:cubicBezTo>
                    <a:pt x="2080" y="2268"/>
                    <a:pt x="2238" y="2111"/>
                    <a:pt x="2458" y="2111"/>
                  </a:cubicBezTo>
                  <a:lnTo>
                    <a:pt x="3467" y="2111"/>
                  </a:lnTo>
                  <a:lnTo>
                    <a:pt x="3467" y="1386"/>
                  </a:lnTo>
                  <a:lnTo>
                    <a:pt x="2458" y="1386"/>
                  </a:lnTo>
                  <a:cubicBezTo>
                    <a:pt x="2238" y="1386"/>
                    <a:pt x="2080" y="1229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81"/>
            <p:cNvSpPr/>
            <p:nvPr/>
          </p:nvSpPr>
          <p:spPr>
            <a:xfrm>
              <a:off x="-28408550" y="3597450"/>
              <a:ext cx="191400" cy="192200"/>
            </a:xfrm>
            <a:custGeom>
              <a:avLst/>
              <a:gdLst/>
              <a:ahLst/>
              <a:cxnLst/>
              <a:rect l="l" t="t" r="r" b="b"/>
              <a:pathLst>
                <a:path w="7656" h="7688" extrusionOk="0">
                  <a:moveTo>
                    <a:pt x="4883" y="1418"/>
                  </a:moveTo>
                  <a:cubicBezTo>
                    <a:pt x="5072" y="1418"/>
                    <a:pt x="5230" y="1576"/>
                    <a:pt x="5230" y="1765"/>
                  </a:cubicBezTo>
                  <a:lnTo>
                    <a:pt x="5230" y="2805"/>
                  </a:lnTo>
                  <a:lnTo>
                    <a:pt x="6238" y="2805"/>
                  </a:lnTo>
                  <a:cubicBezTo>
                    <a:pt x="6459" y="2805"/>
                    <a:pt x="6616" y="2962"/>
                    <a:pt x="6616" y="3151"/>
                  </a:cubicBezTo>
                  <a:lnTo>
                    <a:pt x="6616" y="4537"/>
                  </a:lnTo>
                  <a:cubicBezTo>
                    <a:pt x="6616" y="4726"/>
                    <a:pt x="6459" y="4884"/>
                    <a:pt x="6238" y="4884"/>
                  </a:cubicBezTo>
                  <a:lnTo>
                    <a:pt x="5230" y="4884"/>
                  </a:lnTo>
                  <a:lnTo>
                    <a:pt x="5230" y="5924"/>
                  </a:lnTo>
                  <a:cubicBezTo>
                    <a:pt x="5230" y="6113"/>
                    <a:pt x="5072" y="6270"/>
                    <a:pt x="4883" y="6270"/>
                  </a:cubicBezTo>
                  <a:lnTo>
                    <a:pt x="3497" y="6270"/>
                  </a:lnTo>
                  <a:cubicBezTo>
                    <a:pt x="3308" y="6270"/>
                    <a:pt x="3151" y="6113"/>
                    <a:pt x="3151" y="5924"/>
                  </a:cubicBezTo>
                  <a:lnTo>
                    <a:pt x="3151" y="4884"/>
                  </a:lnTo>
                  <a:lnTo>
                    <a:pt x="2111" y="4884"/>
                  </a:lnTo>
                  <a:cubicBezTo>
                    <a:pt x="1922" y="4884"/>
                    <a:pt x="1764" y="4726"/>
                    <a:pt x="1764" y="4537"/>
                  </a:cubicBezTo>
                  <a:lnTo>
                    <a:pt x="1764" y="3151"/>
                  </a:lnTo>
                  <a:cubicBezTo>
                    <a:pt x="1764" y="2962"/>
                    <a:pt x="1922" y="2805"/>
                    <a:pt x="2111" y="2805"/>
                  </a:cubicBezTo>
                  <a:lnTo>
                    <a:pt x="3151" y="2805"/>
                  </a:lnTo>
                  <a:lnTo>
                    <a:pt x="3151" y="1765"/>
                  </a:lnTo>
                  <a:cubicBezTo>
                    <a:pt x="3151" y="1576"/>
                    <a:pt x="3308" y="1418"/>
                    <a:pt x="3497" y="141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757"/>
                  </a:lnTo>
                  <a:cubicBezTo>
                    <a:pt x="378" y="914"/>
                    <a:pt x="693" y="1261"/>
                    <a:pt x="693" y="1734"/>
                  </a:cubicBezTo>
                  <a:cubicBezTo>
                    <a:pt x="693" y="2175"/>
                    <a:pt x="378" y="2553"/>
                    <a:pt x="0" y="2710"/>
                  </a:cubicBezTo>
                  <a:lnTo>
                    <a:pt x="0" y="4979"/>
                  </a:lnTo>
                  <a:cubicBezTo>
                    <a:pt x="378" y="5136"/>
                    <a:pt x="693" y="5483"/>
                    <a:pt x="693" y="5955"/>
                  </a:cubicBezTo>
                  <a:cubicBezTo>
                    <a:pt x="693" y="6396"/>
                    <a:pt x="441" y="6774"/>
                    <a:pt x="0" y="6932"/>
                  </a:cubicBezTo>
                  <a:lnTo>
                    <a:pt x="0" y="7341"/>
                  </a:lnTo>
                  <a:cubicBezTo>
                    <a:pt x="0" y="7530"/>
                    <a:pt x="158" y="7688"/>
                    <a:pt x="347" y="7688"/>
                  </a:cubicBezTo>
                  <a:lnTo>
                    <a:pt x="7309" y="7688"/>
                  </a:lnTo>
                  <a:cubicBezTo>
                    <a:pt x="7498" y="7688"/>
                    <a:pt x="7656" y="7530"/>
                    <a:pt x="7656" y="7341"/>
                  </a:cubicBezTo>
                  <a:lnTo>
                    <a:pt x="7656" y="347"/>
                  </a:lnTo>
                  <a:cubicBezTo>
                    <a:pt x="7656" y="158"/>
                    <a:pt x="7498" y="1"/>
                    <a:pt x="73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5" name="Google Shape;1635;p81"/>
          <p:cNvGrpSpPr/>
          <p:nvPr/>
        </p:nvGrpSpPr>
        <p:grpSpPr>
          <a:xfrm>
            <a:off x="7211898" y="2054442"/>
            <a:ext cx="351880" cy="351910"/>
            <a:chOff x="-26573400" y="3546250"/>
            <a:chExt cx="295375" cy="295400"/>
          </a:xfrm>
        </p:grpSpPr>
        <p:sp>
          <p:nvSpPr>
            <p:cNvPr id="1636" name="Google Shape;1636;p81"/>
            <p:cNvSpPr/>
            <p:nvPr/>
          </p:nvSpPr>
          <p:spPr>
            <a:xfrm>
              <a:off x="-26464700" y="3599225"/>
              <a:ext cx="77200" cy="38425"/>
            </a:xfrm>
            <a:custGeom>
              <a:avLst/>
              <a:gdLst/>
              <a:ahLst/>
              <a:cxnLst/>
              <a:rect l="l" t="t" r="r" b="b"/>
              <a:pathLst>
                <a:path w="3088" h="1537" extrusionOk="0">
                  <a:moveTo>
                    <a:pt x="1532" y="1"/>
                  </a:moveTo>
                  <a:cubicBezTo>
                    <a:pt x="1001" y="1"/>
                    <a:pt x="473" y="103"/>
                    <a:pt x="0" y="308"/>
                  </a:cubicBezTo>
                  <a:lnTo>
                    <a:pt x="693" y="1537"/>
                  </a:lnTo>
                  <a:cubicBezTo>
                    <a:pt x="946" y="1442"/>
                    <a:pt x="1229" y="1379"/>
                    <a:pt x="1544" y="1379"/>
                  </a:cubicBezTo>
                  <a:cubicBezTo>
                    <a:pt x="1859" y="1379"/>
                    <a:pt x="2143" y="1442"/>
                    <a:pt x="2426" y="1537"/>
                  </a:cubicBezTo>
                  <a:lnTo>
                    <a:pt x="3088" y="308"/>
                  </a:lnTo>
                  <a:cubicBezTo>
                    <a:pt x="2600" y="103"/>
                    <a:pt x="2064" y="1"/>
                    <a:pt x="15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81"/>
            <p:cNvSpPr/>
            <p:nvPr/>
          </p:nvSpPr>
          <p:spPr>
            <a:xfrm>
              <a:off x="-26434775" y="36864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81"/>
            <p:cNvSpPr/>
            <p:nvPr/>
          </p:nvSpPr>
          <p:spPr>
            <a:xfrm>
              <a:off x="-26520625" y="3703775"/>
              <a:ext cx="55950" cy="67775"/>
            </a:xfrm>
            <a:custGeom>
              <a:avLst/>
              <a:gdLst/>
              <a:ahLst/>
              <a:cxnLst/>
              <a:rect l="l" t="t" r="r" b="b"/>
              <a:pathLst>
                <a:path w="2238" h="2711" extrusionOk="0">
                  <a:moveTo>
                    <a:pt x="1387" y="1"/>
                  </a:moveTo>
                  <a:lnTo>
                    <a:pt x="1" y="32"/>
                  </a:lnTo>
                  <a:cubicBezTo>
                    <a:pt x="127" y="1104"/>
                    <a:pt x="662" y="2080"/>
                    <a:pt x="1544" y="2710"/>
                  </a:cubicBezTo>
                  <a:lnTo>
                    <a:pt x="2237" y="1545"/>
                  </a:lnTo>
                  <a:cubicBezTo>
                    <a:pt x="1765" y="1135"/>
                    <a:pt x="1450" y="600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81"/>
            <p:cNvSpPr/>
            <p:nvPr/>
          </p:nvSpPr>
          <p:spPr>
            <a:xfrm>
              <a:off x="-26387525" y="3703000"/>
              <a:ext cx="55950" cy="67750"/>
            </a:xfrm>
            <a:custGeom>
              <a:avLst/>
              <a:gdLst/>
              <a:ahLst/>
              <a:cxnLst/>
              <a:rect l="l" t="t" r="r" b="b"/>
              <a:pathLst>
                <a:path w="2238" h="2710" extrusionOk="0">
                  <a:moveTo>
                    <a:pt x="851" y="0"/>
                  </a:moveTo>
                  <a:cubicBezTo>
                    <a:pt x="757" y="631"/>
                    <a:pt x="473" y="1166"/>
                    <a:pt x="1" y="1544"/>
                  </a:cubicBezTo>
                  <a:lnTo>
                    <a:pt x="694" y="2710"/>
                  </a:lnTo>
                  <a:cubicBezTo>
                    <a:pt x="1576" y="2080"/>
                    <a:pt x="2112" y="1103"/>
                    <a:pt x="2238" y="32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81"/>
            <p:cNvSpPr/>
            <p:nvPr/>
          </p:nvSpPr>
          <p:spPr>
            <a:xfrm>
              <a:off x="-26573400" y="3546250"/>
              <a:ext cx="295375" cy="295400"/>
            </a:xfrm>
            <a:custGeom>
              <a:avLst/>
              <a:gdLst/>
              <a:ahLst/>
              <a:cxnLst/>
              <a:rect l="l" t="t" r="r" b="b"/>
              <a:pathLst>
                <a:path w="11815" h="11816" extrusionOk="0">
                  <a:moveTo>
                    <a:pt x="5876" y="1419"/>
                  </a:moveTo>
                  <a:cubicBezTo>
                    <a:pt x="6632" y="1419"/>
                    <a:pt x="7389" y="1608"/>
                    <a:pt x="8066" y="1986"/>
                  </a:cubicBezTo>
                  <a:cubicBezTo>
                    <a:pt x="8223" y="2049"/>
                    <a:pt x="8286" y="2301"/>
                    <a:pt x="8192" y="2458"/>
                  </a:cubicBezTo>
                  <a:lnTo>
                    <a:pt x="7152" y="4254"/>
                  </a:lnTo>
                  <a:cubicBezTo>
                    <a:pt x="7110" y="4361"/>
                    <a:pt x="6980" y="4439"/>
                    <a:pt x="6852" y="4439"/>
                  </a:cubicBezTo>
                  <a:cubicBezTo>
                    <a:pt x="6791" y="4439"/>
                    <a:pt x="6731" y="4421"/>
                    <a:pt x="6680" y="4380"/>
                  </a:cubicBezTo>
                  <a:cubicBezTo>
                    <a:pt x="6428" y="4238"/>
                    <a:pt x="6136" y="4167"/>
                    <a:pt x="5841" y="4167"/>
                  </a:cubicBezTo>
                  <a:cubicBezTo>
                    <a:pt x="5546" y="4167"/>
                    <a:pt x="5246" y="4238"/>
                    <a:pt x="4978" y="4380"/>
                  </a:cubicBezTo>
                  <a:cubicBezTo>
                    <a:pt x="4929" y="4400"/>
                    <a:pt x="4872" y="4411"/>
                    <a:pt x="4816" y="4411"/>
                  </a:cubicBezTo>
                  <a:cubicBezTo>
                    <a:pt x="4694" y="4411"/>
                    <a:pt x="4570" y="4362"/>
                    <a:pt x="4506" y="4254"/>
                  </a:cubicBezTo>
                  <a:lnTo>
                    <a:pt x="3498" y="2458"/>
                  </a:lnTo>
                  <a:cubicBezTo>
                    <a:pt x="3466" y="2301"/>
                    <a:pt x="3529" y="2080"/>
                    <a:pt x="3687" y="1986"/>
                  </a:cubicBezTo>
                  <a:cubicBezTo>
                    <a:pt x="4364" y="1608"/>
                    <a:pt x="5120" y="1419"/>
                    <a:pt x="5876" y="1419"/>
                  </a:cubicBezTo>
                  <a:close/>
                  <a:moveTo>
                    <a:pt x="5861" y="4916"/>
                  </a:moveTo>
                  <a:cubicBezTo>
                    <a:pt x="6459" y="4916"/>
                    <a:pt x="6869" y="5388"/>
                    <a:pt x="6869" y="5955"/>
                  </a:cubicBezTo>
                  <a:cubicBezTo>
                    <a:pt x="6869" y="6554"/>
                    <a:pt x="6396" y="6964"/>
                    <a:pt x="5861" y="6964"/>
                  </a:cubicBezTo>
                  <a:cubicBezTo>
                    <a:pt x="5294" y="6964"/>
                    <a:pt x="4821" y="6491"/>
                    <a:pt x="4821" y="5955"/>
                  </a:cubicBezTo>
                  <a:cubicBezTo>
                    <a:pt x="4821" y="5357"/>
                    <a:pt x="5294" y="4916"/>
                    <a:pt x="5861" y="4916"/>
                  </a:cubicBezTo>
                  <a:close/>
                  <a:moveTo>
                    <a:pt x="3813" y="5609"/>
                  </a:moveTo>
                  <a:cubicBezTo>
                    <a:pt x="4065" y="5640"/>
                    <a:pt x="4159" y="5735"/>
                    <a:pt x="4159" y="5955"/>
                  </a:cubicBezTo>
                  <a:cubicBezTo>
                    <a:pt x="4159" y="6522"/>
                    <a:pt x="4474" y="7090"/>
                    <a:pt x="5010" y="7405"/>
                  </a:cubicBezTo>
                  <a:cubicBezTo>
                    <a:pt x="5136" y="7531"/>
                    <a:pt x="5230" y="7720"/>
                    <a:pt x="5104" y="7877"/>
                  </a:cubicBezTo>
                  <a:lnTo>
                    <a:pt x="4033" y="9641"/>
                  </a:lnTo>
                  <a:cubicBezTo>
                    <a:pt x="3991" y="9748"/>
                    <a:pt x="3861" y="9826"/>
                    <a:pt x="3733" y="9826"/>
                  </a:cubicBezTo>
                  <a:cubicBezTo>
                    <a:pt x="3672" y="9826"/>
                    <a:pt x="3612" y="9808"/>
                    <a:pt x="3561" y="9767"/>
                  </a:cubicBezTo>
                  <a:cubicBezTo>
                    <a:pt x="2238" y="8948"/>
                    <a:pt x="1418" y="7531"/>
                    <a:pt x="1355" y="5987"/>
                  </a:cubicBezTo>
                  <a:cubicBezTo>
                    <a:pt x="1355" y="5798"/>
                    <a:pt x="1544" y="5640"/>
                    <a:pt x="1733" y="5640"/>
                  </a:cubicBezTo>
                  <a:lnTo>
                    <a:pt x="3813" y="5609"/>
                  </a:lnTo>
                  <a:close/>
                  <a:moveTo>
                    <a:pt x="8003" y="5640"/>
                  </a:moveTo>
                  <a:lnTo>
                    <a:pt x="10082" y="5672"/>
                  </a:lnTo>
                  <a:cubicBezTo>
                    <a:pt x="10271" y="5672"/>
                    <a:pt x="10429" y="5829"/>
                    <a:pt x="10429" y="6018"/>
                  </a:cubicBezTo>
                  <a:cubicBezTo>
                    <a:pt x="10397" y="7562"/>
                    <a:pt x="9547" y="8980"/>
                    <a:pt x="8223" y="9799"/>
                  </a:cubicBezTo>
                  <a:cubicBezTo>
                    <a:pt x="8168" y="9844"/>
                    <a:pt x="8100" y="9865"/>
                    <a:pt x="8033" y="9865"/>
                  </a:cubicBezTo>
                  <a:cubicBezTo>
                    <a:pt x="7911" y="9865"/>
                    <a:pt x="7792" y="9795"/>
                    <a:pt x="7751" y="9673"/>
                  </a:cubicBezTo>
                  <a:lnTo>
                    <a:pt x="6680" y="7909"/>
                  </a:lnTo>
                  <a:cubicBezTo>
                    <a:pt x="6554" y="7751"/>
                    <a:pt x="6648" y="7531"/>
                    <a:pt x="6806" y="7436"/>
                  </a:cubicBezTo>
                  <a:cubicBezTo>
                    <a:pt x="7310" y="7121"/>
                    <a:pt x="7625" y="6585"/>
                    <a:pt x="7625" y="5987"/>
                  </a:cubicBezTo>
                  <a:cubicBezTo>
                    <a:pt x="7625" y="5829"/>
                    <a:pt x="7751" y="5672"/>
                    <a:pt x="8003" y="5640"/>
                  </a:cubicBezTo>
                  <a:close/>
                  <a:moveTo>
                    <a:pt x="5892" y="1"/>
                  </a:moveTo>
                  <a:cubicBezTo>
                    <a:pt x="2616" y="1"/>
                    <a:pt x="1" y="2679"/>
                    <a:pt x="1" y="5924"/>
                  </a:cubicBezTo>
                  <a:cubicBezTo>
                    <a:pt x="1" y="9137"/>
                    <a:pt x="2679" y="11815"/>
                    <a:pt x="5892" y="11815"/>
                  </a:cubicBezTo>
                  <a:cubicBezTo>
                    <a:pt x="9169" y="11815"/>
                    <a:pt x="11815" y="9137"/>
                    <a:pt x="11815" y="5924"/>
                  </a:cubicBezTo>
                  <a:cubicBezTo>
                    <a:pt x="11815" y="2679"/>
                    <a:pt x="9137" y="1"/>
                    <a:pt x="58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1" name="Google Shape;1641;p81"/>
          <p:cNvGrpSpPr/>
          <p:nvPr/>
        </p:nvGrpSpPr>
        <p:grpSpPr>
          <a:xfrm>
            <a:off x="5559469" y="2553620"/>
            <a:ext cx="375319" cy="352148"/>
            <a:chOff x="-26583625" y="3917025"/>
            <a:chExt cx="315050" cy="295600"/>
          </a:xfrm>
        </p:grpSpPr>
        <p:sp>
          <p:nvSpPr>
            <p:cNvPr id="1642" name="Google Shape;1642;p81"/>
            <p:cNvSpPr/>
            <p:nvPr/>
          </p:nvSpPr>
          <p:spPr>
            <a:xfrm>
              <a:off x="-26413500" y="3918400"/>
              <a:ext cx="144925" cy="135125"/>
            </a:xfrm>
            <a:custGeom>
              <a:avLst/>
              <a:gdLst/>
              <a:ahLst/>
              <a:cxnLst/>
              <a:rect l="l" t="t" r="r" b="b"/>
              <a:pathLst>
                <a:path w="5797" h="5405" extrusionOk="0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81"/>
            <p:cNvSpPr/>
            <p:nvPr/>
          </p:nvSpPr>
          <p:spPr>
            <a:xfrm>
              <a:off x="-26466275" y="4026700"/>
              <a:ext cx="78775" cy="77225"/>
            </a:xfrm>
            <a:custGeom>
              <a:avLst/>
              <a:gdLst/>
              <a:ahLst/>
              <a:cxnLst/>
              <a:rect l="l" t="t" r="r" b="b"/>
              <a:pathLst>
                <a:path w="3151" h="3089" extrusionOk="0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81"/>
            <p:cNvSpPr/>
            <p:nvPr/>
          </p:nvSpPr>
          <p:spPr>
            <a:xfrm>
              <a:off x="-26583625" y="4077125"/>
              <a:ext cx="144925" cy="134700"/>
            </a:xfrm>
            <a:custGeom>
              <a:avLst/>
              <a:gdLst/>
              <a:ahLst/>
              <a:cxnLst/>
              <a:rect l="l" t="t" r="r" b="b"/>
              <a:pathLst>
                <a:path w="5797" h="5388" extrusionOk="0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81"/>
            <p:cNvSpPr/>
            <p:nvPr/>
          </p:nvSpPr>
          <p:spPr>
            <a:xfrm>
              <a:off x="-26581275" y="3917025"/>
              <a:ext cx="311125" cy="295600"/>
            </a:xfrm>
            <a:custGeom>
              <a:avLst/>
              <a:gdLst/>
              <a:ahLst/>
              <a:cxnLst/>
              <a:rect l="l" t="t" r="r" b="b"/>
              <a:pathLst>
                <a:path w="12445" h="11824" extrusionOk="0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6" name="Google Shape;1646;p81"/>
          <p:cNvGrpSpPr/>
          <p:nvPr/>
        </p:nvGrpSpPr>
        <p:grpSpPr>
          <a:xfrm>
            <a:off x="7243341" y="3119044"/>
            <a:ext cx="289039" cy="352833"/>
            <a:chOff x="-24694925" y="3518700"/>
            <a:chExt cx="242625" cy="296175"/>
          </a:xfrm>
        </p:grpSpPr>
        <p:sp>
          <p:nvSpPr>
            <p:cNvPr id="1647" name="Google Shape;1647;p81"/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81"/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81"/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81"/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1" name="Google Shape;1651;p81"/>
          <p:cNvGrpSpPr/>
          <p:nvPr/>
        </p:nvGrpSpPr>
        <p:grpSpPr>
          <a:xfrm>
            <a:off x="6205220" y="4194624"/>
            <a:ext cx="289962" cy="352833"/>
            <a:chOff x="-24709100" y="3888875"/>
            <a:chExt cx="243400" cy="296175"/>
          </a:xfrm>
        </p:grpSpPr>
        <p:sp>
          <p:nvSpPr>
            <p:cNvPr id="1652" name="Google Shape;1652;p81"/>
            <p:cNvSpPr/>
            <p:nvPr/>
          </p:nvSpPr>
          <p:spPr>
            <a:xfrm>
              <a:off x="-24587800" y="3888875"/>
              <a:ext cx="105575" cy="227650"/>
            </a:xfrm>
            <a:custGeom>
              <a:avLst/>
              <a:gdLst/>
              <a:ahLst/>
              <a:cxnLst/>
              <a:rect l="l" t="t" r="r" b="b"/>
              <a:pathLst>
                <a:path w="4223" h="9106" extrusionOk="0">
                  <a:moveTo>
                    <a:pt x="2836" y="662"/>
                  </a:moveTo>
                  <a:lnTo>
                    <a:pt x="2836" y="1387"/>
                  </a:lnTo>
                  <a:lnTo>
                    <a:pt x="2143" y="1387"/>
                  </a:lnTo>
                  <a:lnTo>
                    <a:pt x="2143" y="662"/>
                  </a:lnTo>
                  <a:close/>
                  <a:moveTo>
                    <a:pt x="1072" y="4884"/>
                  </a:moveTo>
                  <a:cubicBezTo>
                    <a:pt x="1261" y="4884"/>
                    <a:pt x="1418" y="5041"/>
                    <a:pt x="1418" y="5230"/>
                  </a:cubicBezTo>
                  <a:cubicBezTo>
                    <a:pt x="1418" y="5451"/>
                    <a:pt x="1261" y="5608"/>
                    <a:pt x="1072" y="5608"/>
                  </a:cubicBezTo>
                  <a:cubicBezTo>
                    <a:pt x="851" y="5608"/>
                    <a:pt x="694" y="5451"/>
                    <a:pt x="694" y="5230"/>
                  </a:cubicBezTo>
                  <a:cubicBezTo>
                    <a:pt x="694" y="5041"/>
                    <a:pt x="851" y="4884"/>
                    <a:pt x="1072" y="4884"/>
                  </a:cubicBezTo>
                  <a:close/>
                  <a:moveTo>
                    <a:pt x="3498" y="6302"/>
                  </a:moveTo>
                  <a:lnTo>
                    <a:pt x="3498" y="6648"/>
                  </a:lnTo>
                  <a:cubicBezTo>
                    <a:pt x="3498" y="6869"/>
                    <a:pt x="3340" y="6995"/>
                    <a:pt x="3151" y="6995"/>
                  </a:cubicBezTo>
                  <a:lnTo>
                    <a:pt x="1765" y="6995"/>
                  </a:lnTo>
                  <a:cubicBezTo>
                    <a:pt x="1576" y="6995"/>
                    <a:pt x="1418" y="6869"/>
                    <a:pt x="1418" y="6648"/>
                  </a:cubicBezTo>
                  <a:lnTo>
                    <a:pt x="1418" y="6302"/>
                  </a:lnTo>
                  <a:close/>
                  <a:moveTo>
                    <a:pt x="1072" y="1"/>
                  </a:moveTo>
                  <a:cubicBezTo>
                    <a:pt x="851" y="1"/>
                    <a:pt x="694" y="158"/>
                    <a:pt x="694" y="347"/>
                  </a:cubicBezTo>
                  <a:cubicBezTo>
                    <a:pt x="694" y="568"/>
                    <a:pt x="851" y="725"/>
                    <a:pt x="1072" y="725"/>
                  </a:cubicBezTo>
                  <a:lnTo>
                    <a:pt x="1418" y="725"/>
                  </a:lnTo>
                  <a:lnTo>
                    <a:pt x="1418" y="1450"/>
                  </a:lnTo>
                  <a:cubicBezTo>
                    <a:pt x="1009" y="1576"/>
                    <a:pt x="694" y="1985"/>
                    <a:pt x="694" y="2458"/>
                  </a:cubicBezTo>
                  <a:lnTo>
                    <a:pt x="694" y="4285"/>
                  </a:lnTo>
                  <a:cubicBezTo>
                    <a:pt x="316" y="4443"/>
                    <a:pt x="1" y="4821"/>
                    <a:pt x="1" y="5293"/>
                  </a:cubicBezTo>
                  <a:cubicBezTo>
                    <a:pt x="1" y="5703"/>
                    <a:pt x="284" y="6112"/>
                    <a:pt x="694" y="6270"/>
                  </a:cubicBezTo>
                  <a:lnTo>
                    <a:pt x="694" y="6648"/>
                  </a:lnTo>
                  <a:cubicBezTo>
                    <a:pt x="694" y="7089"/>
                    <a:pt x="977" y="7499"/>
                    <a:pt x="1418" y="7656"/>
                  </a:cubicBezTo>
                  <a:lnTo>
                    <a:pt x="1418" y="8759"/>
                  </a:lnTo>
                  <a:cubicBezTo>
                    <a:pt x="1418" y="8948"/>
                    <a:pt x="1576" y="9105"/>
                    <a:pt x="1765" y="9105"/>
                  </a:cubicBezTo>
                  <a:lnTo>
                    <a:pt x="3151" y="9105"/>
                  </a:lnTo>
                  <a:cubicBezTo>
                    <a:pt x="3340" y="9105"/>
                    <a:pt x="3498" y="8948"/>
                    <a:pt x="3498" y="8759"/>
                  </a:cubicBezTo>
                  <a:lnTo>
                    <a:pt x="3498" y="7656"/>
                  </a:lnTo>
                  <a:cubicBezTo>
                    <a:pt x="3907" y="7499"/>
                    <a:pt x="4222" y="7121"/>
                    <a:pt x="4222" y="6648"/>
                  </a:cubicBezTo>
                  <a:lnTo>
                    <a:pt x="4222" y="5955"/>
                  </a:lnTo>
                  <a:lnTo>
                    <a:pt x="4222" y="2458"/>
                  </a:lnTo>
                  <a:cubicBezTo>
                    <a:pt x="4222" y="2017"/>
                    <a:pt x="3939" y="1607"/>
                    <a:pt x="3498" y="1450"/>
                  </a:cubicBezTo>
                  <a:lnTo>
                    <a:pt x="3498" y="725"/>
                  </a:lnTo>
                  <a:lnTo>
                    <a:pt x="3876" y="725"/>
                  </a:lnTo>
                  <a:cubicBezTo>
                    <a:pt x="4065" y="725"/>
                    <a:pt x="4222" y="568"/>
                    <a:pt x="4222" y="347"/>
                  </a:cubicBezTo>
                  <a:cubicBezTo>
                    <a:pt x="4222" y="158"/>
                    <a:pt x="4065" y="1"/>
                    <a:pt x="3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81"/>
            <p:cNvSpPr/>
            <p:nvPr/>
          </p:nvSpPr>
          <p:spPr>
            <a:xfrm>
              <a:off x="-24536600" y="4132250"/>
              <a:ext cx="70900" cy="17350"/>
            </a:xfrm>
            <a:custGeom>
              <a:avLst/>
              <a:gdLst/>
              <a:ahLst/>
              <a:cxnLst/>
              <a:rect l="l" t="t" r="r" b="b"/>
              <a:pathLst>
                <a:path w="2836" h="694" extrusionOk="0">
                  <a:moveTo>
                    <a:pt x="0" y="1"/>
                  </a:moveTo>
                  <a:lnTo>
                    <a:pt x="347" y="694"/>
                  </a:lnTo>
                  <a:lnTo>
                    <a:pt x="2489" y="694"/>
                  </a:lnTo>
                  <a:cubicBezTo>
                    <a:pt x="2678" y="694"/>
                    <a:pt x="2836" y="536"/>
                    <a:pt x="2836" y="347"/>
                  </a:cubicBezTo>
                  <a:cubicBezTo>
                    <a:pt x="2836" y="158"/>
                    <a:pt x="2678" y="1"/>
                    <a:pt x="2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81"/>
            <p:cNvSpPr/>
            <p:nvPr/>
          </p:nvSpPr>
          <p:spPr>
            <a:xfrm>
              <a:off x="-24709100" y="3963700"/>
              <a:ext cx="208750" cy="221350"/>
            </a:xfrm>
            <a:custGeom>
              <a:avLst/>
              <a:gdLst/>
              <a:ahLst/>
              <a:cxnLst/>
              <a:rect l="l" t="t" r="r" b="b"/>
              <a:pathLst>
                <a:path w="8350" h="8854" extrusionOk="0">
                  <a:moveTo>
                    <a:pt x="4884" y="1"/>
                  </a:moveTo>
                  <a:cubicBezTo>
                    <a:pt x="2931" y="473"/>
                    <a:pt x="1419" y="2237"/>
                    <a:pt x="1419" y="4380"/>
                  </a:cubicBezTo>
                  <a:lnTo>
                    <a:pt x="1419" y="8192"/>
                  </a:lnTo>
                  <a:lnTo>
                    <a:pt x="410" y="8192"/>
                  </a:lnTo>
                  <a:cubicBezTo>
                    <a:pt x="389" y="8189"/>
                    <a:pt x="368" y="8188"/>
                    <a:pt x="347" y="8188"/>
                  </a:cubicBezTo>
                  <a:cubicBezTo>
                    <a:pt x="132" y="8188"/>
                    <a:pt x="1" y="8334"/>
                    <a:pt x="1" y="8507"/>
                  </a:cubicBezTo>
                  <a:cubicBezTo>
                    <a:pt x="1" y="8696"/>
                    <a:pt x="158" y="8853"/>
                    <a:pt x="347" y="8853"/>
                  </a:cubicBezTo>
                  <a:lnTo>
                    <a:pt x="8003" y="8853"/>
                  </a:lnTo>
                  <a:cubicBezTo>
                    <a:pt x="8192" y="8853"/>
                    <a:pt x="8350" y="8696"/>
                    <a:pt x="8350" y="8507"/>
                  </a:cubicBezTo>
                  <a:cubicBezTo>
                    <a:pt x="8350" y="8318"/>
                    <a:pt x="8192" y="8160"/>
                    <a:pt x="8003" y="8160"/>
                  </a:cubicBezTo>
                  <a:lnTo>
                    <a:pt x="6806" y="8160"/>
                  </a:lnTo>
                  <a:lnTo>
                    <a:pt x="6239" y="6963"/>
                  </a:lnTo>
                  <a:cubicBezTo>
                    <a:pt x="6207" y="6869"/>
                    <a:pt x="6018" y="6774"/>
                    <a:pt x="5924" y="6774"/>
                  </a:cubicBezTo>
                  <a:lnTo>
                    <a:pt x="4191" y="6774"/>
                  </a:lnTo>
                  <a:lnTo>
                    <a:pt x="4191" y="3655"/>
                  </a:lnTo>
                  <a:cubicBezTo>
                    <a:pt x="4191" y="3435"/>
                    <a:pt x="4254" y="3245"/>
                    <a:pt x="4380" y="3088"/>
                  </a:cubicBezTo>
                  <a:cubicBezTo>
                    <a:pt x="4254" y="2836"/>
                    <a:pt x="4191" y="2552"/>
                    <a:pt x="4191" y="2300"/>
                  </a:cubicBezTo>
                  <a:cubicBezTo>
                    <a:pt x="4191" y="1733"/>
                    <a:pt x="4443" y="1229"/>
                    <a:pt x="4884" y="914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5" name="Google Shape;1655;p81"/>
          <p:cNvGrpSpPr/>
          <p:nvPr/>
        </p:nvGrpSpPr>
        <p:grpSpPr>
          <a:xfrm>
            <a:off x="5568890" y="4196259"/>
            <a:ext cx="356556" cy="349557"/>
            <a:chOff x="-22863675" y="3131775"/>
            <a:chExt cx="299300" cy="293425"/>
          </a:xfrm>
        </p:grpSpPr>
        <p:sp>
          <p:nvSpPr>
            <p:cNvPr id="1656" name="Google Shape;1656;p81"/>
            <p:cNvSpPr/>
            <p:nvPr/>
          </p:nvSpPr>
          <p:spPr>
            <a:xfrm>
              <a:off x="-22863675" y="3131775"/>
              <a:ext cx="299300" cy="293425"/>
            </a:xfrm>
            <a:custGeom>
              <a:avLst/>
              <a:gdLst/>
              <a:ahLst/>
              <a:cxnLst/>
              <a:rect l="l" t="t" r="r" b="b"/>
              <a:pathLst>
                <a:path w="11972" h="11737" extrusionOk="0">
                  <a:moveTo>
                    <a:pt x="3214" y="5522"/>
                  </a:moveTo>
                  <a:cubicBezTo>
                    <a:pt x="3403" y="5522"/>
                    <a:pt x="3560" y="5679"/>
                    <a:pt x="3560" y="5868"/>
                  </a:cubicBezTo>
                  <a:cubicBezTo>
                    <a:pt x="3560" y="6057"/>
                    <a:pt x="3403" y="6215"/>
                    <a:pt x="3214" y="6215"/>
                  </a:cubicBezTo>
                  <a:cubicBezTo>
                    <a:pt x="3024" y="6215"/>
                    <a:pt x="2867" y="6057"/>
                    <a:pt x="2867" y="5868"/>
                  </a:cubicBezTo>
                  <a:cubicBezTo>
                    <a:pt x="2867" y="5679"/>
                    <a:pt x="3024" y="5522"/>
                    <a:pt x="3214" y="5522"/>
                  </a:cubicBezTo>
                  <a:close/>
                  <a:moveTo>
                    <a:pt x="5986" y="2749"/>
                  </a:moveTo>
                  <a:cubicBezTo>
                    <a:pt x="6931" y="2749"/>
                    <a:pt x="7719" y="3537"/>
                    <a:pt x="7719" y="4482"/>
                  </a:cubicBezTo>
                  <a:cubicBezTo>
                    <a:pt x="7719" y="5427"/>
                    <a:pt x="6963" y="6215"/>
                    <a:pt x="5986" y="6215"/>
                  </a:cubicBezTo>
                  <a:cubicBezTo>
                    <a:pt x="5041" y="6215"/>
                    <a:pt x="4253" y="5427"/>
                    <a:pt x="4253" y="4482"/>
                  </a:cubicBezTo>
                  <a:cubicBezTo>
                    <a:pt x="4253" y="3537"/>
                    <a:pt x="5041" y="2749"/>
                    <a:pt x="5986" y="2749"/>
                  </a:cubicBezTo>
                  <a:close/>
                  <a:moveTo>
                    <a:pt x="8790" y="5522"/>
                  </a:moveTo>
                  <a:cubicBezTo>
                    <a:pt x="8979" y="5522"/>
                    <a:pt x="9136" y="5679"/>
                    <a:pt x="9136" y="5868"/>
                  </a:cubicBezTo>
                  <a:cubicBezTo>
                    <a:pt x="9136" y="6057"/>
                    <a:pt x="8979" y="6215"/>
                    <a:pt x="8790" y="6215"/>
                  </a:cubicBezTo>
                  <a:cubicBezTo>
                    <a:pt x="8569" y="6215"/>
                    <a:pt x="8412" y="6057"/>
                    <a:pt x="8412" y="5868"/>
                  </a:cubicBezTo>
                  <a:cubicBezTo>
                    <a:pt x="8412" y="5679"/>
                    <a:pt x="8569" y="5522"/>
                    <a:pt x="8790" y="5522"/>
                  </a:cubicBezTo>
                  <a:close/>
                  <a:moveTo>
                    <a:pt x="4600" y="7601"/>
                  </a:moveTo>
                  <a:cubicBezTo>
                    <a:pt x="4789" y="7601"/>
                    <a:pt x="4946" y="7759"/>
                    <a:pt x="4946" y="7948"/>
                  </a:cubicBezTo>
                  <a:cubicBezTo>
                    <a:pt x="4946" y="8168"/>
                    <a:pt x="4789" y="8326"/>
                    <a:pt x="4600" y="8326"/>
                  </a:cubicBezTo>
                  <a:cubicBezTo>
                    <a:pt x="4411" y="8326"/>
                    <a:pt x="4253" y="8168"/>
                    <a:pt x="4253" y="7948"/>
                  </a:cubicBezTo>
                  <a:cubicBezTo>
                    <a:pt x="4253" y="7759"/>
                    <a:pt x="4411" y="7601"/>
                    <a:pt x="4600" y="7601"/>
                  </a:cubicBezTo>
                  <a:close/>
                  <a:moveTo>
                    <a:pt x="6679" y="6939"/>
                  </a:moveTo>
                  <a:cubicBezTo>
                    <a:pt x="7278" y="6939"/>
                    <a:pt x="7719" y="7412"/>
                    <a:pt x="7719" y="7948"/>
                  </a:cubicBezTo>
                  <a:cubicBezTo>
                    <a:pt x="7719" y="8515"/>
                    <a:pt x="7246" y="8987"/>
                    <a:pt x="6679" y="8987"/>
                  </a:cubicBezTo>
                  <a:cubicBezTo>
                    <a:pt x="6080" y="8987"/>
                    <a:pt x="5671" y="8515"/>
                    <a:pt x="5671" y="7948"/>
                  </a:cubicBezTo>
                  <a:cubicBezTo>
                    <a:pt x="5671" y="7412"/>
                    <a:pt x="6143" y="6939"/>
                    <a:pt x="6679" y="6939"/>
                  </a:cubicBezTo>
                  <a:close/>
                  <a:moveTo>
                    <a:pt x="5309" y="1"/>
                  </a:moveTo>
                  <a:cubicBezTo>
                    <a:pt x="5222" y="1"/>
                    <a:pt x="5135" y="24"/>
                    <a:pt x="5072" y="71"/>
                  </a:cubicBezTo>
                  <a:cubicBezTo>
                    <a:pt x="4946" y="197"/>
                    <a:pt x="4946" y="449"/>
                    <a:pt x="5072" y="544"/>
                  </a:cubicBezTo>
                  <a:cubicBezTo>
                    <a:pt x="5356" y="828"/>
                    <a:pt x="5545" y="1080"/>
                    <a:pt x="5639" y="1363"/>
                  </a:cubicBezTo>
                  <a:cubicBezTo>
                    <a:pt x="5356" y="1426"/>
                    <a:pt x="5041" y="1458"/>
                    <a:pt x="4757" y="1552"/>
                  </a:cubicBezTo>
                  <a:cubicBezTo>
                    <a:pt x="4474" y="1017"/>
                    <a:pt x="4096" y="796"/>
                    <a:pt x="3592" y="576"/>
                  </a:cubicBezTo>
                  <a:cubicBezTo>
                    <a:pt x="3552" y="560"/>
                    <a:pt x="3507" y="552"/>
                    <a:pt x="3460" y="552"/>
                  </a:cubicBezTo>
                  <a:cubicBezTo>
                    <a:pt x="3320" y="552"/>
                    <a:pt x="3166" y="623"/>
                    <a:pt x="3119" y="765"/>
                  </a:cubicBezTo>
                  <a:cubicBezTo>
                    <a:pt x="3024" y="922"/>
                    <a:pt x="3119" y="1143"/>
                    <a:pt x="3277" y="1206"/>
                  </a:cubicBezTo>
                  <a:cubicBezTo>
                    <a:pt x="3623" y="1363"/>
                    <a:pt x="3907" y="1552"/>
                    <a:pt x="4064" y="1804"/>
                  </a:cubicBezTo>
                  <a:cubicBezTo>
                    <a:pt x="3781" y="1930"/>
                    <a:pt x="3529" y="2088"/>
                    <a:pt x="3308" y="2245"/>
                  </a:cubicBezTo>
                  <a:cubicBezTo>
                    <a:pt x="2867" y="1836"/>
                    <a:pt x="2394" y="1773"/>
                    <a:pt x="1890" y="1741"/>
                  </a:cubicBezTo>
                  <a:cubicBezTo>
                    <a:pt x="1701" y="1741"/>
                    <a:pt x="1544" y="1836"/>
                    <a:pt x="1481" y="2056"/>
                  </a:cubicBezTo>
                  <a:cubicBezTo>
                    <a:pt x="1481" y="2245"/>
                    <a:pt x="1607" y="2403"/>
                    <a:pt x="1796" y="2434"/>
                  </a:cubicBezTo>
                  <a:cubicBezTo>
                    <a:pt x="2205" y="2466"/>
                    <a:pt x="2489" y="2529"/>
                    <a:pt x="2741" y="2718"/>
                  </a:cubicBezTo>
                  <a:cubicBezTo>
                    <a:pt x="2552" y="2907"/>
                    <a:pt x="2363" y="3159"/>
                    <a:pt x="2205" y="3379"/>
                  </a:cubicBezTo>
                  <a:cubicBezTo>
                    <a:pt x="1949" y="3294"/>
                    <a:pt x="1725" y="3260"/>
                    <a:pt x="1508" y="3260"/>
                  </a:cubicBezTo>
                  <a:cubicBezTo>
                    <a:pt x="1243" y="3260"/>
                    <a:pt x="987" y="3310"/>
                    <a:pt x="693" y="3379"/>
                  </a:cubicBezTo>
                  <a:cubicBezTo>
                    <a:pt x="504" y="3411"/>
                    <a:pt x="441" y="3631"/>
                    <a:pt x="473" y="3821"/>
                  </a:cubicBezTo>
                  <a:cubicBezTo>
                    <a:pt x="498" y="3970"/>
                    <a:pt x="621" y="4060"/>
                    <a:pt x="781" y="4060"/>
                  </a:cubicBezTo>
                  <a:cubicBezTo>
                    <a:pt x="823" y="4060"/>
                    <a:pt x="868" y="4054"/>
                    <a:pt x="914" y="4041"/>
                  </a:cubicBezTo>
                  <a:cubicBezTo>
                    <a:pt x="1160" y="3979"/>
                    <a:pt x="1366" y="3931"/>
                    <a:pt x="1567" y="3931"/>
                  </a:cubicBezTo>
                  <a:cubicBezTo>
                    <a:pt x="1674" y="3931"/>
                    <a:pt x="1780" y="3945"/>
                    <a:pt x="1890" y="3978"/>
                  </a:cubicBezTo>
                  <a:cubicBezTo>
                    <a:pt x="1764" y="4262"/>
                    <a:pt x="1638" y="4514"/>
                    <a:pt x="1607" y="4797"/>
                  </a:cubicBezTo>
                  <a:cubicBezTo>
                    <a:pt x="1071" y="4797"/>
                    <a:pt x="630" y="4986"/>
                    <a:pt x="189" y="5301"/>
                  </a:cubicBezTo>
                  <a:cubicBezTo>
                    <a:pt x="32" y="5427"/>
                    <a:pt x="0" y="5616"/>
                    <a:pt x="126" y="5774"/>
                  </a:cubicBezTo>
                  <a:cubicBezTo>
                    <a:pt x="186" y="5874"/>
                    <a:pt x="296" y="5935"/>
                    <a:pt x="409" y="5935"/>
                  </a:cubicBezTo>
                  <a:cubicBezTo>
                    <a:pt x="474" y="5935"/>
                    <a:pt x="541" y="5915"/>
                    <a:pt x="599" y="5868"/>
                  </a:cubicBezTo>
                  <a:cubicBezTo>
                    <a:pt x="914" y="5616"/>
                    <a:pt x="1166" y="5459"/>
                    <a:pt x="1481" y="5459"/>
                  </a:cubicBezTo>
                  <a:cubicBezTo>
                    <a:pt x="1481" y="5585"/>
                    <a:pt x="1449" y="5742"/>
                    <a:pt x="1449" y="5868"/>
                  </a:cubicBezTo>
                  <a:cubicBezTo>
                    <a:pt x="1449" y="6026"/>
                    <a:pt x="1449" y="6183"/>
                    <a:pt x="1481" y="6341"/>
                  </a:cubicBezTo>
                  <a:cubicBezTo>
                    <a:pt x="945" y="6530"/>
                    <a:pt x="662" y="6876"/>
                    <a:pt x="347" y="7318"/>
                  </a:cubicBezTo>
                  <a:cubicBezTo>
                    <a:pt x="221" y="7475"/>
                    <a:pt x="284" y="7664"/>
                    <a:pt x="441" y="7790"/>
                  </a:cubicBezTo>
                  <a:cubicBezTo>
                    <a:pt x="507" y="7843"/>
                    <a:pt x="584" y="7868"/>
                    <a:pt x="658" y="7868"/>
                  </a:cubicBezTo>
                  <a:cubicBezTo>
                    <a:pt x="761" y="7868"/>
                    <a:pt x="859" y="7819"/>
                    <a:pt x="914" y="7727"/>
                  </a:cubicBezTo>
                  <a:cubicBezTo>
                    <a:pt x="1134" y="7349"/>
                    <a:pt x="1323" y="7129"/>
                    <a:pt x="1607" y="7002"/>
                  </a:cubicBezTo>
                  <a:cubicBezTo>
                    <a:pt x="1701" y="7286"/>
                    <a:pt x="1764" y="7570"/>
                    <a:pt x="1922" y="7822"/>
                  </a:cubicBezTo>
                  <a:cubicBezTo>
                    <a:pt x="1481" y="8200"/>
                    <a:pt x="1323" y="8609"/>
                    <a:pt x="1166" y="9145"/>
                  </a:cubicBezTo>
                  <a:cubicBezTo>
                    <a:pt x="1134" y="9334"/>
                    <a:pt x="1260" y="9523"/>
                    <a:pt x="1418" y="9554"/>
                  </a:cubicBezTo>
                  <a:cubicBezTo>
                    <a:pt x="1452" y="9566"/>
                    <a:pt x="1486" y="9571"/>
                    <a:pt x="1519" y="9571"/>
                  </a:cubicBezTo>
                  <a:cubicBezTo>
                    <a:pt x="1671" y="9571"/>
                    <a:pt x="1807" y="9463"/>
                    <a:pt x="1859" y="9334"/>
                  </a:cubicBezTo>
                  <a:cubicBezTo>
                    <a:pt x="1953" y="8924"/>
                    <a:pt x="2048" y="8672"/>
                    <a:pt x="2268" y="8420"/>
                  </a:cubicBezTo>
                  <a:cubicBezTo>
                    <a:pt x="2426" y="8672"/>
                    <a:pt x="2646" y="8893"/>
                    <a:pt x="2835" y="9082"/>
                  </a:cubicBezTo>
                  <a:cubicBezTo>
                    <a:pt x="2520" y="9554"/>
                    <a:pt x="2552" y="10027"/>
                    <a:pt x="2583" y="10594"/>
                  </a:cubicBezTo>
                  <a:cubicBezTo>
                    <a:pt x="2583" y="10783"/>
                    <a:pt x="2741" y="10909"/>
                    <a:pt x="2961" y="10909"/>
                  </a:cubicBezTo>
                  <a:lnTo>
                    <a:pt x="2993" y="10909"/>
                  </a:lnTo>
                  <a:cubicBezTo>
                    <a:pt x="3182" y="10909"/>
                    <a:pt x="3308" y="10720"/>
                    <a:pt x="3308" y="10500"/>
                  </a:cubicBezTo>
                  <a:cubicBezTo>
                    <a:pt x="3277" y="10090"/>
                    <a:pt x="3277" y="9806"/>
                    <a:pt x="3371" y="9523"/>
                  </a:cubicBezTo>
                  <a:cubicBezTo>
                    <a:pt x="3623" y="9680"/>
                    <a:pt x="3844" y="9838"/>
                    <a:pt x="4127" y="9964"/>
                  </a:cubicBezTo>
                  <a:cubicBezTo>
                    <a:pt x="4001" y="10500"/>
                    <a:pt x="4159" y="10941"/>
                    <a:pt x="4411" y="11445"/>
                  </a:cubicBezTo>
                  <a:cubicBezTo>
                    <a:pt x="4452" y="11589"/>
                    <a:pt x="4561" y="11652"/>
                    <a:pt x="4684" y="11652"/>
                  </a:cubicBezTo>
                  <a:cubicBezTo>
                    <a:pt x="4749" y="11652"/>
                    <a:pt x="4818" y="11635"/>
                    <a:pt x="4883" y="11602"/>
                  </a:cubicBezTo>
                  <a:cubicBezTo>
                    <a:pt x="5041" y="11539"/>
                    <a:pt x="5104" y="11350"/>
                    <a:pt x="5041" y="11130"/>
                  </a:cubicBezTo>
                  <a:cubicBezTo>
                    <a:pt x="4883" y="10783"/>
                    <a:pt x="4757" y="10500"/>
                    <a:pt x="4789" y="10184"/>
                  </a:cubicBezTo>
                  <a:lnTo>
                    <a:pt x="4789" y="10184"/>
                  </a:lnTo>
                  <a:cubicBezTo>
                    <a:pt x="5072" y="10279"/>
                    <a:pt x="5356" y="10311"/>
                    <a:pt x="5671" y="10342"/>
                  </a:cubicBezTo>
                  <a:cubicBezTo>
                    <a:pt x="5734" y="10909"/>
                    <a:pt x="6049" y="11256"/>
                    <a:pt x="6427" y="11665"/>
                  </a:cubicBezTo>
                  <a:cubicBezTo>
                    <a:pt x="6474" y="11712"/>
                    <a:pt x="6561" y="11736"/>
                    <a:pt x="6651" y="11736"/>
                  </a:cubicBezTo>
                  <a:cubicBezTo>
                    <a:pt x="6742" y="11736"/>
                    <a:pt x="6837" y="11712"/>
                    <a:pt x="6900" y="11665"/>
                  </a:cubicBezTo>
                  <a:cubicBezTo>
                    <a:pt x="6994" y="11539"/>
                    <a:pt x="6994" y="11287"/>
                    <a:pt x="6900" y="11193"/>
                  </a:cubicBezTo>
                  <a:cubicBezTo>
                    <a:pt x="6616" y="10909"/>
                    <a:pt x="6427" y="10657"/>
                    <a:pt x="6333" y="10342"/>
                  </a:cubicBezTo>
                  <a:cubicBezTo>
                    <a:pt x="6616" y="10311"/>
                    <a:pt x="6931" y="10279"/>
                    <a:pt x="7215" y="10184"/>
                  </a:cubicBezTo>
                  <a:cubicBezTo>
                    <a:pt x="7467" y="10720"/>
                    <a:pt x="7876" y="10941"/>
                    <a:pt x="8380" y="11130"/>
                  </a:cubicBezTo>
                  <a:cubicBezTo>
                    <a:pt x="8424" y="11156"/>
                    <a:pt x="8474" y="11167"/>
                    <a:pt x="8526" y="11167"/>
                  </a:cubicBezTo>
                  <a:cubicBezTo>
                    <a:pt x="8662" y="11167"/>
                    <a:pt x="8807" y="11086"/>
                    <a:pt x="8853" y="10972"/>
                  </a:cubicBezTo>
                  <a:cubicBezTo>
                    <a:pt x="8947" y="10815"/>
                    <a:pt x="8853" y="10594"/>
                    <a:pt x="8695" y="10500"/>
                  </a:cubicBezTo>
                  <a:cubicBezTo>
                    <a:pt x="8349" y="10374"/>
                    <a:pt x="8065" y="10184"/>
                    <a:pt x="7908" y="9932"/>
                  </a:cubicBezTo>
                  <a:cubicBezTo>
                    <a:pt x="8191" y="9806"/>
                    <a:pt x="8412" y="9649"/>
                    <a:pt x="8664" y="9491"/>
                  </a:cubicBezTo>
                  <a:cubicBezTo>
                    <a:pt x="9105" y="9901"/>
                    <a:pt x="9578" y="9964"/>
                    <a:pt x="10082" y="9995"/>
                  </a:cubicBezTo>
                  <a:lnTo>
                    <a:pt x="10113" y="9995"/>
                  </a:lnTo>
                  <a:cubicBezTo>
                    <a:pt x="10302" y="9995"/>
                    <a:pt x="10428" y="9869"/>
                    <a:pt x="10460" y="9680"/>
                  </a:cubicBezTo>
                  <a:cubicBezTo>
                    <a:pt x="10460" y="9491"/>
                    <a:pt x="10365" y="9334"/>
                    <a:pt x="10145" y="9302"/>
                  </a:cubicBezTo>
                  <a:cubicBezTo>
                    <a:pt x="9767" y="9239"/>
                    <a:pt x="9483" y="9208"/>
                    <a:pt x="9199" y="9019"/>
                  </a:cubicBezTo>
                  <a:cubicBezTo>
                    <a:pt x="9388" y="8830"/>
                    <a:pt x="9609" y="8578"/>
                    <a:pt x="9767" y="8357"/>
                  </a:cubicBezTo>
                  <a:cubicBezTo>
                    <a:pt x="9980" y="8437"/>
                    <a:pt x="10181" y="8466"/>
                    <a:pt x="10384" y="8466"/>
                  </a:cubicBezTo>
                  <a:cubicBezTo>
                    <a:pt x="10660" y="8466"/>
                    <a:pt x="10938" y="8412"/>
                    <a:pt x="11247" y="8357"/>
                  </a:cubicBezTo>
                  <a:cubicBezTo>
                    <a:pt x="11468" y="8294"/>
                    <a:pt x="11531" y="8105"/>
                    <a:pt x="11499" y="7916"/>
                  </a:cubicBezTo>
                  <a:cubicBezTo>
                    <a:pt x="11472" y="7751"/>
                    <a:pt x="11300" y="7658"/>
                    <a:pt x="11131" y="7658"/>
                  </a:cubicBezTo>
                  <a:cubicBezTo>
                    <a:pt x="11107" y="7658"/>
                    <a:pt x="11082" y="7660"/>
                    <a:pt x="11058" y="7664"/>
                  </a:cubicBezTo>
                  <a:cubicBezTo>
                    <a:pt x="10806" y="7748"/>
                    <a:pt x="10596" y="7804"/>
                    <a:pt x="10391" y="7804"/>
                  </a:cubicBezTo>
                  <a:cubicBezTo>
                    <a:pt x="10288" y="7804"/>
                    <a:pt x="10187" y="7790"/>
                    <a:pt x="10082" y="7759"/>
                  </a:cubicBezTo>
                  <a:cubicBezTo>
                    <a:pt x="10208" y="7475"/>
                    <a:pt x="10302" y="7192"/>
                    <a:pt x="10365" y="6939"/>
                  </a:cubicBezTo>
                  <a:lnTo>
                    <a:pt x="10397" y="6939"/>
                  </a:lnTo>
                  <a:cubicBezTo>
                    <a:pt x="10932" y="6939"/>
                    <a:pt x="11342" y="6687"/>
                    <a:pt x="11751" y="6372"/>
                  </a:cubicBezTo>
                  <a:cubicBezTo>
                    <a:pt x="11940" y="6246"/>
                    <a:pt x="11972" y="6057"/>
                    <a:pt x="11846" y="5900"/>
                  </a:cubicBezTo>
                  <a:cubicBezTo>
                    <a:pt x="11789" y="5843"/>
                    <a:pt x="11687" y="5798"/>
                    <a:pt x="11580" y="5798"/>
                  </a:cubicBezTo>
                  <a:cubicBezTo>
                    <a:pt x="11509" y="5798"/>
                    <a:pt x="11436" y="5818"/>
                    <a:pt x="11373" y="5868"/>
                  </a:cubicBezTo>
                  <a:cubicBezTo>
                    <a:pt x="11058" y="6120"/>
                    <a:pt x="10775" y="6278"/>
                    <a:pt x="10460" y="6278"/>
                  </a:cubicBezTo>
                  <a:cubicBezTo>
                    <a:pt x="10460" y="6152"/>
                    <a:pt x="10491" y="5994"/>
                    <a:pt x="10491" y="5868"/>
                  </a:cubicBezTo>
                  <a:cubicBezTo>
                    <a:pt x="10491" y="5711"/>
                    <a:pt x="10491" y="5553"/>
                    <a:pt x="10460" y="5396"/>
                  </a:cubicBezTo>
                  <a:cubicBezTo>
                    <a:pt x="11027" y="5207"/>
                    <a:pt x="11279" y="4860"/>
                    <a:pt x="11594" y="4419"/>
                  </a:cubicBezTo>
                  <a:cubicBezTo>
                    <a:pt x="11720" y="4262"/>
                    <a:pt x="11688" y="4073"/>
                    <a:pt x="11531" y="3947"/>
                  </a:cubicBezTo>
                  <a:cubicBezTo>
                    <a:pt x="11465" y="3894"/>
                    <a:pt x="11394" y="3869"/>
                    <a:pt x="11324" y="3869"/>
                  </a:cubicBezTo>
                  <a:cubicBezTo>
                    <a:pt x="11226" y="3869"/>
                    <a:pt x="11132" y="3918"/>
                    <a:pt x="11058" y="4010"/>
                  </a:cubicBezTo>
                  <a:cubicBezTo>
                    <a:pt x="10838" y="4388"/>
                    <a:pt x="10617" y="4608"/>
                    <a:pt x="10365" y="4734"/>
                  </a:cubicBezTo>
                  <a:cubicBezTo>
                    <a:pt x="10271" y="4451"/>
                    <a:pt x="10176" y="4167"/>
                    <a:pt x="10019" y="3915"/>
                  </a:cubicBezTo>
                  <a:cubicBezTo>
                    <a:pt x="10460" y="3537"/>
                    <a:pt x="10617" y="3127"/>
                    <a:pt x="10775" y="2592"/>
                  </a:cubicBezTo>
                  <a:cubicBezTo>
                    <a:pt x="10806" y="2403"/>
                    <a:pt x="10712" y="2214"/>
                    <a:pt x="10554" y="2182"/>
                  </a:cubicBezTo>
                  <a:cubicBezTo>
                    <a:pt x="10520" y="2171"/>
                    <a:pt x="10485" y="2166"/>
                    <a:pt x="10450" y="2166"/>
                  </a:cubicBezTo>
                  <a:cubicBezTo>
                    <a:pt x="10292" y="2166"/>
                    <a:pt x="10139" y="2274"/>
                    <a:pt x="10113" y="2403"/>
                  </a:cubicBezTo>
                  <a:cubicBezTo>
                    <a:pt x="9987" y="2812"/>
                    <a:pt x="9924" y="3064"/>
                    <a:pt x="9672" y="3316"/>
                  </a:cubicBezTo>
                  <a:cubicBezTo>
                    <a:pt x="9515" y="3064"/>
                    <a:pt x="9325" y="2844"/>
                    <a:pt x="9136" y="2655"/>
                  </a:cubicBezTo>
                  <a:cubicBezTo>
                    <a:pt x="9451" y="2182"/>
                    <a:pt x="9388" y="1710"/>
                    <a:pt x="9357" y="1143"/>
                  </a:cubicBezTo>
                  <a:cubicBezTo>
                    <a:pt x="9357" y="954"/>
                    <a:pt x="9168" y="828"/>
                    <a:pt x="8979" y="828"/>
                  </a:cubicBezTo>
                  <a:cubicBezTo>
                    <a:pt x="8790" y="828"/>
                    <a:pt x="8664" y="1017"/>
                    <a:pt x="8664" y="1237"/>
                  </a:cubicBezTo>
                  <a:cubicBezTo>
                    <a:pt x="8695" y="1647"/>
                    <a:pt x="8695" y="1930"/>
                    <a:pt x="8569" y="2214"/>
                  </a:cubicBezTo>
                  <a:cubicBezTo>
                    <a:pt x="8349" y="2056"/>
                    <a:pt x="8097" y="1899"/>
                    <a:pt x="7813" y="1773"/>
                  </a:cubicBezTo>
                  <a:cubicBezTo>
                    <a:pt x="7939" y="1237"/>
                    <a:pt x="7782" y="796"/>
                    <a:pt x="7561" y="292"/>
                  </a:cubicBezTo>
                  <a:cubicBezTo>
                    <a:pt x="7493" y="178"/>
                    <a:pt x="7375" y="97"/>
                    <a:pt x="7243" y="97"/>
                  </a:cubicBezTo>
                  <a:cubicBezTo>
                    <a:pt x="7193" y="97"/>
                    <a:pt x="7141" y="108"/>
                    <a:pt x="7089" y="134"/>
                  </a:cubicBezTo>
                  <a:cubicBezTo>
                    <a:pt x="6931" y="197"/>
                    <a:pt x="6837" y="386"/>
                    <a:pt x="6931" y="607"/>
                  </a:cubicBezTo>
                  <a:cubicBezTo>
                    <a:pt x="7089" y="954"/>
                    <a:pt x="7215" y="1237"/>
                    <a:pt x="7152" y="1552"/>
                  </a:cubicBezTo>
                  <a:cubicBezTo>
                    <a:pt x="6900" y="1458"/>
                    <a:pt x="6616" y="1426"/>
                    <a:pt x="6301" y="1395"/>
                  </a:cubicBezTo>
                  <a:cubicBezTo>
                    <a:pt x="6206" y="828"/>
                    <a:pt x="5891" y="481"/>
                    <a:pt x="5545" y="71"/>
                  </a:cubicBezTo>
                  <a:cubicBezTo>
                    <a:pt x="5482" y="24"/>
                    <a:pt x="5395" y="1"/>
                    <a:pt x="53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81"/>
            <p:cNvSpPr/>
            <p:nvPr/>
          </p:nvSpPr>
          <p:spPr>
            <a:xfrm>
              <a:off x="-22740025" y="3217825"/>
              <a:ext cx="52000" cy="51225"/>
            </a:xfrm>
            <a:custGeom>
              <a:avLst/>
              <a:gdLst/>
              <a:ahLst/>
              <a:cxnLst/>
              <a:rect l="l" t="t" r="r" b="b"/>
              <a:pathLst>
                <a:path w="2080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09"/>
                  </a:cubicBezTo>
                  <a:cubicBezTo>
                    <a:pt x="0" y="1607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09"/>
                  </a:cubicBezTo>
                  <a:cubicBezTo>
                    <a:pt x="2080" y="473"/>
                    <a:pt x="1607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81"/>
            <p:cNvSpPr/>
            <p:nvPr/>
          </p:nvSpPr>
          <p:spPr>
            <a:xfrm>
              <a:off x="-22705375" y="33218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9" name="Google Shape;1659;p81"/>
          <p:cNvSpPr/>
          <p:nvPr/>
        </p:nvSpPr>
        <p:spPr>
          <a:xfrm>
            <a:off x="5570780" y="3668754"/>
            <a:ext cx="352803" cy="350719"/>
          </a:xfrm>
          <a:custGeom>
            <a:avLst/>
            <a:gdLst/>
            <a:ahLst/>
            <a:cxnLst/>
            <a:rect l="l" t="t" r="r" b="b"/>
            <a:pathLst>
              <a:path w="11846" h="11776" extrusionOk="0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0" name="Google Shape;1660;p81"/>
          <p:cNvGrpSpPr/>
          <p:nvPr/>
        </p:nvGrpSpPr>
        <p:grpSpPr>
          <a:xfrm>
            <a:off x="6767704" y="4195085"/>
            <a:ext cx="228045" cy="351880"/>
            <a:chOff x="-28032075" y="3916450"/>
            <a:chExt cx="191425" cy="295375"/>
          </a:xfrm>
        </p:grpSpPr>
        <p:sp>
          <p:nvSpPr>
            <p:cNvPr id="1661" name="Google Shape;1661;p81"/>
            <p:cNvSpPr/>
            <p:nvPr/>
          </p:nvSpPr>
          <p:spPr>
            <a:xfrm>
              <a:off x="-27996625" y="3916450"/>
              <a:ext cx="120525" cy="51225"/>
            </a:xfrm>
            <a:custGeom>
              <a:avLst/>
              <a:gdLst/>
              <a:ahLst/>
              <a:cxnLst/>
              <a:rect l="l" t="t" r="r" b="b"/>
              <a:pathLst>
                <a:path w="4821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40" y="2048"/>
                  </a:cubicBezTo>
                  <a:lnTo>
                    <a:pt x="3781" y="2048"/>
                  </a:lnTo>
                  <a:cubicBezTo>
                    <a:pt x="4379" y="2048"/>
                    <a:pt x="4820" y="1575"/>
                    <a:pt x="4820" y="1040"/>
                  </a:cubicBezTo>
                  <a:cubicBezTo>
                    <a:pt x="4820" y="441"/>
                    <a:pt x="4348" y="0"/>
                    <a:pt x="3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81"/>
            <p:cNvSpPr/>
            <p:nvPr/>
          </p:nvSpPr>
          <p:spPr>
            <a:xfrm>
              <a:off x="-28032075" y="4089975"/>
              <a:ext cx="191425" cy="121850"/>
            </a:xfrm>
            <a:custGeom>
              <a:avLst/>
              <a:gdLst/>
              <a:ahLst/>
              <a:cxnLst/>
              <a:rect l="l" t="t" r="r" b="b"/>
              <a:pathLst>
                <a:path w="7657" h="4874" extrusionOk="0">
                  <a:moveTo>
                    <a:pt x="1733" y="715"/>
                  </a:moveTo>
                  <a:cubicBezTo>
                    <a:pt x="1954" y="715"/>
                    <a:pt x="2111" y="872"/>
                    <a:pt x="2111" y="1061"/>
                  </a:cubicBezTo>
                  <a:cubicBezTo>
                    <a:pt x="2111" y="1250"/>
                    <a:pt x="1954" y="1408"/>
                    <a:pt x="1733" y="1408"/>
                  </a:cubicBezTo>
                  <a:cubicBezTo>
                    <a:pt x="1544" y="1408"/>
                    <a:pt x="1387" y="1250"/>
                    <a:pt x="1387" y="1061"/>
                  </a:cubicBezTo>
                  <a:cubicBezTo>
                    <a:pt x="1418" y="872"/>
                    <a:pt x="1576" y="715"/>
                    <a:pt x="1733" y="715"/>
                  </a:cubicBezTo>
                  <a:close/>
                  <a:moveTo>
                    <a:pt x="3151" y="1376"/>
                  </a:moveTo>
                  <a:cubicBezTo>
                    <a:pt x="3372" y="1376"/>
                    <a:pt x="3529" y="1534"/>
                    <a:pt x="3529" y="1723"/>
                  </a:cubicBezTo>
                  <a:cubicBezTo>
                    <a:pt x="3529" y="1912"/>
                    <a:pt x="3372" y="2070"/>
                    <a:pt x="3151" y="2070"/>
                  </a:cubicBezTo>
                  <a:cubicBezTo>
                    <a:pt x="2962" y="2070"/>
                    <a:pt x="2804" y="1912"/>
                    <a:pt x="2804" y="1723"/>
                  </a:cubicBezTo>
                  <a:cubicBezTo>
                    <a:pt x="2804" y="1534"/>
                    <a:pt x="2962" y="1376"/>
                    <a:pt x="3151" y="1376"/>
                  </a:cubicBezTo>
                  <a:close/>
                  <a:moveTo>
                    <a:pt x="5199" y="2070"/>
                  </a:moveTo>
                  <a:cubicBezTo>
                    <a:pt x="5419" y="2070"/>
                    <a:pt x="5577" y="2227"/>
                    <a:pt x="5577" y="2448"/>
                  </a:cubicBezTo>
                  <a:cubicBezTo>
                    <a:pt x="5577" y="2637"/>
                    <a:pt x="5419" y="2794"/>
                    <a:pt x="5199" y="2794"/>
                  </a:cubicBezTo>
                  <a:cubicBezTo>
                    <a:pt x="5010" y="2794"/>
                    <a:pt x="4852" y="2637"/>
                    <a:pt x="4852" y="2448"/>
                  </a:cubicBezTo>
                  <a:cubicBezTo>
                    <a:pt x="4884" y="2227"/>
                    <a:pt x="5041" y="2070"/>
                    <a:pt x="5199" y="2070"/>
                  </a:cubicBezTo>
                  <a:close/>
                  <a:moveTo>
                    <a:pt x="3151" y="2794"/>
                  </a:moveTo>
                  <a:cubicBezTo>
                    <a:pt x="3372" y="2794"/>
                    <a:pt x="3529" y="2952"/>
                    <a:pt x="3529" y="3141"/>
                  </a:cubicBezTo>
                  <a:cubicBezTo>
                    <a:pt x="3529" y="3330"/>
                    <a:pt x="3372" y="3487"/>
                    <a:pt x="3151" y="3487"/>
                  </a:cubicBezTo>
                  <a:cubicBezTo>
                    <a:pt x="2962" y="3487"/>
                    <a:pt x="2804" y="3330"/>
                    <a:pt x="2804" y="3141"/>
                  </a:cubicBezTo>
                  <a:cubicBezTo>
                    <a:pt x="2804" y="2952"/>
                    <a:pt x="2962" y="2794"/>
                    <a:pt x="3151" y="2794"/>
                  </a:cubicBezTo>
                  <a:close/>
                  <a:moveTo>
                    <a:pt x="1748" y="1"/>
                  </a:moveTo>
                  <a:cubicBezTo>
                    <a:pt x="1181" y="1"/>
                    <a:pt x="615" y="166"/>
                    <a:pt x="63" y="494"/>
                  </a:cubicBezTo>
                  <a:cubicBezTo>
                    <a:pt x="63" y="715"/>
                    <a:pt x="0" y="872"/>
                    <a:pt x="0" y="1061"/>
                  </a:cubicBezTo>
                  <a:cubicBezTo>
                    <a:pt x="0" y="2196"/>
                    <a:pt x="536" y="3298"/>
                    <a:pt x="1418" y="4023"/>
                  </a:cubicBezTo>
                  <a:cubicBezTo>
                    <a:pt x="2111" y="4558"/>
                    <a:pt x="2962" y="4874"/>
                    <a:pt x="3844" y="4874"/>
                  </a:cubicBezTo>
                  <a:cubicBezTo>
                    <a:pt x="4096" y="4874"/>
                    <a:pt x="4380" y="4842"/>
                    <a:pt x="4663" y="4811"/>
                  </a:cubicBezTo>
                  <a:cubicBezTo>
                    <a:pt x="6144" y="4495"/>
                    <a:pt x="7341" y="3267"/>
                    <a:pt x="7625" y="1723"/>
                  </a:cubicBezTo>
                  <a:cubicBezTo>
                    <a:pt x="7656" y="1439"/>
                    <a:pt x="7656" y="1219"/>
                    <a:pt x="7656" y="935"/>
                  </a:cubicBezTo>
                  <a:lnTo>
                    <a:pt x="7656" y="935"/>
                  </a:lnTo>
                  <a:cubicBezTo>
                    <a:pt x="7033" y="1235"/>
                    <a:pt x="6444" y="1354"/>
                    <a:pt x="5904" y="1354"/>
                  </a:cubicBezTo>
                  <a:cubicBezTo>
                    <a:pt x="4969" y="1354"/>
                    <a:pt x="4183" y="1000"/>
                    <a:pt x="3624" y="620"/>
                  </a:cubicBezTo>
                  <a:cubicBezTo>
                    <a:pt x="3010" y="206"/>
                    <a:pt x="2378" y="1"/>
                    <a:pt x="17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81"/>
            <p:cNvSpPr/>
            <p:nvPr/>
          </p:nvSpPr>
          <p:spPr>
            <a:xfrm>
              <a:off x="-28024975" y="3985750"/>
              <a:ext cx="181950" cy="121975"/>
            </a:xfrm>
            <a:custGeom>
              <a:avLst/>
              <a:gdLst/>
              <a:ahLst/>
              <a:cxnLst/>
              <a:rect l="l" t="t" r="r" b="b"/>
              <a:pathLst>
                <a:path w="7278" h="4879" extrusionOk="0">
                  <a:moveTo>
                    <a:pt x="1827" y="1"/>
                  </a:moveTo>
                  <a:lnTo>
                    <a:pt x="1827" y="1639"/>
                  </a:lnTo>
                  <a:cubicBezTo>
                    <a:pt x="1827" y="1765"/>
                    <a:pt x="1733" y="1891"/>
                    <a:pt x="1607" y="1922"/>
                  </a:cubicBezTo>
                  <a:cubicBezTo>
                    <a:pt x="914" y="2363"/>
                    <a:pt x="315" y="3025"/>
                    <a:pt x="0" y="3813"/>
                  </a:cubicBezTo>
                  <a:cubicBezTo>
                    <a:pt x="492" y="3611"/>
                    <a:pt x="988" y="3505"/>
                    <a:pt x="1488" y="3505"/>
                  </a:cubicBezTo>
                  <a:cubicBezTo>
                    <a:pt x="2237" y="3505"/>
                    <a:pt x="2993" y="3743"/>
                    <a:pt x="3749" y="4254"/>
                  </a:cubicBezTo>
                  <a:cubicBezTo>
                    <a:pt x="4370" y="4673"/>
                    <a:pt x="5000" y="4878"/>
                    <a:pt x="5629" y="4878"/>
                  </a:cubicBezTo>
                  <a:cubicBezTo>
                    <a:pt x="6181" y="4878"/>
                    <a:pt x="6733" y="4721"/>
                    <a:pt x="7278" y="4411"/>
                  </a:cubicBezTo>
                  <a:cubicBezTo>
                    <a:pt x="7057" y="3372"/>
                    <a:pt x="6427" y="2427"/>
                    <a:pt x="5450" y="1922"/>
                  </a:cubicBezTo>
                  <a:cubicBezTo>
                    <a:pt x="5356" y="1859"/>
                    <a:pt x="5293" y="1765"/>
                    <a:pt x="5293" y="1639"/>
                  </a:cubicBezTo>
                  <a:lnTo>
                    <a:pt x="5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4" name="Google Shape;1664;p81"/>
          <p:cNvGrpSpPr/>
          <p:nvPr/>
        </p:nvGrpSpPr>
        <p:grpSpPr>
          <a:xfrm>
            <a:off x="6173228" y="1500564"/>
            <a:ext cx="353786" cy="351880"/>
            <a:chOff x="-26204800" y="3547050"/>
            <a:chExt cx="296975" cy="295375"/>
          </a:xfrm>
        </p:grpSpPr>
        <p:sp>
          <p:nvSpPr>
            <p:cNvPr id="1665" name="Google Shape;1665;p81"/>
            <p:cNvSpPr/>
            <p:nvPr/>
          </p:nvSpPr>
          <p:spPr>
            <a:xfrm>
              <a:off x="-26204000" y="3669125"/>
              <a:ext cx="296175" cy="173300"/>
            </a:xfrm>
            <a:custGeom>
              <a:avLst/>
              <a:gdLst/>
              <a:ahLst/>
              <a:cxnLst/>
              <a:rect l="l" t="t" r="r" b="b"/>
              <a:pathLst>
                <a:path w="11847" h="6932" extrusionOk="0">
                  <a:moveTo>
                    <a:pt x="7656" y="3466"/>
                  </a:moveTo>
                  <a:lnTo>
                    <a:pt x="7656" y="4852"/>
                  </a:lnTo>
                  <a:lnTo>
                    <a:pt x="6963" y="4852"/>
                  </a:lnTo>
                  <a:lnTo>
                    <a:pt x="6963" y="3466"/>
                  </a:lnTo>
                  <a:close/>
                  <a:moveTo>
                    <a:pt x="9074" y="3466"/>
                  </a:moveTo>
                  <a:lnTo>
                    <a:pt x="9074" y="4852"/>
                  </a:lnTo>
                  <a:lnTo>
                    <a:pt x="8381" y="4852"/>
                  </a:lnTo>
                  <a:lnTo>
                    <a:pt x="8381" y="3466"/>
                  </a:lnTo>
                  <a:close/>
                  <a:moveTo>
                    <a:pt x="10460" y="3435"/>
                  </a:moveTo>
                  <a:lnTo>
                    <a:pt x="10460" y="4852"/>
                  </a:lnTo>
                  <a:lnTo>
                    <a:pt x="9735" y="4852"/>
                  </a:lnTo>
                  <a:lnTo>
                    <a:pt x="9735" y="3466"/>
                  </a:lnTo>
                  <a:lnTo>
                    <a:pt x="10114" y="3466"/>
                  </a:lnTo>
                  <a:cubicBezTo>
                    <a:pt x="10208" y="3466"/>
                    <a:pt x="10334" y="3466"/>
                    <a:pt x="10460" y="3435"/>
                  </a:cubicBezTo>
                  <a:close/>
                  <a:moveTo>
                    <a:pt x="10114" y="1"/>
                  </a:moveTo>
                  <a:cubicBezTo>
                    <a:pt x="9515" y="1"/>
                    <a:pt x="9042" y="442"/>
                    <a:pt x="8633" y="788"/>
                  </a:cubicBezTo>
                  <a:cubicBezTo>
                    <a:pt x="8318" y="1103"/>
                    <a:pt x="8034" y="1387"/>
                    <a:pt x="7656" y="1387"/>
                  </a:cubicBezTo>
                  <a:cubicBezTo>
                    <a:pt x="7404" y="1387"/>
                    <a:pt x="7121" y="1229"/>
                    <a:pt x="7026" y="946"/>
                  </a:cubicBezTo>
                  <a:cubicBezTo>
                    <a:pt x="6974" y="815"/>
                    <a:pt x="6855" y="749"/>
                    <a:pt x="6708" y="749"/>
                  </a:cubicBezTo>
                  <a:cubicBezTo>
                    <a:pt x="6679" y="749"/>
                    <a:pt x="6648" y="752"/>
                    <a:pt x="6617" y="757"/>
                  </a:cubicBezTo>
                  <a:cubicBezTo>
                    <a:pt x="6018" y="914"/>
                    <a:pt x="5577" y="1481"/>
                    <a:pt x="5577" y="2080"/>
                  </a:cubicBezTo>
                  <a:cubicBezTo>
                    <a:pt x="5577" y="2616"/>
                    <a:pt x="5860" y="3025"/>
                    <a:pt x="6301" y="3277"/>
                  </a:cubicBezTo>
                  <a:lnTo>
                    <a:pt x="6301" y="4758"/>
                  </a:lnTo>
                  <a:cubicBezTo>
                    <a:pt x="6238" y="4758"/>
                    <a:pt x="6207" y="4726"/>
                    <a:pt x="6144" y="4726"/>
                  </a:cubicBezTo>
                  <a:lnTo>
                    <a:pt x="4443" y="3813"/>
                  </a:lnTo>
                  <a:cubicBezTo>
                    <a:pt x="4002" y="3592"/>
                    <a:pt x="3498" y="3466"/>
                    <a:pt x="2993" y="3466"/>
                  </a:cubicBezTo>
                  <a:lnTo>
                    <a:pt x="347" y="3466"/>
                  </a:lnTo>
                  <a:cubicBezTo>
                    <a:pt x="158" y="3466"/>
                    <a:pt x="0" y="3624"/>
                    <a:pt x="0" y="3813"/>
                  </a:cubicBezTo>
                  <a:lnTo>
                    <a:pt x="0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2993" y="5546"/>
                  </a:lnTo>
                  <a:cubicBezTo>
                    <a:pt x="3371" y="5546"/>
                    <a:pt x="3781" y="5672"/>
                    <a:pt x="4128" y="5829"/>
                  </a:cubicBezTo>
                  <a:lnTo>
                    <a:pt x="5829" y="6743"/>
                  </a:lnTo>
                  <a:cubicBezTo>
                    <a:pt x="6049" y="6869"/>
                    <a:pt x="6364" y="6932"/>
                    <a:pt x="6648" y="6932"/>
                  </a:cubicBezTo>
                  <a:lnTo>
                    <a:pt x="10807" y="6932"/>
                  </a:lnTo>
                  <a:cubicBezTo>
                    <a:pt x="11405" y="6932"/>
                    <a:pt x="11846" y="6459"/>
                    <a:pt x="11846" y="5924"/>
                  </a:cubicBezTo>
                  <a:cubicBezTo>
                    <a:pt x="11846" y="5483"/>
                    <a:pt x="11563" y="5073"/>
                    <a:pt x="11122" y="4915"/>
                  </a:cubicBezTo>
                  <a:lnTo>
                    <a:pt x="11122" y="3120"/>
                  </a:lnTo>
                  <a:cubicBezTo>
                    <a:pt x="11563" y="2805"/>
                    <a:pt x="11846" y="2301"/>
                    <a:pt x="11846" y="1733"/>
                  </a:cubicBezTo>
                  <a:cubicBezTo>
                    <a:pt x="11846" y="788"/>
                    <a:pt x="11059" y="1"/>
                    <a:pt x="101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81"/>
            <p:cNvSpPr/>
            <p:nvPr/>
          </p:nvSpPr>
          <p:spPr>
            <a:xfrm>
              <a:off x="-26204800" y="3547050"/>
              <a:ext cx="296975" cy="122100"/>
            </a:xfrm>
            <a:custGeom>
              <a:avLst/>
              <a:gdLst/>
              <a:ahLst/>
              <a:cxnLst/>
              <a:rect l="l" t="t" r="r" b="b"/>
              <a:pathLst>
                <a:path w="11879" h="4884" extrusionOk="0">
                  <a:moveTo>
                    <a:pt x="10839" y="1702"/>
                  </a:moveTo>
                  <a:cubicBezTo>
                    <a:pt x="11028" y="1702"/>
                    <a:pt x="11185" y="1859"/>
                    <a:pt x="11185" y="2048"/>
                  </a:cubicBezTo>
                  <a:cubicBezTo>
                    <a:pt x="11154" y="2269"/>
                    <a:pt x="10996" y="2426"/>
                    <a:pt x="10839" y="2426"/>
                  </a:cubicBezTo>
                  <a:lnTo>
                    <a:pt x="10492" y="2426"/>
                  </a:lnTo>
                  <a:lnTo>
                    <a:pt x="10492" y="1702"/>
                  </a:lnTo>
                  <a:close/>
                  <a:moveTo>
                    <a:pt x="726" y="725"/>
                  </a:moveTo>
                  <a:lnTo>
                    <a:pt x="1419" y="757"/>
                  </a:lnTo>
                  <a:lnTo>
                    <a:pt x="1419" y="4002"/>
                  </a:lnTo>
                  <a:lnTo>
                    <a:pt x="726" y="4096"/>
                  </a:lnTo>
                  <a:lnTo>
                    <a:pt x="726" y="725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37"/>
                  </a:lnTo>
                  <a:cubicBezTo>
                    <a:pt x="1" y="4726"/>
                    <a:pt x="221" y="4884"/>
                    <a:pt x="411" y="4884"/>
                  </a:cubicBezTo>
                  <a:lnTo>
                    <a:pt x="9578" y="3592"/>
                  </a:lnTo>
                  <a:cubicBezTo>
                    <a:pt x="9862" y="3561"/>
                    <a:pt x="10083" y="3403"/>
                    <a:pt x="10240" y="3151"/>
                  </a:cubicBezTo>
                  <a:lnTo>
                    <a:pt x="10807" y="3151"/>
                  </a:lnTo>
                  <a:cubicBezTo>
                    <a:pt x="11406" y="3151"/>
                    <a:pt x="11815" y="2678"/>
                    <a:pt x="11815" y="2143"/>
                  </a:cubicBezTo>
                  <a:cubicBezTo>
                    <a:pt x="11878" y="1513"/>
                    <a:pt x="11406" y="1040"/>
                    <a:pt x="10839" y="1040"/>
                  </a:cubicBezTo>
                  <a:lnTo>
                    <a:pt x="10240" y="1040"/>
                  </a:lnTo>
                  <a:cubicBezTo>
                    <a:pt x="10083" y="788"/>
                    <a:pt x="9831" y="694"/>
                    <a:pt x="9515" y="631"/>
                  </a:cubicBezTo>
                  <a:lnTo>
                    <a:pt x="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7" name="Google Shape;1667;p81"/>
          <p:cNvSpPr/>
          <p:nvPr/>
        </p:nvSpPr>
        <p:spPr>
          <a:xfrm>
            <a:off x="6205629" y="3119037"/>
            <a:ext cx="289009" cy="352833"/>
          </a:xfrm>
          <a:custGeom>
            <a:avLst/>
            <a:gdLst/>
            <a:ahLst/>
            <a:cxnLst/>
            <a:rect l="l" t="t" r="r" b="b"/>
            <a:pathLst>
              <a:path w="9704" h="11847" extrusionOk="0">
                <a:moveTo>
                  <a:pt x="7687" y="662"/>
                </a:moveTo>
                <a:cubicBezTo>
                  <a:pt x="7813" y="945"/>
                  <a:pt x="7971" y="1134"/>
                  <a:pt x="8160" y="1386"/>
                </a:cubicBezTo>
                <a:lnTo>
                  <a:pt x="1008" y="1386"/>
                </a:lnTo>
                <a:cubicBezTo>
                  <a:pt x="788" y="1386"/>
                  <a:pt x="630" y="1229"/>
                  <a:pt x="630" y="1040"/>
                </a:cubicBezTo>
                <a:cubicBezTo>
                  <a:pt x="630" y="819"/>
                  <a:pt x="788" y="662"/>
                  <a:pt x="1008" y="662"/>
                </a:cubicBezTo>
                <a:close/>
                <a:moveTo>
                  <a:pt x="6553" y="3466"/>
                </a:moveTo>
                <a:cubicBezTo>
                  <a:pt x="6742" y="3466"/>
                  <a:pt x="6900" y="3623"/>
                  <a:pt x="6900" y="3812"/>
                </a:cubicBezTo>
                <a:lnTo>
                  <a:pt x="6900" y="4852"/>
                </a:lnTo>
                <a:lnTo>
                  <a:pt x="7939" y="4852"/>
                </a:lnTo>
                <a:cubicBezTo>
                  <a:pt x="8128" y="4852"/>
                  <a:pt x="8286" y="5009"/>
                  <a:pt x="8286" y="5199"/>
                </a:cubicBezTo>
                <a:lnTo>
                  <a:pt x="8286" y="6585"/>
                </a:lnTo>
                <a:cubicBezTo>
                  <a:pt x="8286" y="6774"/>
                  <a:pt x="8128" y="6931"/>
                  <a:pt x="7939" y="6931"/>
                </a:cubicBezTo>
                <a:lnTo>
                  <a:pt x="6900" y="6931"/>
                </a:lnTo>
                <a:lnTo>
                  <a:pt x="6900" y="7971"/>
                </a:lnTo>
                <a:cubicBezTo>
                  <a:pt x="6900" y="8160"/>
                  <a:pt x="6742" y="8317"/>
                  <a:pt x="6553" y="8317"/>
                </a:cubicBezTo>
                <a:lnTo>
                  <a:pt x="5167" y="8317"/>
                </a:lnTo>
                <a:cubicBezTo>
                  <a:pt x="4978" y="8317"/>
                  <a:pt x="4820" y="8160"/>
                  <a:pt x="4820" y="7971"/>
                </a:cubicBezTo>
                <a:lnTo>
                  <a:pt x="4820" y="6931"/>
                </a:lnTo>
                <a:lnTo>
                  <a:pt x="3781" y="6931"/>
                </a:lnTo>
                <a:cubicBezTo>
                  <a:pt x="3592" y="6931"/>
                  <a:pt x="3434" y="6774"/>
                  <a:pt x="3434" y="6585"/>
                </a:cubicBezTo>
                <a:lnTo>
                  <a:pt x="3434" y="5199"/>
                </a:lnTo>
                <a:cubicBezTo>
                  <a:pt x="3434" y="5009"/>
                  <a:pt x="3592" y="4852"/>
                  <a:pt x="3781" y="4852"/>
                </a:cubicBezTo>
                <a:lnTo>
                  <a:pt x="4820" y="4852"/>
                </a:lnTo>
                <a:lnTo>
                  <a:pt x="4820" y="3812"/>
                </a:lnTo>
                <a:cubicBezTo>
                  <a:pt x="4820" y="3623"/>
                  <a:pt x="4978" y="3466"/>
                  <a:pt x="5167" y="3466"/>
                </a:cubicBezTo>
                <a:close/>
                <a:moveTo>
                  <a:pt x="7939" y="9735"/>
                </a:moveTo>
                <a:cubicBezTo>
                  <a:pt x="8128" y="9735"/>
                  <a:pt x="8286" y="9893"/>
                  <a:pt x="8286" y="10082"/>
                </a:cubicBezTo>
                <a:cubicBezTo>
                  <a:pt x="8286" y="10334"/>
                  <a:pt x="8128" y="10428"/>
                  <a:pt x="7939" y="10428"/>
                </a:cubicBezTo>
                <a:lnTo>
                  <a:pt x="3749" y="10428"/>
                </a:lnTo>
                <a:cubicBezTo>
                  <a:pt x="3560" y="10428"/>
                  <a:pt x="3403" y="10271"/>
                  <a:pt x="3403" y="10082"/>
                </a:cubicBezTo>
                <a:cubicBezTo>
                  <a:pt x="3403" y="9893"/>
                  <a:pt x="3560" y="9735"/>
                  <a:pt x="3749" y="9735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0428"/>
                </a:lnTo>
                <a:cubicBezTo>
                  <a:pt x="0" y="11184"/>
                  <a:pt x="630" y="11815"/>
                  <a:pt x="1386" y="11815"/>
                </a:cubicBezTo>
                <a:lnTo>
                  <a:pt x="1386" y="2048"/>
                </a:lnTo>
                <a:lnTo>
                  <a:pt x="2111" y="2048"/>
                </a:lnTo>
                <a:lnTo>
                  <a:pt x="2111" y="11815"/>
                </a:lnTo>
                <a:lnTo>
                  <a:pt x="9357" y="11815"/>
                </a:lnTo>
                <a:lnTo>
                  <a:pt x="9357" y="11846"/>
                </a:lnTo>
                <a:cubicBezTo>
                  <a:pt x="9546" y="11846"/>
                  <a:pt x="9704" y="11688"/>
                  <a:pt x="9704" y="11499"/>
                </a:cubicBezTo>
                <a:lnTo>
                  <a:pt x="9704" y="1733"/>
                </a:lnTo>
                <a:cubicBezTo>
                  <a:pt x="9704" y="1607"/>
                  <a:pt x="9609" y="1449"/>
                  <a:pt x="9452" y="1418"/>
                </a:cubicBezTo>
                <a:cubicBezTo>
                  <a:pt x="8822" y="1166"/>
                  <a:pt x="8443" y="756"/>
                  <a:pt x="8286" y="252"/>
                </a:cubicBezTo>
                <a:cubicBezTo>
                  <a:pt x="8254" y="95"/>
                  <a:pt x="8097" y="0"/>
                  <a:pt x="79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8" name="Google Shape;1668;p81"/>
          <p:cNvGrpSpPr/>
          <p:nvPr/>
        </p:nvGrpSpPr>
        <p:grpSpPr>
          <a:xfrm>
            <a:off x="5047046" y="4194622"/>
            <a:ext cx="345328" cy="352833"/>
            <a:chOff x="-24353875" y="3147725"/>
            <a:chExt cx="289875" cy="296175"/>
          </a:xfrm>
        </p:grpSpPr>
        <p:sp>
          <p:nvSpPr>
            <p:cNvPr id="1669" name="Google Shape;1669;p81"/>
            <p:cNvSpPr/>
            <p:nvPr/>
          </p:nvSpPr>
          <p:spPr>
            <a:xfrm>
              <a:off x="-24238100" y="3271375"/>
              <a:ext cx="52025" cy="51225"/>
            </a:xfrm>
            <a:custGeom>
              <a:avLst/>
              <a:gdLst/>
              <a:ahLst/>
              <a:cxnLst/>
              <a:rect l="l" t="t" r="r" b="b"/>
              <a:pathLst>
                <a:path w="2081" h="2049" extrusionOk="0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81"/>
            <p:cNvSpPr/>
            <p:nvPr/>
          </p:nvSpPr>
          <p:spPr>
            <a:xfrm>
              <a:off x="-24353875" y="3147725"/>
              <a:ext cx="289875" cy="296175"/>
            </a:xfrm>
            <a:custGeom>
              <a:avLst/>
              <a:gdLst/>
              <a:ahLst/>
              <a:cxnLst/>
              <a:rect l="l" t="t" r="r" b="b"/>
              <a:pathLst>
                <a:path w="11595" h="11847" extrusionOk="0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1" name="Google Shape;1671;p81"/>
          <p:cNvGrpSpPr/>
          <p:nvPr/>
        </p:nvGrpSpPr>
        <p:grpSpPr>
          <a:xfrm>
            <a:off x="5044775" y="3121394"/>
            <a:ext cx="350004" cy="348128"/>
            <a:chOff x="-24353075" y="3891250"/>
            <a:chExt cx="293800" cy="292225"/>
          </a:xfrm>
        </p:grpSpPr>
        <p:sp>
          <p:nvSpPr>
            <p:cNvPr id="1672" name="Google Shape;1672;p81"/>
            <p:cNvSpPr/>
            <p:nvPr/>
          </p:nvSpPr>
          <p:spPr>
            <a:xfrm>
              <a:off x="-24251475" y="4012525"/>
              <a:ext cx="88225" cy="65400"/>
            </a:xfrm>
            <a:custGeom>
              <a:avLst/>
              <a:gdLst/>
              <a:ahLst/>
              <a:cxnLst/>
              <a:rect l="l" t="t" r="r" b="b"/>
              <a:pathLst>
                <a:path w="3529" h="2616" extrusionOk="0">
                  <a:moveTo>
                    <a:pt x="725" y="1"/>
                  </a:moveTo>
                  <a:cubicBezTo>
                    <a:pt x="315" y="1"/>
                    <a:pt x="0" y="347"/>
                    <a:pt x="0" y="725"/>
                  </a:cubicBezTo>
                  <a:cubicBezTo>
                    <a:pt x="0" y="1356"/>
                    <a:pt x="1040" y="2049"/>
                    <a:pt x="1733" y="2616"/>
                  </a:cubicBezTo>
                  <a:cubicBezTo>
                    <a:pt x="2458" y="2017"/>
                    <a:pt x="3466" y="1356"/>
                    <a:pt x="3466" y="725"/>
                  </a:cubicBezTo>
                  <a:cubicBezTo>
                    <a:pt x="3529" y="410"/>
                    <a:pt x="3277" y="1"/>
                    <a:pt x="2804" y="1"/>
                  </a:cubicBezTo>
                  <a:cubicBezTo>
                    <a:pt x="2300" y="1"/>
                    <a:pt x="2111" y="599"/>
                    <a:pt x="2111" y="599"/>
                  </a:cubicBezTo>
                  <a:cubicBezTo>
                    <a:pt x="2063" y="745"/>
                    <a:pt x="1906" y="824"/>
                    <a:pt x="1753" y="824"/>
                  </a:cubicBezTo>
                  <a:cubicBezTo>
                    <a:pt x="1607" y="824"/>
                    <a:pt x="1464" y="753"/>
                    <a:pt x="1418" y="599"/>
                  </a:cubicBezTo>
                  <a:cubicBezTo>
                    <a:pt x="1418" y="568"/>
                    <a:pt x="1229" y="1"/>
                    <a:pt x="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81"/>
            <p:cNvSpPr/>
            <p:nvPr/>
          </p:nvSpPr>
          <p:spPr>
            <a:xfrm>
              <a:off x="-24353075" y="3891250"/>
              <a:ext cx="293800" cy="292225"/>
            </a:xfrm>
            <a:custGeom>
              <a:avLst/>
              <a:gdLst/>
              <a:ahLst/>
              <a:cxnLst/>
              <a:rect l="l" t="t" r="r" b="b"/>
              <a:pathLst>
                <a:path w="11752" h="11689" extrusionOk="0">
                  <a:moveTo>
                    <a:pt x="6837" y="4159"/>
                  </a:moveTo>
                  <a:cubicBezTo>
                    <a:pt x="7624" y="4159"/>
                    <a:pt x="8223" y="4789"/>
                    <a:pt x="8223" y="5576"/>
                  </a:cubicBezTo>
                  <a:cubicBezTo>
                    <a:pt x="8254" y="6616"/>
                    <a:pt x="7309" y="7183"/>
                    <a:pt x="6049" y="8223"/>
                  </a:cubicBezTo>
                  <a:cubicBezTo>
                    <a:pt x="5986" y="8286"/>
                    <a:pt x="5907" y="8317"/>
                    <a:pt x="5829" y="8317"/>
                  </a:cubicBezTo>
                  <a:cubicBezTo>
                    <a:pt x="5750" y="8317"/>
                    <a:pt x="5671" y="8286"/>
                    <a:pt x="5608" y="8223"/>
                  </a:cubicBezTo>
                  <a:cubicBezTo>
                    <a:pt x="4348" y="7183"/>
                    <a:pt x="3403" y="6585"/>
                    <a:pt x="3403" y="5576"/>
                  </a:cubicBezTo>
                  <a:cubicBezTo>
                    <a:pt x="3403" y="4789"/>
                    <a:pt x="4033" y="4159"/>
                    <a:pt x="4789" y="4159"/>
                  </a:cubicBezTo>
                  <a:cubicBezTo>
                    <a:pt x="5293" y="4159"/>
                    <a:pt x="5608" y="4411"/>
                    <a:pt x="5797" y="4663"/>
                  </a:cubicBezTo>
                  <a:cubicBezTo>
                    <a:pt x="6018" y="4411"/>
                    <a:pt x="6364" y="4159"/>
                    <a:pt x="6837" y="4159"/>
                  </a:cubicBezTo>
                  <a:close/>
                  <a:moveTo>
                    <a:pt x="4474" y="0"/>
                  </a:moveTo>
                  <a:cubicBezTo>
                    <a:pt x="3875" y="0"/>
                    <a:pt x="3466" y="473"/>
                    <a:pt x="3466" y="1008"/>
                  </a:cubicBezTo>
                  <a:lnTo>
                    <a:pt x="3466" y="3466"/>
                  </a:lnTo>
                  <a:lnTo>
                    <a:pt x="1008" y="3466"/>
                  </a:lnTo>
                  <a:cubicBezTo>
                    <a:pt x="410" y="3466"/>
                    <a:pt x="0" y="3938"/>
                    <a:pt x="0" y="4474"/>
                  </a:cubicBezTo>
                  <a:lnTo>
                    <a:pt x="0" y="7246"/>
                  </a:lnTo>
                  <a:cubicBezTo>
                    <a:pt x="0" y="7813"/>
                    <a:pt x="473" y="8254"/>
                    <a:pt x="1008" y="8254"/>
                  </a:cubicBezTo>
                  <a:lnTo>
                    <a:pt x="3466" y="8254"/>
                  </a:lnTo>
                  <a:lnTo>
                    <a:pt x="3466" y="10649"/>
                  </a:lnTo>
                  <a:cubicBezTo>
                    <a:pt x="3466" y="11247"/>
                    <a:pt x="3938" y="11688"/>
                    <a:pt x="4474" y="11688"/>
                  </a:cubicBezTo>
                  <a:lnTo>
                    <a:pt x="7246" y="11688"/>
                  </a:lnTo>
                  <a:cubicBezTo>
                    <a:pt x="7813" y="11688"/>
                    <a:pt x="8254" y="11216"/>
                    <a:pt x="8254" y="10649"/>
                  </a:cubicBezTo>
                  <a:lnTo>
                    <a:pt x="8254" y="8254"/>
                  </a:lnTo>
                  <a:lnTo>
                    <a:pt x="10680" y="8254"/>
                  </a:lnTo>
                  <a:cubicBezTo>
                    <a:pt x="11279" y="8254"/>
                    <a:pt x="11720" y="7782"/>
                    <a:pt x="11720" y="7246"/>
                  </a:cubicBezTo>
                  <a:lnTo>
                    <a:pt x="11720" y="4474"/>
                  </a:lnTo>
                  <a:cubicBezTo>
                    <a:pt x="11751" y="3938"/>
                    <a:pt x="11279" y="3466"/>
                    <a:pt x="10680" y="3466"/>
                  </a:cubicBezTo>
                  <a:lnTo>
                    <a:pt x="8254" y="3466"/>
                  </a:lnTo>
                  <a:lnTo>
                    <a:pt x="8254" y="1008"/>
                  </a:lnTo>
                  <a:cubicBezTo>
                    <a:pt x="8254" y="410"/>
                    <a:pt x="7782" y="0"/>
                    <a:pt x="7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4" name="Google Shape;1674;p81"/>
          <p:cNvGrpSpPr/>
          <p:nvPr/>
        </p:nvGrpSpPr>
        <p:grpSpPr>
          <a:xfrm>
            <a:off x="7790437" y="2553748"/>
            <a:ext cx="299344" cy="351880"/>
            <a:chOff x="-27691025" y="3175300"/>
            <a:chExt cx="251275" cy="295375"/>
          </a:xfrm>
        </p:grpSpPr>
        <p:sp>
          <p:nvSpPr>
            <p:cNvPr id="1675" name="Google Shape;1675;p81"/>
            <p:cNvSpPr/>
            <p:nvPr/>
          </p:nvSpPr>
          <p:spPr>
            <a:xfrm>
              <a:off x="-27492550" y="3298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81"/>
            <p:cNvSpPr/>
            <p:nvPr/>
          </p:nvSpPr>
          <p:spPr>
            <a:xfrm>
              <a:off x="-27613050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81"/>
            <p:cNvSpPr/>
            <p:nvPr/>
          </p:nvSpPr>
          <p:spPr>
            <a:xfrm>
              <a:off x="-27691025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81"/>
            <p:cNvSpPr/>
            <p:nvPr/>
          </p:nvSpPr>
          <p:spPr>
            <a:xfrm>
              <a:off x="-27691025" y="3263500"/>
              <a:ext cx="251275" cy="207175"/>
            </a:xfrm>
            <a:custGeom>
              <a:avLst/>
              <a:gdLst/>
              <a:ahLst/>
              <a:cxnLst/>
              <a:rect l="l" t="t" r="r" b="b"/>
              <a:pathLst>
                <a:path w="10051" h="8287" extrusionOk="0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9" name="Google Shape;1679;p81"/>
          <p:cNvGrpSpPr/>
          <p:nvPr/>
        </p:nvGrpSpPr>
        <p:grpSpPr>
          <a:xfrm>
            <a:off x="8314322" y="2116376"/>
            <a:ext cx="354710" cy="228015"/>
            <a:chOff x="-27721750" y="3598250"/>
            <a:chExt cx="297750" cy="191400"/>
          </a:xfrm>
        </p:grpSpPr>
        <p:sp>
          <p:nvSpPr>
            <p:cNvPr id="1680" name="Google Shape;1680;p81"/>
            <p:cNvSpPr/>
            <p:nvPr/>
          </p:nvSpPr>
          <p:spPr>
            <a:xfrm>
              <a:off x="-27616200" y="3651800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386" y="662"/>
                  </a:moveTo>
                  <a:cubicBezTo>
                    <a:pt x="1764" y="662"/>
                    <a:pt x="2079" y="977"/>
                    <a:pt x="2079" y="1387"/>
                  </a:cubicBezTo>
                  <a:cubicBezTo>
                    <a:pt x="2079" y="1765"/>
                    <a:pt x="1764" y="2080"/>
                    <a:pt x="1386" y="2080"/>
                  </a:cubicBezTo>
                  <a:cubicBezTo>
                    <a:pt x="977" y="2080"/>
                    <a:pt x="662" y="1765"/>
                    <a:pt x="662" y="1387"/>
                  </a:cubicBezTo>
                  <a:cubicBezTo>
                    <a:pt x="662" y="977"/>
                    <a:pt x="977" y="662"/>
                    <a:pt x="1386" y="662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81"/>
            <p:cNvSpPr/>
            <p:nvPr/>
          </p:nvSpPr>
          <p:spPr>
            <a:xfrm>
              <a:off x="-27721750" y="3598250"/>
              <a:ext cx="297750" cy="191400"/>
            </a:xfrm>
            <a:custGeom>
              <a:avLst/>
              <a:gdLst/>
              <a:ahLst/>
              <a:cxnLst/>
              <a:rect l="l" t="t" r="r" b="b"/>
              <a:pathLst>
                <a:path w="11910" h="7656" extrusionOk="0">
                  <a:moveTo>
                    <a:pt x="5955" y="1418"/>
                  </a:moveTo>
                  <a:cubicBezTo>
                    <a:pt x="7278" y="1418"/>
                    <a:pt x="8381" y="2521"/>
                    <a:pt x="8381" y="3875"/>
                  </a:cubicBezTo>
                  <a:cubicBezTo>
                    <a:pt x="8381" y="5199"/>
                    <a:pt x="7278" y="6301"/>
                    <a:pt x="5955" y="6301"/>
                  </a:cubicBezTo>
                  <a:cubicBezTo>
                    <a:pt x="4600" y="6301"/>
                    <a:pt x="3497" y="5199"/>
                    <a:pt x="3497" y="3875"/>
                  </a:cubicBezTo>
                  <a:cubicBezTo>
                    <a:pt x="3497" y="2521"/>
                    <a:pt x="4600" y="1418"/>
                    <a:pt x="5955" y="1418"/>
                  </a:cubicBezTo>
                  <a:close/>
                  <a:moveTo>
                    <a:pt x="5955" y="0"/>
                  </a:moveTo>
                  <a:cubicBezTo>
                    <a:pt x="2710" y="0"/>
                    <a:pt x="189" y="3466"/>
                    <a:pt x="95" y="3623"/>
                  </a:cubicBezTo>
                  <a:cubicBezTo>
                    <a:pt x="0" y="3749"/>
                    <a:pt x="0" y="3907"/>
                    <a:pt x="95" y="4033"/>
                  </a:cubicBezTo>
                  <a:cubicBezTo>
                    <a:pt x="189" y="4190"/>
                    <a:pt x="2773" y="7656"/>
                    <a:pt x="5955" y="7656"/>
                  </a:cubicBezTo>
                  <a:cubicBezTo>
                    <a:pt x="9137" y="7656"/>
                    <a:pt x="11689" y="4190"/>
                    <a:pt x="11815" y="4033"/>
                  </a:cubicBezTo>
                  <a:cubicBezTo>
                    <a:pt x="11909" y="3907"/>
                    <a:pt x="11909" y="3749"/>
                    <a:pt x="11815" y="3623"/>
                  </a:cubicBezTo>
                  <a:cubicBezTo>
                    <a:pt x="11689" y="3466"/>
                    <a:pt x="9168" y="0"/>
                    <a:pt x="5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2" name="Google Shape;1682;p81"/>
          <p:cNvGrpSpPr/>
          <p:nvPr/>
        </p:nvGrpSpPr>
        <p:grpSpPr>
          <a:xfrm>
            <a:off x="5043761" y="3673618"/>
            <a:ext cx="351910" cy="340980"/>
            <a:chOff x="-27719400" y="3925600"/>
            <a:chExt cx="295400" cy="286225"/>
          </a:xfrm>
        </p:grpSpPr>
        <p:sp>
          <p:nvSpPr>
            <p:cNvPr id="1683" name="Google Shape;1683;p81"/>
            <p:cNvSpPr/>
            <p:nvPr/>
          </p:nvSpPr>
          <p:spPr>
            <a:xfrm>
              <a:off x="-27596525" y="3925600"/>
              <a:ext cx="172525" cy="162575"/>
            </a:xfrm>
            <a:custGeom>
              <a:avLst/>
              <a:gdLst/>
              <a:ahLst/>
              <a:cxnLst/>
              <a:rect l="l" t="t" r="r" b="b"/>
              <a:pathLst>
                <a:path w="6901" h="6503" extrusionOk="0">
                  <a:moveTo>
                    <a:pt x="5042" y="0"/>
                  </a:moveTo>
                  <a:cubicBezTo>
                    <a:pt x="4425" y="0"/>
                    <a:pt x="3809" y="237"/>
                    <a:pt x="3340" y="705"/>
                  </a:cubicBezTo>
                  <a:lnTo>
                    <a:pt x="1765" y="2281"/>
                  </a:lnTo>
                  <a:cubicBezTo>
                    <a:pt x="1639" y="2407"/>
                    <a:pt x="1639" y="2627"/>
                    <a:pt x="1765" y="2785"/>
                  </a:cubicBezTo>
                  <a:cubicBezTo>
                    <a:pt x="1860" y="2879"/>
                    <a:pt x="1891" y="2942"/>
                    <a:pt x="1891" y="3037"/>
                  </a:cubicBezTo>
                  <a:cubicBezTo>
                    <a:pt x="1891" y="3100"/>
                    <a:pt x="1860" y="3226"/>
                    <a:pt x="1765" y="3257"/>
                  </a:cubicBezTo>
                  <a:lnTo>
                    <a:pt x="1229" y="3824"/>
                  </a:lnTo>
                  <a:cubicBezTo>
                    <a:pt x="1009" y="3856"/>
                    <a:pt x="820" y="3919"/>
                    <a:pt x="662" y="4045"/>
                  </a:cubicBezTo>
                  <a:lnTo>
                    <a:pt x="1" y="4643"/>
                  </a:lnTo>
                  <a:lnTo>
                    <a:pt x="1860" y="6502"/>
                  </a:lnTo>
                  <a:lnTo>
                    <a:pt x="2427" y="5809"/>
                  </a:lnTo>
                  <a:cubicBezTo>
                    <a:pt x="2553" y="5652"/>
                    <a:pt x="2647" y="5494"/>
                    <a:pt x="2679" y="5305"/>
                  </a:cubicBezTo>
                  <a:lnTo>
                    <a:pt x="6774" y="1209"/>
                  </a:lnTo>
                  <a:cubicBezTo>
                    <a:pt x="6900" y="1083"/>
                    <a:pt x="6900" y="863"/>
                    <a:pt x="6774" y="737"/>
                  </a:cubicBezTo>
                  <a:cubicBezTo>
                    <a:pt x="6298" y="245"/>
                    <a:pt x="5669" y="0"/>
                    <a:pt x="5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81"/>
            <p:cNvSpPr/>
            <p:nvPr/>
          </p:nvSpPr>
          <p:spPr>
            <a:xfrm>
              <a:off x="-27719400" y="4054275"/>
              <a:ext cx="157550" cy="157550"/>
            </a:xfrm>
            <a:custGeom>
              <a:avLst/>
              <a:gdLst/>
              <a:ahLst/>
              <a:cxnLst/>
              <a:rect l="l" t="t" r="r" b="b"/>
              <a:pathLst>
                <a:path w="6302" h="6302" extrusionOk="0">
                  <a:moveTo>
                    <a:pt x="4412" y="1"/>
                  </a:moveTo>
                  <a:lnTo>
                    <a:pt x="537" y="3466"/>
                  </a:lnTo>
                  <a:cubicBezTo>
                    <a:pt x="190" y="3781"/>
                    <a:pt x="1" y="4222"/>
                    <a:pt x="1" y="4695"/>
                  </a:cubicBezTo>
                  <a:cubicBezTo>
                    <a:pt x="1" y="5136"/>
                    <a:pt x="158" y="5545"/>
                    <a:pt x="474" y="5829"/>
                  </a:cubicBezTo>
                  <a:cubicBezTo>
                    <a:pt x="789" y="6144"/>
                    <a:pt x="1167" y="6302"/>
                    <a:pt x="1608" y="6302"/>
                  </a:cubicBezTo>
                  <a:lnTo>
                    <a:pt x="1639" y="6302"/>
                  </a:lnTo>
                  <a:cubicBezTo>
                    <a:pt x="1954" y="6302"/>
                    <a:pt x="2269" y="6175"/>
                    <a:pt x="2553" y="5986"/>
                  </a:cubicBezTo>
                  <a:lnTo>
                    <a:pt x="1482" y="4915"/>
                  </a:lnTo>
                  <a:cubicBezTo>
                    <a:pt x="1356" y="4789"/>
                    <a:pt x="1356" y="4569"/>
                    <a:pt x="1482" y="4443"/>
                  </a:cubicBezTo>
                  <a:cubicBezTo>
                    <a:pt x="1545" y="4395"/>
                    <a:pt x="1631" y="4372"/>
                    <a:pt x="1718" y="4372"/>
                  </a:cubicBezTo>
                  <a:cubicBezTo>
                    <a:pt x="1805" y="4372"/>
                    <a:pt x="1891" y="4395"/>
                    <a:pt x="1954" y="4443"/>
                  </a:cubicBezTo>
                  <a:lnTo>
                    <a:pt x="3025" y="5514"/>
                  </a:lnTo>
                  <a:lnTo>
                    <a:pt x="3498" y="5010"/>
                  </a:lnTo>
                  <a:lnTo>
                    <a:pt x="2521" y="4002"/>
                  </a:lnTo>
                  <a:cubicBezTo>
                    <a:pt x="2395" y="3907"/>
                    <a:pt x="2395" y="3655"/>
                    <a:pt x="2521" y="3561"/>
                  </a:cubicBezTo>
                  <a:cubicBezTo>
                    <a:pt x="2569" y="3498"/>
                    <a:pt x="2655" y="3466"/>
                    <a:pt x="2746" y="3466"/>
                  </a:cubicBezTo>
                  <a:cubicBezTo>
                    <a:pt x="2836" y="3466"/>
                    <a:pt x="2931" y="3498"/>
                    <a:pt x="2994" y="3561"/>
                  </a:cubicBezTo>
                  <a:lnTo>
                    <a:pt x="3939" y="4474"/>
                  </a:lnTo>
                  <a:lnTo>
                    <a:pt x="4412" y="3970"/>
                  </a:lnTo>
                  <a:lnTo>
                    <a:pt x="3530" y="3120"/>
                  </a:lnTo>
                  <a:cubicBezTo>
                    <a:pt x="3403" y="2994"/>
                    <a:pt x="3403" y="2773"/>
                    <a:pt x="3530" y="2647"/>
                  </a:cubicBezTo>
                  <a:cubicBezTo>
                    <a:pt x="3593" y="2584"/>
                    <a:pt x="3679" y="2552"/>
                    <a:pt x="3766" y="2552"/>
                  </a:cubicBezTo>
                  <a:cubicBezTo>
                    <a:pt x="3852" y="2552"/>
                    <a:pt x="3939" y="2584"/>
                    <a:pt x="4002" y="2647"/>
                  </a:cubicBezTo>
                  <a:lnTo>
                    <a:pt x="4884" y="3498"/>
                  </a:lnTo>
                  <a:lnTo>
                    <a:pt x="5357" y="2994"/>
                  </a:lnTo>
                  <a:lnTo>
                    <a:pt x="4601" y="2237"/>
                  </a:lnTo>
                  <a:cubicBezTo>
                    <a:pt x="4475" y="2111"/>
                    <a:pt x="4475" y="1891"/>
                    <a:pt x="4601" y="1765"/>
                  </a:cubicBezTo>
                  <a:cubicBezTo>
                    <a:pt x="4671" y="1624"/>
                    <a:pt x="4771" y="1562"/>
                    <a:pt x="4867" y="1562"/>
                  </a:cubicBezTo>
                  <a:cubicBezTo>
                    <a:pt x="4944" y="1562"/>
                    <a:pt x="5018" y="1601"/>
                    <a:pt x="5073" y="1670"/>
                  </a:cubicBezTo>
                  <a:lnTo>
                    <a:pt x="5829" y="2395"/>
                  </a:lnTo>
                  <a:lnTo>
                    <a:pt x="6302" y="1891"/>
                  </a:lnTo>
                  <a:lnTo>
                    <a:pt x="4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5" name="Google Shape;1685;p81"/>
          <p:cNvGrpSpPr/>
          <p:nvPr/>
        </p:nvGrpSpPr>
        <p:grpSpPr>
          <a:xfrm>
            <a:off x="6704902" y="2552821"/>
            <a:ext cx="353757" cy="353757"/>
            <a:chOff x="-25834600" y="3176875"/>
            <a:chExt cx="296950" cy="296950"/>
          </a:xfrm>
        </p:grpSpPr>
        <p:sp>
          <p:nvSpPr>
            <p:cNvPr id="1686" name="Google Shape;1686;p81"/>
            <p:cNvSpPr/>
            <p:nvPr/>
          </p:nvSpPr>
          <p:spPr>
            <a:xfrm>
              <a:off x="-25625875" y="3316275"/>
              <a:ext cx="69325" cy="85875"/>
            </a:xfrm>
            <a:custGeom>
              <a:avLst/>
              <a:gdLst/>
              <a:ahLst/>
              <a:cxnLst/>
              <a:rect l="l" t="t" r="r" b="b"/>
              <a:pathLst>
                <a:path w="2773" h="3435" extrusionOk="0">
                  <a:moveTo>
                    <a:pt x="0" y="1"/>
                  </a:moveTo>
                  <a:lnTo>
                    <a:pt x="0" y="3435"/>
                  </a:lnTo>
                  <a:lnTo>
                    <a:pt x="2773" y="3435"/>
                  </a:lnTo>
                  <a:lnTo>
                    <a:pt x="2773" y="2741"/>
                  </a:lnTo>
                  <a:lnTo>
                    <a:pt x="1040" y="2741"/>
                  </a:lnTo>
                  <a:cubicBezTo>
                    <a:pt x="851" y="2741"/>
                    <a:pt x="693" y="2584"/>
                    <a:pt x="693" y="2395"/>
                  </a:cubicBezTo>
                  <a:cubicBezTo>
                    <a:pt x="693" y="2206"/>
                    <a:pt x="851" y="2048"/>
                    <a:pt x="1040" y="2048"/>
                  </a:cubicBezTo>
                  <a:lnTo>
                    <a:pt x="2773" y="2048"/>
                  </a:lnTo>
                  <a:lnTo>
                    <a:pt x="2773" y="1324"/>
                  </a:lnTo>
                  <a:lnTo>
                    <a:pt x="1040" y="1324"/>
                  </a:lnTo>
                  <a:cubicBezTo>
                    <a:pt x="851" y="1324"/>
                    <a:pt x="693" y="1166"/>
                    <a:pt x="693" y="977"/>
                  </a:cubicBezTo>
                  <a:cubicBezTo>
                    <a:pt x="693" y="851"/>
                    <a:pt x="851" y="694"/>
                    <a:pt x="1040" y="694"/>
                  </a:cubicBezTo>
                  <a:lnTo>
                    <a:pt x="2773" y="69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81"/>
            <p:cNvSpPr/>
            <p:nvPr/>
          </p:nvSpPr>
          <p:spPr>
            <a:xfrm>
              <a:off x="-25729075" y="3176875"/>
              <a:ext cx="191425" cy="296950"/>
            </a:xfrm>
            <a:custGeom>
              <a:avLst/>
              <a:gdLst/>
              <a:ahLst/>
              <a:cxnLst/>
              <a:rect l="l" t="t" r="r" b="b"/>
              <a:pathLst>
                <a:path w="7657" h="11878" extrusionOk="0">
                  <a:moveTo>
                    <a:pt x="2049" y="693"/>
                  </a:moveTo>
                  <a:lnTo>
                    <a:pt x="2049" y="2773"/>
                  </a:lnTo>
                  <a:lnTo>
                    <a:pt x="1356" y="2773"/>
                  </a:lnTo>
                  <a:lnTo>
                    <a:pt x="1356" y="693"/>
                  </a:lnTo>
                  <a:close/>
                  <a:moveTo>
                    <a:pt x="3435" y="693"/>
                  </a:moveTo>
                  <a:lnTo>
                    <a:pt x="3435" y="2773"/>
                  </a:lnTo>
                  <a:lnTo>
                    <a:pt x="2710" y="2773"/>
                  </a:lnTo>
                  <a:lnTo>
                    <a:pt x="2710" y="693"/>
                  </a:lnTo>
                  <a:close/>
                  <a:moveTo>
                    <a:pt x="4821" y="693"/>
                  </a:moveTo>
                  <a:lnTo>
                    <a:pt x="4821" y="2773"/>
                  </a:lnTo>
                  <a:lnTo>
                    <a:pt x="4097" y="2773"/>
                  </a:lnTo>
                  <a:lnTo>
                    <a:pt x="4097" y="693"/>
                  </a:lnTo>
                  <a:close/>
                  <a:moveTo>
                    <a:pt x="6176" y="693"/>
                  </a:moveTo>
                  <a:lnTo>
                    <a:pt x="6176" y="2773"/>
                  </a:lnTo>
                  <a:lnTo>
                    <a:pt x="5483" y="2773"/>
                  </a:lnTo>
                  <a:lnTo>
                    <a:pt x="5483" y="693"/>
                  </a:ln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308"/>
                    <a:pt x="158" y="3466"/>
                    <a:pt x="379" y="3466"/>
                  </a:cubicBezTo>
                  <a:lnTo>
                    <a:pt x="726" y="3466"/>
                  </a:lnTo>
                  <a:lnTo>
                    <a:pt x="726" y="4883"/>
                  </a:lnTo>
                  <a:lnTo>
                    <a:pt x="2458" y="4883"/>
                  </a:lnTo>
                  <a:cubicBezTo>
                    <a:pt x="2647" y="4883"/>
                    <a:pt x="2805" y="5041"/>
                    <a:pt x="2805" y="5262"/>
                  </a:cubicBezTo>
                  <a:lnTo>
                    <a:pt x="2805" y="9420"/>
                  </a:lnTo>
                  <a:cubicBezTo>
                    <a:pt x="2805" y="9609"/>
                    <a:pt x="2647" y="9767"/>
                    <a:pt x="2458" y="9767"/>
                  </a:cubicBezTo>
                  <a:lnTo>
                    <a:pt x="2112" y="9767"/>
                  </a:lnTo>
                  <a:cubicBezTo>
                    <a:pt x="2112" y="10523"/>
                    <a:pt x="1797" y="11247"/>
                    <a:pt x="1261" y="11751"/>
                  </a:cubicBezTo>
                  <a:cubicBezTo>
                    <a:pt x="1419" y="11815"/>
                    <a:pt x="1576" y="11878"/>
                    <a:pt x="1734" y="11878"/>
                  </a:cubicBezTo>
                  <a:lnTo>
                    <a:pt x="5924" y="11878"/>
                  </a:lnTo>
                  <a:cubicBezTo>
                    <a:pt x="6522" y="11878"/>
                    <a:pt x="6932" y="11405"/>
                    <a:pt x="6932" y="10838"/>
                  </a:cubicBezTo>
                  <a:lnTo>
                    <a:pt x="6932" y="9798"/>
                  </a:lnTo>
                  <a:lnTo>
                    <a:pt x="3813" y="9798"/>
                  </a:lnTo>
                  <a:cubicBezTo>
                    <a:pt x="3624" y="9798"/>
                    <a:pt x="3467" y="9672"/>
                    <a:pt x="3467" y="9452"/>
                  </a:cubicBezTo>
                  <a:lnTo>
                    <a:pt x="3467" y="5293"/>
                  </a:lnTo>
                  <a:cubicBezTo>
                    <a:pt x="3467" y="5104"/>
                    <a:pt x="3624" y="4946"/>
                    <a:pt x="3813" y="4946"/>
                  </a:cubicBezTo>
                  <a:lnTo>
                    <a:pt x="6932" y="4946"/>
                  </a:lnTo>
                  <a:lnTo>
                    <a:pt x="6932" y="3529"/>
                  </a:lnTo>
                  <a:lnTo>
                    <a:pt x="7310" y="3529"/>
                  </a:lnTo>
                  <a:cubicBezTo>
                    <a:pt x="7499" y="3529"/>
                    <a:pt x="7657" y="3371"/>
                    <a:pt x="7657" y="3151"/>
                  </a:cubicBezTo>
                  <a:lnTo>
                    <a:pt x="7657" y="1040"/>
                  </a:lnTo>
                  <a:lnTo>
                    <a:pt x="7625" y="1040"/>
                  </a:lnTo>
                  <a:cubicBezTo>
                    <a:pt x="7625" y="441"/>
                    <a:pt x="7153" y="0"/>
                    <a:pt x="65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81"/>
            <p:cNvSpPr/>
            <p:nvPr/>
          </p:nvSpPr>
          <p:spPr>
            <a:xfrm>
              <a:off x="-25834600" y="3350150"/>
              <a:ext cx="69325" cy="96100"/>
            </a:xfrm>
            <a:custGeom>
              <a:avLst/>
              <a:gdLst/>
              <a:ahLst/>
              <a:cxnLst/>
              <a:rect l="l" t="t" r="r" b="b"/>
              <a:pathLst>
                <a:path w="2773" h="3844" extrusionOk="0">
                  <a:moveTo>
                    <a:pt x="2143" y="0"/>
                  </a:moveTo>
                  <a:cubicBezTo>
                    <a:pt x="1008" y="0"/>
                    <a:pt x="63" y="945"/>
                    <a:pt x="63" y="2080"/>
                  </a:cubicBezTo>
                  <a:cubicBezTo>
                    <a:pt x="0" y="2804"/>
                    <a:pt x="378" y="3434"/>
                    <a:pt x="914" y="3844"/>
                  </a:cubicBezTo>
                  <a:cubicBezTo>
                    <a:pt x="788" y="3529"/>
                    <a:pt x="725" y="3151"/>
                    <a:pt x="725" y="2804"/>
                  </a:cubicBezTo>
                  <a:cubicBezTo>
                    <a:pt x="725" y="1544"/>
                    <a:pt x="1576" y="473"/>
                    <a:pt x="2773" y="126"/>
                  </a:cubicBezTo>
                  <a:cubicBezTo>
                    <a:pt x="2584" y="63"/>
                    <a:pt x="2332" y="0"/>
                    <a:pt x="2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81"/>
            <p:cNvSpPr/>
            <p:nvPr/>
          </p:nvSpPr>
          <p:spPr>
            <a:xfrm>
              <a:off x="-25799950" y="3368250"/>
              <a:ext cx="104775" cy="104000"/>
            </a:xfrm>
            <a:custGeom>
              <a:avLst/>
              <a:gdLst/>
              <a:ahLst/>
              <a:cxnLst/>
              <a:rect l="l" t="t" r="r" b="b"/>
              <a:pathLst>
                <a:path w="4191" h="4160" extrusionOk="0">
                  <a:moveTo>
                    <a:pt x="2080" y="694"/>
                  </a:moveTo>
                  <a:cubicBezTo>
                    <a:pt x="2836" y="694"/>
                    <a:pt x="3466" y="1324"/>
                    <a:pt x="3466" y="2080"/>
                  </a:cubicBezTo>
                  <a:cubicBezTo>
                    <a:pt x="3466" y="2364"/>
                    <a:pt x="3403" y="2584"/>
                    <a:pt x="3246" y="2836"/>
                  </a:cubicBezTo>
                  <a:lnTo>
                    <a:pt x="1292" y="915"/>
                  </a:lnTo>
                  <a:cubicBezTo>
                    <a:pt x="1576" y="788"/>
                    <a:pt x="1828" y="694"/>
                    <a:pt x="2080" y="694"/>
                  </a:cubicBezTo>
                  <a:close/>
                  <a:moveTo>
                    <a:pt x="2111" y="1"/>
                  </a:moveTo>
                  <a:cubicBezTo>
                    <a:pt x="946" y="1"/>
                    <a:pt x="1" y="946"/>
                    <a:pt x="1" y="2080"/>
                  </a:cubicBezTo>
                  <a:cubicBezTo>
                    <a:pt x="1" y="3214"/>
                    <a:pt x="946" y="4160"/>
                    <a:pt x="2111" y="4160"/>
                  </a:cubicBezTo>
                  <a:cubicBezTo>
                    <a:pt x="3246" y="4160"/>
                    <a:pt x="4191" y="3214"/>
                    <a:pt x="4191" y="2080"/>
                  </a:cubicBezTo>
                  <a:cubicBezTo>
                    <a:pt x="4191" y="946"/>
                    <a:pt x="3246" y="1"/>
                    <a:pt x="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81"/>
            <p:cNvSpPr/>
            <p:nvPr/>
          </p:nvSpPr>
          <p:spPr>
            <a:xfrm>
              <a:off x="-25712525" y="3317075"/>
              <a:ext cx="34675" cy="86650"/>
            </a:xfrm>
            <a:custGeom>
              <a:avLst/>
              <a:gdLst/>
              <a:ahLst/>
              <a:cxnLst/>
              <a:rect l="l" t="t" r="r" b="b"/>
              <a:pathLst>
                <a:path w="1387" h="3466" extrusionOk="0">
                  <a:moveTo>
                    <a:pt x="1" y="0"/>
                  </a:moveTo>
                  <a:lnTo>
                    <a:pt x="1" y="1764"/>
                  </a:lnTo>
                  <a:cubicBezTo>
                    <a:pt x="631" y="2111"/>
                    <a:pt x="1072" y="2709"/>
                    <a:pt x="1261" y="3466"/>
                  </a:cubicBezTo>
                  <a:lnTo>
                    <a:pt x="1387" y="3466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1" name="Google Shape;1691;p81"/>
          <p:cNvGrpSpPr/>
          <p:nvPr/>
        </p:nvGrpSpPr>
        <p:grpSpPr>
          <a:xfrm>
            <a:off x="5042839" y="2064762"/>
            <a:ext cx="353757" cy="331241"/>
            <a:chOff x="-25834600" y="3564375"/>
            <a:chExt cx="296950" cy="278050"/>
          </a:xfrm>
        </p:grpSpPr>
        <p:sp>
          <p:nvSpPr>
            <p:cNvPr id="1692" name="Google Shape;1692;p81"/>
            <p:cNvSpPr/>
            <p:nvPr/>
          </p:nvSpPr>
          <p:spPr>
            <a:xfrm>
              <a:off x="-25694400" y="3703775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04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81"/>
            <p:cNvSpPr/>
            <p:nvPr/>
          </p:nvSpPr>
          <p:spPr>
            <a:xfrm>
              <a:off x="-25591225" y="3703775"/>
              <a:ext cx="53575" cy="18150"/>
            </a:xfrm>
            <a:custGeom>
              <a:avLst/>
              <a:gdLst/>
              <a:ahLst/>
              <a:cxnLst/>
              <a:rect l="l" t="t" r="r" b="b"/>
              <a:pathLst>
                <a:path w="2143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81"/>
            <p:cNvSpPr/>
            <p:nvPr/>
          </p:nvSpPr>
          <p:spPr>
            <a:xfrm>
              <a:off x="-25834600" y="3703775"/>
              <a:ext cx="53575" cy="18150"/>
            </a:xfrm>
            <a:custGeom>
              <a:avLst/>
              <a:gdLst/>
              <a:ahLst/>
              <a:cxnLst/>
              <a:rect l="l" t="t" r="r" b="b"/>
              <a:pathLst>
                <a:path w="2143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1796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81"/>
            <p:cNvSpPr/>
            <p:nvPr/>
          </p:nvSpPr>
          <p:spPr>
            <a:xfrm>
              <a:off x="-25695200" y="3564375"/>
              <a:ext cx="17350" cy="52800"/>
            </a:xfrm>
            <a:custGeom>
              <a:avLst/>
              <a:gdLst/>
              <a:ahLst/>
              <a:cxnLst/>
              <a:rect l="l" t="t" r="r" b="b"/>
              <a:pathLst>
                <a:path w="694" h="2112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36" y="2111"/>
                    <a:pt x="694" y="1954"/>
                    <a:pt x="694" y="176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81"/>
            <p:cNvSpPr/>
            <p:nvPr/>
          </p:nvSpPr>
          <p:spPr>
            <a:xfrm>
              <a:off x="-25792850" y="3606125"/>
              <a:ext cx="42550" cy="40975"/>
            </a:xfrm>
            <a:custGeom>
              <a:avLst/>
              <a:gdLst/>
              <a:ahLst/>
              <a:cxnLst/>
              <a:rect l="l" t="t" r="r" b="b"/>
              <a:pathLst>
                <a:path w="1702" h="1639" extrusionOk="0">
                  <a:moveTo>
                    <a:pt x="351" y="0"/>
                  </a:moveTo>
                  <a:cubicBezTo>
                    <a:pt x="260" y="0"/>
                    <a:pt x="173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lnTo>
                    <a:pt x="1103" y="1544"/>
                  </a:lnTo>
                  <a:cubicBezTo>
                    <a:pt x="1166" y="1607"/>
                    <a:pt x="1252" y="1639"/>
                    <a:pt x="1339" y="1639"/>
                  </a:cubicBezTo>
                  <a:cubicBezTo>
                    <a:pt x="1426" y="1639"/>
                    <a:pt x="1512" y="1607"/>
                    <a:pt x="1575" y="1544"/>
                  </a:cubicBezTo>
                  <a:cubicBezTo>
                    <a:pt x="1701" y="1418"/>
                    <a:pt x="1701" y="1198"/>
                    <a:pt x="1575" y="1071"/>
                  </a:cubicBezTo>
                  <a:lnTo>
                    <a:pt x="599" y="95"/>
                  </a:lnTo>
                  <a:cubicBezTo>
                    <a:pt x="536" y="32"/>
                    <a:pt x="441" y="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81"/>
            <p:cNvSpPr/>
            <p:nvPr/>
          </p:nvSpPr>
          <p:spPr>
            <a:xfrm>
              <a:off x="-25621950" y="3606125"/>
              <a:ext cx="43350" cy="40975"/>
            </a:xfrm>
            <a:custGeom>
              <a:avLst/>
              <a:gdLst/>
              <a:ahLst/>
              <a:cxnLst/>
              <a:rect l="l" t="t" r="r" b="b"/>
              <a:pathLst>
                <a:path w="1734" h="1639" extrusionOk="0">
                  <a:moveTo>
                    <a:pt x="1351" y="0"/>
                  </a:moveTo>
                  <a:cubicBezTo>
                    <a:pt x="1261" y="0"/>
                    <a:pt x="1166" y="32"/>
                    <a:pt x="1103" y="95"/>
                  </a:cubicBezTo>
                  <a:lnTo>
                    <a:pt x="127" y="1071"/>
                  </a:lnTo>
                  <a:cubicBezTo>
                    <a:pt x="1" y="1198"/>
                    <a:pt x="1" y="1418"/>
                    <a:pt x="127" y="1544"/>
                  </a:cubicBezTo>
                  <a:cubicBezTo>
                    <a:pt x="190" y="1607"/>
                    <a:pt x="284" y="1639"/>
                    <a:pt x="375" y="1639"/>
                  </a:cubicBezTo>
                  <a:cubicBezTo>
                    <a:pt x="465" y="1639"/>
                    <a:pt x="552" y="1607"/>
                    <a:pt x="599" y="1544"/>
                  </a:cubicBezTo>
                  <a:lnTo>
                    <a:pt x="1576" y="567"/>
                  </a:lnTo>
                  <a:cubicBezTo>
                    <a:pt x="1733" y="441"/>
                    <a:pt x="1733" y="221"/>
                    <a:pt x="1576" y="95"/>
                  </a:cubicBezTo>
                  <a:cubicBezTo>
                    <a:pt x="1529" y="32"/>
                    <a:pt x="1442" y="0"/>
                    <a:pt x="1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81"/>
            <p:cNvSpPr/>
            <p:nvPr/>
          </p:nvSpPr>
          <p:spPr>
            <a:xfrm>
              <a:off x="-25783400" y="3806975"/>
              <a:ext cx="192200" cy="35450"/>
            </a:xfrm>
            <a:custGeom>
              <a:avLst/>
              <a:gdLst/>
              <a:ahLst/>
              <a:cxnLst/>
              <a:rect l="l" t="t" r="r" b="b"/>
              <a:pathLst>
                <a:path w="7688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7309" y="1418"/>
                  </a:lnTo>
                  <a:cubicBezTo>
                    <a:pt x="7530" y="1418"/>
                    <a:pt x="7687" y="1260"/>
                    <a:pt x="7687" y="1071"/>
                  </a:cubicBezTo>
                  <a:lnTo>
                    <a:pt x="7687" y="725"/>
                  </a:lnTo>
                  <a:cubicBezTo>
                    <a:pt x="7687" y="315"/>
                    <a:pt x="7372" y="0"/>
                    <a:pt x="69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81"/>
            <p:cNvSpPr/>
            <p:nvPr/>
          </p:nvSpPr>
          <p:spPr>
            <a:xfrm>
              <a:off x="-25764500" y="3635275"/>
              <a:ext cx="153600" cy="155175"/>
            </a:xfrm>
            <a:custGeom>
              <a:avLst/>
              <a:gdLst/>
              <a:ahLst/>
              <a:cxnLst/>
              <a:rect l="l" t="t" r="r" b="b"/>
              <a:pathLst>
                <a:path w="6144" h="6207" extrusionOk="0">
                  <a:moveTo>
                    <a:pt x="3025" y="0"/>
                  </a:moveTo>
                  <a:cubicBezTo>
                    <a:pt x="1355" y="0"/>
                    <a:pt x="0" y="1355"/>
                    <a:pt x="0" y="3087"/>
                  </a:cubicBezTo>
                  <a:lnTo>
                    <a:pt x="0" y="6206"/>
                  </a:lnTo>
                  <a:lnTo>
                    <a:pt x="2773" y="6206"/>
                  </a:lnTo>
                  <a:lnTo>
                    <a:pt x="2773" y="4064"/>
                  </a:lnTo>
                  <a:cubicBezTo>
                    <a:pt x="2363" y="3938"/>
                    <a:pt x="2048" y="3560"/>
                    <a:pt x="2048" y="3087"/>
                  </a:cubicBezTo>
                  <a:cubicBezTo>
                    <a:pt x="2048" y="2489"/>
                    <a:pt x="2521" y="2079"/>
                    <a:pt x="3088" y="2079"/>
                  </a:cubicBezTo>
                  <a:cubicBezTo>
                    <a:pt x="3655" y="2079"/>
                    <a:pt x="4096" y="2552"/>
                    <a:pt x="4096" y="3087"/>
                  </a:cubicBezTo>
                  <a:cubicBezTo>
                    <a:pt x="4096" y="3529"/>
                    <a:pt x="3812" y="3938"/>
                    <a:pt x="3403" y="4064"/>
                  </a:cubicBezTo>
                  <a:lnTo>
                    <a:pt x="3403" y="6206"/>
                  </a:lnTo>
                  <a:lnTo>
                    <a:pt x="6144" y="6206"/>
                  </a:lnTo>
                  <a:lnTo>
                    <a:pt x="6144" y="3087"/>
                  </a:lnTo>
                  <a:cubicBezTo>
                    <a:pt x="6144" y="1355"/>
                    <a:pt x="4726" y="0"/>
                    <a:pt x="3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0" name="Google Shape;1700;p81"/>
          <p:cNvGrpSpPr/>
          <p:nvPr/>
        </p:nvGrpSpPr>
        <p:grpSpPr>
          <a:xfrm>
            <a:off x="5568448" y="2054087"/>
            <a:ext cx="357509" cy="352595"/>
            <a:chOff x="-25834600" y="3915850"/>
            <a:chExt cx="300100" cy="295975"/>
          </a:xfrm>
        </p:grpSpPr>
        <p:sp>
          <p:nvSpPr>
            <p:cNvPr id="1701" name="Google Shape;1701;p81"/>
            <p:cNvSpPr/>
            <p:nvPr/>
          </p:nvSpPr>
          <p:spPr>
            <a:xfrm>
              <a:off x="-25677875" y="3915850"/>
              <a:ext cx="143375" cy="137675"/>
            </a:xfrm>
            <a:custGeom>
              <a:avLst/>
              <a:gdLst/>
              <a:ahLst/>
              <a:cxnLst/>
              <a:rect l="l" t="t" r="r" b="b"/>
              <a:pathLst>
                <a:path w="5735" h="5507" extrusionOk="0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81"/>
            <p:cNvSpPr/>
            <p:nvPr/>
          </p:nvSpPr>
          <p:spPr>
            <a:xfrm>
              <a:off x="-25834600" y="4167700"/>
              <a:ext cx="43350" cy="44125"/>
            </a:xfrm>
            <a:custGeom>
              <a:avLst/>
              <a:gdLst/>
              <a:ahLst/>
              <a:cxnLst/>
              <a:rect l="l" t="t" r="r" b="b"/>
              <a:pathLst>
                <a:path w="1734" h="1765" extrusionOk="0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81"/>
            <p:cNvSpPr/>
            <p:nvPr/>
          </p:nvSpPr>
          <p:spPr>
            <a:xfrm>
              <a:off x="-25800725" y="3972375"/>
              <a:ext cx="206375" cy="207950"/>
            </a:xfrm>
            <a:custGeom>
              <a:avLst/>
              <a:gdLst/>
              <a:ahLst/>
              <a:cxnLst/>
              <a:rect l="l" t="t" r="r" b="b"/>
              <a:pathLst>
                <a:path w="8255" h="8318" extrusionOk="0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4" name="Google Shape;1704;p81"/>
          <p:cNvGrpSpPr/>
          <p:nvPr/>
        </p:nvGrpSpPr>
        <p:grpSpPr>
          <a:xfrm>
            <a:off x="5105193" y="2554206"/>
            <a:ext cx="228968" cy="350987"/>
            <a:chOff x="-23930925" y="3149300"/>
            <a:chExt cx="192200" cy="294625"/>
          </a:xfrm>
        </p:grpSpPr>
        <p:sp>
          <p:nvSpPr>
            <p:cNvPr id="1705" name="Google Shape;1705;p81"/>
            <p:cNvSpPr/>
            <p:nvPr/>
          </p:nvSpPr>
          <p:spPr>
            <a:xfrm>
              <a:off x="-23930125" y="3149300"/>
              <a:ext cx="191400" cy="35475"/>
            </a:xfrm>
            <a:custGeom>
              <a:avLst/>
              <a:gdLst/>
              <a:ahLst/>
              <a:cxnLst/>
              <a:rect l="l" t="t" r="r" b="b"/>
              <a:pathLst>
                <a:path w="7656" h="1419" extrusionOk="0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81"/>
            <p:cNvSpPr/>
            <p:nvPr/>
          </p:nvSpPr>
          <p:spPr>
            <a:xfrm>
              <a:off x="-23878925" y="323752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81"/>
            <p:cNvSpPr/>
            <p:nvPr/>
          </p:nvSpPr>
          <p:spPr>
            <a:xfrm>
              <a:off x="-23930925" y="3375350"/>
              <a:ext cx="190625" cy="68575"/>
            </a:xfrm>
            <a:custGeom>
              <a:avLst/>
              <a:gdLst/>
              <a:ahLst/>
              <a:cxnLst/>
              <a:rect l="l" t="t" r="r" b="b"/>
              <a:pathLst>
                <a:path w="7625" h="2743" extrusionOk="0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81"/>
            <p:cNvSpPr/>
            <p:nvPr/>
          </p:nvSpPr>
          <p:spPr>
            <a:xfrm>
              <a:off x="-23930925" y="3202075"/>
              <a:ext cx="190625" cy="155975"/>
            </a:xfrm>
            <a:custGeom>
              <a:avLst/>
              <a:gdLst/>
              <a:ahLst/>
              <a:cxnLst/>
              <a:rect l="l" t="t" r="r" b="b"/>
              <a:pathLst>
                <a:path w="7625" h="6239" extrusionOk="0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9" name="Google Shape;1709;p81"/>
          <p:cNvGrpSpPr/>
          <p:nvPr/>
        </p:nvGrpSpPr>
        <p:grpSpPr>
          <a:xfrm>
            <a:off x="6192511" y="3668164"/>
            <a:ext cx="315307" cy="351910"/>
            <a:chOff x="-23962425" y="3519475"/>
            <a:chExt cx="264675" cy="295400"/>
          </a:xfrm>
        </p:grpSpPr>
        <p:sp>
          <p:nvSpPr>
            <p:cNvPr id="1710" name="Google Shape;1710;p81"/>
            <p:cNvSpPr/>
            <p:nvPr/>
          </p:nvSpPr>
          <p:spPr>
            <a:xfrm>
              <a:off x="-23961625" y="3580925"/>
              <a:ext cx="263875" cy="233950"/>
            </a:xfrm>
            <a:custGeom>
              <a:avLst/>
              <a:gdLst/>
              <a:ahLst/>
              <a:cxnLst/>
              <a:rect l="l" t="t" r="r" b="b"/>
              <a:pathLst>
                <a:path w="10555" h="9358" extrusionOk="0">
                  <a:moveTo>
                    <a:pt x="1701" y="3119"/>
                  </a:moveTo>
                  <a:cubicBezTo>
                    <a:pt x="1890" y="3119"/>
                    <a:pt x="2048" y="3277"/>
                    <a:pt x="2048" y="3466"/>
                  </a:cubicBezTo>
                  <a:lnTo>
                    <a:pt x="2048" y="4159"/>
                  </a:lnTo>
                  <a:cubicBezTo>
                    <a:pt x="2048" y="4379"/>
                    <a:pt x="2205" y="4537"/>
                    <a:pt x="2394" y="4537"/>
                  </a:cubicBezTo>
                  <a:lnTo>
                    <a:pt x="3119" y="4537"/>
                  </a:lnTo>
                  <a:cubicBezTo>
                    <a:pt x="3308" y="4537"/>
                    <a:pt x="3466" y="4663"/>
                    <a:pt x="3466" y="4883"/>
                  </a:cubicBezTo>
                  <a:cubicBezTo>
                    <a:pt x="3466" y="5072"/>
                    <a:pt x="3308" y="5230"/>
                    <a:pt x="3119" y="5230"/>
                  </a:cubicBezTo>
                  <a:lnTo>
                    <a:pt x="2394" y="5230"/>
                  </a:lnTo>
                  <a:cubicBezTo>
                    <a:pt x="1796" y="5198"/>
                    <a:pt x="1323" y="4726"/>
                    <a:pt x="1323" y="4159"/>
                  </a:cubicBezTo>
                  <a:lnTo>
                    <a:pt x="1323" y="3466"/>
                  </a:lnTo>
                  <a:cubicBezTo>
                    <a:pt x="1323" y="3277"/>
                    <a:pt x="1512" y="3119"/>
                    <a:pt x="1701" y="3119"/>
                  </a:cubicBezTo>
                  <a:close/>
                  <a:moveTo>
                    <a:pt x="3781" y="6585"/>
                  </a:moveTo>
                  <a:lnTo>
                    <a:pt x="3781" y="6931"/>
                  </a:lnTo>
                  <a:cubicBezTo>
                    <a:pt x="3781" y="7120"/>
                    <a:pt x="3623" y="7278"/>
                    <a:pt x="3434" y="7278"/>
                  </a:cubicBezTo>
                  <a:cubicBezTo>
                    <a:pt x="3214" y="7278"/>
                    <a:pt x="3056" y="7120"/>
                    <a:pt x="3056" y="6931"/>
                  </a:cubicBezTo>
                  <a:lnTo>
                    <a:pt x="3056" y="6585"/>
                  </a:lnTo>
                  <a:close/>
                  <a:moveTo>
                    <a:pt x="6900" y="0"/>
                  </a:moveTo>
                  <a:cubicBezTo>
                    <a:pt x="5986" y="0"/>
                    <a:pt x="5293" y="693"/>
                    <a:pt x="5293" y="1607"/>
                  </a:cubicBezTo>
                  <a:cubicBezTo>
                    <a:pt x="5293" y="2363"/>
                    <a:pt x="5765" y="2741"/>
                    <a:pt x="6238" y="3182"/>
                  </a:cubicBezTo>
                  <a:lnTo>
                    <a:pt x="7561" y="4379"/>
                  </a:lnTo>
                  <a:lnTo>
                    <a:pt x="7561" y="7624"/>
                  </a:lnTo>
                  <a:cubicBezTo>
                    <a:pt x="7561" y="8223"/>
                    <a:pt x="7089" y="8664"/>
                    <a:pt x="6553" y="8664"/>
                  </a:cubicBezTo>
                  <a:lnTo>
                    <a:pt x="4820" y="8664"/>
                  </a:lnTo>
                  <a:cubicBezTo>
                    <a:pt x="4348" y="8664"/>
                    <a:pt x="3938" y="8349"/>
                    <a:pt x="3812" y="7876"/>
                  </a:cubicBezTo>
                  <a:cubicBezTo>
                    <a:pt x="4222" y="7719"/>
                    <a:pt x="4505" y="7372"/>
                    <a:pt x="4505" y="6931"/>
                  </a:cubicBezTo>
                  <a:lnTo>
                    <a:pt x="4505" y="6585"/>
                  </a:lnTo>
                  <a:lnTo>
                    <a:pt x="5198" y="6585"/>
                  </a:lnTo>
                  <a:cubicBezTo>
                    <a:pt x="6144" y="6585"/>
                    <a:pt x="6931" y="5797"/>
                    <a:pt x="6931" y="4852"/>
                  </a:cubicBezTo>
                  <a:lnTo>
                    <a:pt x="6931" y="4631"/>
                  </a:lnTo>
                  <a:lnTo>
                    <a:pt x="5829" y="3686"/>
                  </a:lnTo>
                  <a:cubicBezTo>
                    <a:pt x="5671" y="3529"/>
                    <a:pt x="5482" y="3371"/>
                    <a:pt x="5293" y="3182"/>
                  </a:cubicBezTo>
                  <a:cubicBezTo>
                    <a:pt x="4568" y="3151"/>
                    <a:pt x="3875" y="2899"/>
                    <a:pt x="3182" y="2332"/>
                  </a:cubicBezTo>
                  <a:cubicBezTo>
                    <a:pt x="2720" y="1911"/>
                    <a:pt x="1880" y="1701"/>
                    <a:pt x="1091" y="1701"/>
                  </a:cubicBezTo>
                  <a:cubicBezTo>
                    <a:pt x="697" y="1701"/>
                    <a:pt x="315" y="1754"/>
                    <a:pt x="0" y="1859"/>
                  </a:cubicBezTo>
                  <a:lnTo>
                    <a:pt x="0" y="4883"/>
                  </a:lnTo>
                  <a:cubicBezTo>
                    <a:pt x="0" y="5829"/>
                    <a:pt x="788" y="6616"/>
                    <a:pt x="1733" y="6616"/>
                  </a:cubicBezTo>
                  <a:lnTo>
                    <a:pt x="2457" y="6616"/>
                  </a:lnTo>
                  <a:lnTo>
                    <a:pt x="2457" y="6963"/>
                  </a:lnTo>
                  <a:cubicBezTo>
                    <a:pt x="2394" y="7404"/>
                    <a:pt x="2678" y="7782"/>
                    <a:pt x="3119" y="7908"/>
                  </a:cubicBezTo>
                  <a:cubicBezTo>
                    <a:pt x="3277" y="8727"/>
                    <a:pt x="3970" y="9357"/>
                    <a:pt x="4820" y="9357"/>
                  </a:cubicBezTo>
                  <a:lnTo>
                    <a:pt x="6553" y="9357"/>
                  </a:lnTo>
                  <a:cubicBezTo>
                    <a:pt x="7498" y="9357"/>
                    <a:pt x="8286" y="8569"/>
                    <a:pt x="8286" y="7624"/>
                  </a:cubicBezTo>
                  <a:lnTo>
                    <a:pt x="8286" y="4379"/>
                  </a:lnTo>
                  <a:cubicBezTo>
                    <a:pt x="9294" y="3497"/>
                    <a:pt x="9546" y="3277"/>
                    <a:pt x="9546" y="3277"/>
                  </a:cubicBezTo>
                  <a:cubicBezTo>
                    <a:pt x="9987" y="2867"/>
                    <a:pt x="10554" y="2395"/>
                    <a:pt x="10554" y="1607"/>
                  </a:cubicBezTo>
                  <a:cubicBezTo>
                    <a:pt x="10554" y="693"/>
                    <a:pt x="9830" y="0"/>
                    <a:pt x="8948" y="0"/>
                  </a:cubicBezTo>
                  <a:cubicBezTo>
                    <a:pt x="8538" y="0"/>
                    <a:pt x="8191" y="126"/>
                    <a:pt x="7908" y="347"/>
                  </a:cubicBezTo>
                  <a:cubicBezTo>
                    <a:pt x="7656" y="95"/>
                    <a:pt x="7278" y="0"/>
                    <a:pt x="69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81"/>
            <p:cNvSpPr/>
            <p:nvPr/>
          </p:nvSpPr>
          <p:spPr>
            <a:xfrm>
              <a:off x="-23962425" y="3519475"/>
              <a:ext cx="158350" cy="122125"/>
            </a:xfrm>
            <a:custGeom>
              <a:avLst/>
              <a:gdLst/>
              <a:ahLst/>
              <a:cxnLst/>
              <a:rect l="l" t="t" r="r" b="b"/>
              <a:pathLst>
                <a:path w="6334" h="4885" extrusionOk="0">
                  <a:moveTo>
                    <a:pt x="3844" y="631"/>
                  </a:moveTo>
                  <a:cubicBezTo>
                    <a:pt x="4065" y="631"/>
                    <a:pt x="4222" y="788"/>
                    <a:pt x="4222" y="1009"/>
                  </a:cubicBezTo>
                  <a:lnTo>
                    <a:pt x="4222" y="1387"/>
                  </a:lnTo>
                  <a:lnTo>
                    <a:pt x="2773" y="1387"/>
                  </a:lnTo>
                  <a:lnTo>
                    <a:pt x="2773" y="1009"/>
                  </a:lnTo>
                  <a:cubicBezTo>
                    <a:pt x="2773" y="788"/>
                    <a:pt x="2931" y="631"/>
                    <a:pt x="3151" y="631"/>
                  </a:cubicBezTo>
                  <a:close/>
                  <a:moveTo>
                    <a:pt x="3088" y="1"/>
                  </a:moveTo>
                  <a:cubicBezTo>
                    <a:pt x="2521" y="1"/>
                    <a:pt x="2080" y="473"/>
                    <a:pt x="2080" y="1040"/>
                  </a:cubicBezTo>
                  <a:lnTo>
                    <a:pt x="2080" y="1419"/>
                  </a:lnTo>
                  <a:lnTo>
                    <a:pt x="1733" y="1419"/>
                  </a:lnTo>
                  <a:cubicBezTo>
                    <a:pt x="788" y="1419"/>
                    <a:pt x="1" y="2206"/>
                    <a:pt x="1" y="3151"/>
                  </a:cubicBezTo>
                  <a:lnTo>
                    <a:pt x="1" y="3592"/>
                  </a:lnTo>
                  <a:cubicBezTo>
                    <a:pt x="332" y="3503"/>
                    <a:pt x="705" y="3459"/>
                    <a:pt x="1087" y="3459"/>
                  </a:cubicBezTo>
                  <a:cubicBezTo>
                    <a:pt x="2048" y="3459"/>
                    <a:pt x="3069" y="3736"/>
                    <a:pt x="3655" y="4254"/>
                  </a:cubicBezTo>
                  <a:cubicBezTo>
                    <a:pt x="4002" y="4569"/>
                    <a:pt x="4411" y="4758"/>
                    <a:pt x="4789" y="4884"/>
                  </a:cubicBezTo>
                  <a:cubicBezTo>
                    <a:pt x="4726" y="4664"/>
                    <a:pt x="4632" y="4380"/>
                    <a:pt x="4632" y="4096"/>
                  </a:cubicBezTo>
                  <a:cubicBezTo>
                    <a:pt x="4632" y="2994"/>
                    <a:pt x="5356" y="2112"/>
                    <a:pt x="6333" y="1860"/>
                  </a:cubicBezTo>
                  <a:cubicBezTo>
                    <a:pt x="6018" y="1576"/>
                    <a:pt x="5608" y="1419"/>
                    <a:pt x="5199" y="1419"/>
                  </a:cubicBezTo>
                  <a:lnTo>
                    <a:pt x="4821" y="1419"/>
                  </a:lnTo>
                  <a:lnTo>
                    <a:pt x="4821" y="1040"/>
                  </a:lnTo>
                  <a:cubicBezTo>
                    <a:pt x="4821" y="442"/>
                    <a:pt x="4348" y="1"/>
                    <a:pt x="38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2" name="Google Shape;1712;p81"/>
          <p:cNvSpPr/>
          <p:nvPr/>
        </p:nvSpPr>
        <p:spPr>
          <a:xfrm>
            <a:off x="7200117" y="4198815"/>
            <a:ext cx="375349" cy="344435"/>
          </a:xfrm>
          <a:custGeom>
            <a:avLst/>
            <a:gdLst/>
            <a:ahLst/>
            <a:cxnLst/>
            <a:rect l="l" t="t" r="r" b="b"/>
            <a:pathLst>
              <a:path w="12603" h="11565" extrusionOk="0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3" name="Google Shape;1713;p81"/>
          <p:cNvGrpSpPr/>
          <p:nvPr/>
        </p:nvGrpSpPr>
        <p:grpSpPr>
          <a:xfrm>
            <a:off x="7268166" y="1500563"/>
            <a:ext cx="239302" cy="351880"/>
            <a:chOff x="-22788075" y="3904625"/>
            <a:chExt cx="200875" cy="295375"/>
          </a:xfrm>
        </p:grpSpPr>
        <p:sp>
          <p:nvSpPr>
            <p:cNvPr id="1714" name="Google Shape;1714;p81"/>
            <p:cNvSpPr/>
            <p:nvPr/>
          </p:nvSpPr>
          <p:spPr>
            <a:xfrm>
              <a:off x="-22775475" y="4165325"/>
              <a:ext cx="65400" cy="34675"/>
            </a:xfrm>
            <a:custGeom>
              <a:avLst/>
              <a:gdLst/>
              <a:ahLst/>
              <a:cxnLst/>
              <a:rect l="l" t="t" r="r" b="b"/>
              <a:pathLst>
                <a:path w="2616" h="1387" extrusionOk="0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85" y="1387"/>
                    <a:pt x="2615" y="851"/>
                    <a:pt x="2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81"/>
            <p:cNvSpPr/>
            <p:nvPr/>
          </p:nvSpPr>
          <p:spPr>
            <a:xfrm>
              <a:off x="-22669150" y="3904725"/>
              <a:ext cx="81950" cy="244100"/>
            </a:xfrm>
            <a:custGeom>
              <a:avLst/>
              <a:gdLst/>
              <a:ahLst/>
              <a:cxnLst/>
              <a:rect l="l" t="t" r="r" b="b"/>
              <a:pathLst>
                <a:path w="3278" h="9764" extrusionOk="0">
                  <a:moveTo>
                    <a:pt x="1198" y="5541"/>
                  </a:moveTo>
                  <a:cubicBezTo>
                    <a:pt x="1387" y="5604"/>
                    <a:pt x="1544" y="5699"/>
                    <a:pt x="1544" y="5888"/>
                  </a:cubicBezTo>
                  <a:lnTo>
                    <a:pt x="1576" y="6266"/>
                  </a:lnTo>
                  <a:lnTo>
                    <a:pt x="788" y="6266"/>
                  </a:lnTo>
                  <a:lnTo>
                    <a:pt x="788" y="5888"/>
                  </a:lnTo>
                  <a:cubicBezTo>
                    <a:pt x="788" y="5699"/>
                    <a:pt x="946" y="5541"/>
                    <a:pt x="1198" y="5541"/>
                  </a:cubicBezTo>
                  <a:close/>
                  <a:moveTo>
                    <a:pt x="2885" y="0"/>
                  </a:moveTo>
                  <a:cubicBezTo>
                    <a:pt x="2798" y="0"/>
                    <a:pt x="2714" y="40"/>
                    <a:pt x="2647" y="123"/>
                  </a:cubicBezTo>
                  <a:lnTo>
                    <a:pt x="914" y="2202"/>
                  </a:lnTo>
                  <a:cubicBezTo>
                    <a:pt x="883" y="2296"/>
                    <a:pt x="820" y="2360"/>
                    <a:pt x="820" y="2454"/>
                  </a:cubicBezTo>
                  <a:lnTo>
                    <a:pt x="820" y="4974"/>
                  </a:lnTo>
                  <a:cubicBezTo>
                    <a:pt x="442" y="5069"/>
                    <a:pt x="127" y="5478"/>
                    <a:pt x="127" y="5920"/>
                  </a:cubicBezTo>
                  <a:lnTo>
                    <a:pt x="1" y="9763"/>
                  </a:lnTo>
                  <a:lnTo>
                    <a:pt x="2458" y="9763"/>
                  </a:lnTo>
                  <a:lnTo>
                    <a:pt x="2238" y="5857"/>
                  </a:lnTo>
                  <a:cubicBezTo>
                    <a:pt x="2206" y="5447"/>
                    <a:pt x="1923" y="5069"/>
                    <a:pt x="1513" y="4974"/>
                  </a:cubicBezTo>
                  <a:lnTo>
                    <a:pt x="1513" y="2549"/>
                  </a:lnTo>
                  <a:lnTo>
                    <a:pt x="3151" y="595"/>
                  </a:lnTo>
                  <a:cubicBezTo>
                    <a:pt x="3277" y="375"/>
                    <a:pt x="3277" y="186"/>
                    <a:pt x="3120" y="91"/>
                  </a:cubicBezTo>
                  <a:cubicBezTo>
                    <a:pt x="3045" y="32"/>
                    <a:pt x="2964" y="0"/>
                    <a:pt x="28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81"/>
            <p:cNvSpPr/>
            <p:nvPr/>
          </p:nvSpPr>
          <p:spPr>
            <a:xfrm>
              <a:off x="-22788075" y="3904625"/>
              <a:ext cx="87450" cy="244200"/>
            </a:xfrm>
            <a:custGeom>
              <a:avLst/>
              <a:gdLst/>
              <a:ahLst/>
              <a:cxnLst/>
              <a:rect l="l" t="t" r="r" b="b"/>
              <a:pathLst>
                <a:path w="3498" h="9768" extrusionOk="0">
                  <a:moveTo>
                    <a:pt x="1733" y="1355"/>
                  </a:moveTo>
                  <a:cubicBezTo>
                    <a:pt x="1922" y="1355"/>
                    <a:pt x="2080" y="1513"/>
                    <a:pt x="2080" y="1702"/>
                  </a:cubicBezTo>
                  <a:cubicBezTo>
                    <a:pt x="2080" y="1922"/>
                    <a:pt x="1922" y="2048"/>
                    <a:pt x="1733" y="2048"/>
                  </a:cubicBezTo>
                  <a:cubicBezTo>
                    <a:pt x="1544" y="2048"/>
                    <a:pt x="1387" y="1891"/>
                    <a:pt x="1387" y="1702"/>
                  </a:cubicBezTo>
                  <a:cubicBezTo>
                    <a:pt x="1387" y="1513"/>
                    <a:pt x="1544" y="1355"/>
                    <a:pt x="1733" y="1355"/>
                  </a:cubicBezTo>
                  <a:close/>
                  <a:moveTo>
                    <a:pt x="1765" y="5545"/>
                  </a:moveTo>
                  <a:cubicBezTo>
                    <a:pt x="1954" y="5608"/>
                    <a:pt x="2111" y="5703"/>
                    <a:pt x="2111" y="5892"/>
                  </a:cubicBezTo>
                  <a:lnTo>
                    <a:pt x="2174" y="6270"/>
                  </a:lnTo>
                  <a:lnTo>
                    <a:pt x="1387" y="6270"/>
                  </a:lnTo>
                  <a:lnTo>
                    <a:pt x="1387" y="5892"/>
                  </a:lnTo>
                  <a:cubicBezTo>
                    <a:pt x="1387" y="5703"/>
                    <a:pt x="1544" y="5545"/>
                    <a:pt x="1765" y="5545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553"/>
                    <a:pt x="599" y="3277"/>
                    <a:pt x="1387" y="3435"/>
                  </a:cubicBezTo>
                  <a:lnTo>
                    <a:pt x="1387" y="4947"/>
                  </a:lnTo>
                  <a:cubicBezTo>
                    <a:pt x="977" y="5073"/>
                    <a:pt x="662" y="5482"/>
                    <a:pt x="662" y="5892"/>
                  </a:cubicBezTo>
                  <a:lnTo>
                    <a:pt x="536" y="9767"/>
                  </a:lnTo>
                  <a:lnTo>
                    <a:pt x="2993" y="9767"/>
                  </a:lnTo>
                  <a:lnTo>
                    <a:pt x="2804" y="5861"/>
                  </a:lnTo>
                  <a:cubicBezTo>
                    <a:pt x="2741" y="5419"/>
                    <a:pt x="2489" y="5073"/>
                    <a:pt x="2048" y="4947"/>
                  </a:cubicBezTo>
                  <a:lnTo>
                    <a:pt x="2048" y="3435"/>
                  </a:lnTo>
                  <a:cubicBezTo>
                    <a:pt x="2836" y="3277"/>
                    <a:pt x="3435" y="2553"/>
                    <a:pt x="3435" y="1733"/>
                  </a:cubicBezTo>
                  <a:cubicBezTo>
                    <a:pt x="3498" y="757"/>
                    <a:pt x="2710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81"/>
            <p:cNvSpPr/>
            <p:nvPr/>
          </p:nvSpPr>
          <p:spPr>
            <a:xfrm>
              <a:off x="-22670725" y="4165325"/>
              <a:ext cx="64625" cy="34675"/>
            </a:xfrm>
            <a:custGeom>
              <a:avLst/>
              <a:gdLst/>
              <a:ahLst/>
              <a:cxnLst/>
              <a:rect l="l" t="t" r="r" b="b"/>
              <a:pathLst>
                <a:path w="2585" h="1387" extrusionOk="0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54" y="1387"/>
                    <a:pt x="2584" y="851"/>
                    <a:pt x="25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8" name="Google Shape;1718;p81"/>
          <p:cNvGrpSpPr/>
          <p:nvPr/>
        </p:nvGrpSpPr>
        <p:grpSpPr>
          <a:xfrm>
            <a:off x="6172765" y="2553286"/>
            <a:ext cx="354710" cy="352803"/>
            <a:chOff x="-27351575" y="3175300"/>
            <a:chExt cx="297750" cy="296150"/>
          </a:xfrm>
        </p:grpSpPr>
        <p:sp>
          <p:nvSpPr>
            <p:cNvPr id="1719" name="Google Shape;1719;p81"/>
            <p:cNvSpPr/>
            <p:nvPr/>
          </p:nvSpPr>
          <p:spPr>
            <a:xfrm>
              <a:off x="-27351575" y="3175300"/>
              <a:ext cx="296975" cy="157550"/>
            </a:xfrm>
            <a:custGeom>
              <a:avLst/>
              <a:gdLst/>
              <a:ahLst/>
              <a:cxnLst/>
              <a:rect l="l" t="t" r="r" b="b"/>
              <a:pathLst>
                <a:path w="11879" h="6302" extrusionOk="0">
                  <a:moveTo>
                    <a:pt x="7688" y="2080"/>
                  </a:moveTo>
                  <a:lnTo>
                    <a:pt x="7688" y="2836"/>
                  </a:lnTo>
                  <a:lnTo>
                    <a:pt x="4191" y="2836"/>
                  </a:lnTo>
                  <a:lnTo>
                    <a:pt x="4191" y="2080"/>
                  </a:lnTo>
                  <a:close/>
                  <a:moveTo>
                    <a:pt x="10177" y="3497"/>
                  </a:moveTo>
                  <a:cubicBezTo>
                    <a:pt x="10586" y="3497"/>
                    <a:pt x="10996" y="3781"/>
                    <a:pt x="11154" y="4222"/>
                  </a:cubicBezTo>
                  <a:lnTo>
                    <a:pt x="820" y="4222"/>
                  </a:lnTo>
                  <a:cubicBezTo>
                    <a:pt x="914" y="3812"/>
                    <a:pt x="1292" y="3497"/>
                    <a:pt x="1765" y="3497"/>
                  </a:cubicBezTo>
                  <a:close/>
                  <a:moveTo>
                    <a:pt x="3844" y="0"/>
                  </a:moveTo>
                  <a:cubicBezTo>
                    <a:pt x="2899" y="0"/>
                    <a:pt x="2112" y="788"/>
                    <a:pt x="2112" y="1733"/>
                  </a:cubicBezTo>
                  <a:lnTo>
                    <a:pt x="2112" y="2836"/>
                  </a:lnTo>
                  <a:lnTo>
                    <a:pt x="1734" y="2836"/>
                  </a:lnTo>
                  <a:cubicBezTo>
                    <a:pt x="788" y="2836"/>
                    <a:pt x="1" y="3623"/>
                    <a:pt x="1" y="4568"/>
                  </a:cubicBezTo>
                  <a:lnTo>
                    <a:pt x="1" y="6301"/>
                  </a:lnTo>
                  <a:lnTo>
                    <a:pt x="1387" y="6301"/>
                  </a:lnTo>
                  <a:lnTo>
                    <a:pt x="1387" y="5955"/>
                  </a:lnTo>
                  <a:lnTo>
                    <a:pt x="1418" y="5955"/>
                  </a:lnTo>
                  <a:cubicBezTo>
                    <a:pt x="1418" y="5734"/>
                    <a:pt x="1576" y="5577"/>
                    <a:pt x="1765" y="5577"/>
                  </a:cubicBezTo>
                  <a:lnTo>
                    <a:pt x="3151" y="5577"/>
                  </a:lnTo>
                  <a:cubicBezTo>
                    <a:pt x="3340" y="5577"/>
                    <a:pt x="3529" y="5734"/>
                    <a:pt x="3529" y="5955"/>
                  </a:cubicBezTo>
                  <a:lnTo>
                    <a:pt x="3529" y="6301"/>
                  </a:lnTo>
                  <a:lnTo>
                    <a:pt x="8413" y="6301"/>
                  </a:lnTo>
                  <a:lnTo>
                    <a:pt x="8413" y="5955"/>
                  </a:lnTo>
                  <a:cubicBezTo>
                    <a:pt x="8413" y="5734"/>
                    <a:pt x="8570" y="5577"/>
                    <a:pt x="8759" y="5577"/>
                  </a:cubicBezTo>
                  <a:lnTo>
                    <a:pt x="10145" y="5577"/>
                  </a:lnTo>
                  <a:cubicBezTo>
                    <a:pt x="10334" y="5577"/>
                    <a:pt x="10492" y="5734"/>
                    <a:pt x="10492" y="5955"/>
                  </a:cubicBezTo>
                  <a:lnTo>
                    <a:pt x="10492" y="6301"/>
                  </a:lnTo>
                  <a:lnTo>
                    <a:pt x="11878" y="6301"/>
                  </a:lnTo>
                  <a:lnTo>
                    <a:pt x="11878" y="4568"/>
                  </a:lnTo>
                  <a:cubicBezTo>
                    <a:pt x="11878" y="3623"/>
                    <a:pt x="1109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80" y="0"/>
                    <a:pt x="8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81"/>
            <p:cNvSpPr/>
            <p:nvPr/>
          </p:nvSpPr>
          <p:spPr>
            <a:xfrm>
              <a:off x="-27123950" y="3332825"/>
              <a:ext cx="17350" cy="52000"/>
            </a:xfrm>
            <a:custGeom>
              <a:avLst/>
              <a:gdLst/>
              <a:ahLst/>
              <a:cxnLst/>
              <a:rect l="l" t="t" r="r" b="b"/>
              <a:pathLst>
                <a:path w="694" h="2080" extrusionOk="0">
                  <a:moveTo>
                    <a:pt x="1" y="0"/>
                  </a:move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36" y="2079"/>
                    <a:pt x="694" y="1922"/>
                    <a:pt x="694" y="1733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81"/>
            <p:cNvSpPr/>
            <p:nvPr/>
          </p:nvSpPr>
          <p:spPr>
            <a:xfrm>
              <a:off x="-27350775" y="3350150"/>
              <a:ext cx="296950" cy="121300"/>
            </a:xfrm>
            <a:custGeom>
              <a:avLst/>
              <a:gdLst/>
              <a:ahLst/>
              <a:cxnLst/>
              <a:rect l="l" t="t" r="r" b="b"/>
              <a:pathLst>
                <a:path w="11878" h="4852" extrusionOk="0">
                  <a:moveTo>
                    <a:pt x="5923" y="693"/>
                  </a:moveTo>
                  <a:cubicBezTo>
                    <a:pt x="6112" y="693"/>
                    <a:pt x="6270" y="851"/>
                    <a:pt x="6270" y="1040"/>
                  </a:cubicBezTo>
                  <a:lnTo>
                    <a:pt x="6270" y="1733"/>
                  </a:lnTo>
                  <a:lnTo>
                    <a:pt x="6994" y="1733"/>
                  </a:lnTo>
                  <a:cubicBezTo>
                    <a:pt x="7183" y="1733"/>
                    <a:pt x="7341" y="1891"/>
                    <a:pt x="7341" y="2080"/>
                  </a:cubicBezTo>
                  <a:cubicBezTo>
                    <a:pt x="7341" y="2300"/>
                    <a:pt x="7183" y="2458"/>
                    <a:pt x="6994" y="2458"/>
                  </a:cubicBezTo>
                  <a:lnTo>
                    <a:pt x="6270" y="2458"/>
                  </a:lnTo>
                  <a:lnTo>
                    <a:pt x="6270" y="3151"/>
                  </a:lnTo>
                  <a:cubicBezTo>
                    <a:pt x="6270" y="3340"/>
                    <a:pt x="6112" y="3497"/>
                    <a:pt x="5923" y="3497"/>
                  </a:cubicBezTo>
                  <a:cubicBezTo>
                    <a:pt x="5734" y="3497"/>
                    <a:pt x="5577" y="3340"/>
                    <a:pt x="5577" y="3151"/>
                  </a:cubicBezTo>
                  <a:lnTo>
                    <a:pt x="5577" y="2458"/>
                  </a:lnTo>
                  <a:lnTo>
                    <a:pt x="4852" y="2458"/>
                  </a:lnTo>
                  <a:cubicBezTo>
                    <a:pt x="4663" y="2458"/>
                    <a:pt x="4505" y="2300"/>
                    <a:pt x="4505" y="2080"/>
                  </a:cubicBezTo>
                  <a:cubicBezTo>
                    <a:pt x="4537" y="1891"/>
                    <a:pt x="4695" y="1733"/>
                    <a:pt x="4852" y="1733"/>
                  </a:cubicBezTo>
                  <a:lnTo>
                    <a:pt x="5577" y="1733"/>
                  </a:lnTo>
                  <a:lnTo>
                    <a:pt x="5577" y="1040"/>
                  </a:lnTo>
                  <a:cubicBezTo>
                    <a:pt x="5577" y="851"/>
                    <a:pt x="5734" y="693"/>
                    <a:pt x="5923" y="693"/>
                  </a:cubicBezTo>
                  <a:close/>
                  <a:moveTo>
                    <a:pt x="126" y="0"/>
                  </a:moveTo>
                  <a:lnTo>
                    <a:pt x="126" y="3119"/>
                  </a:lnTo>
                  <a:cubicBezTo>
                    <a:pt x="0" y="4064"/>
                    <a:pt x="756" y="4852"/>
                    <a:pt x="1733" y="4852"/>
                  </a:cubicBezTo>
                  <a:lnTo>
                    <a:pt x="10145" y="4852"/>
                  </a:lnTo>
                  <a:cubicBezTo>
                    <a:pt x="11090" y="4852"/>
                    <a:pt x="11878" y="4064"/>
                    <a:pt x="11878" y="3119"/>
                  </a:cubicBezTo>
                  <a:lnTo>
                    <a:pt x="11878" y="0"/>
                  </a:lnTo>
                  <a:lnTo>
                    <a:pt x="10491" y="0"/>
                  </a:lnTo>
                  <a:lnTo>
                    <a:pt x="10491" y="1040"/>
                  </a:lnTo>
                  <a:cubicBezTo>
                    <a:pt x="10491" y="1639"/>
                    <a:pt x="10019" y="2048"/>
                    <a:pt x="9452" y="2048"/>
                  </a:cubicBezTo>
                  <a:cubicBezTo>
                    <a:pt x="8885" y="2048"/>
                    <a:pt x="8444" y="1576"/>
                    <a:pt x="8444" y="1040"/>
                  </a:cubicBezTo>
                  <a:lnTo>
                    <a:pt x="8444" y="0"/>
                  </a:lnTo>
                  <a:lnTo>
                    <a:pt x="3560" y="0"/>
                  </a:lnTo>
                  <a:lnTo>
                    <a:pt x="3560" y="1040"/>
                  </a:lnTo>
                  <a:cubicBezTo>
                    <a:pt x="3560" y="1639"/>
                    <a:pt x="3088" y="2048"/>
                    <a:pt x="2521" y="2048"/>
                  </a:cubicBezTo>
                  <a:cubicBezTo>
                    <a:pt x="1954" y="2048"/>
                    <a:pt x="1513" y="1576"/>
                    <a:pt x="1513" y="1040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81"/>
            <p:cNvSpPr/>
            <p:nvPr/>
          </p:nvSpPr>
          <p:spPr>
            <a:xfrm>
              <a:off x="-27299575" y="3332825"/>
              <a:ext cx="18125" cy="52000"/>
            </a:xfrm>
            <a:custGeom>
              <a:avLst/>
              <a:gdLst/>
              <a:ahLst/>
              <a:cxnLst/>
              <a:rect l="l" t="t" r="r" b="b"/>
              <a:pathLst>
                <a:path w="725" h="2080" extrusionOk="0">
                  <a:moveTo>
                    <a:pt x="0" y="0"/>
                  </a:moveTo>
                  <a:lnTo>
                    <a:pt x="0" y="1733"/>
                  </a:lnTo>
                  <a:cubicBezTo>
                    <a:pt x="0" y="1922"/>
                    <a:pt x="158" y="2079"/>
                    <a:pt x="378" y="2079"/>
                  </a:cubicBezTo>
                  <a:cubicBezTo>
                    <a:pt x="567" y="2079"/>
                    <a:pt x="725" y="1922"/>
                    <a:pt x="725" y="1733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3" name="Google Shape;1723;p81"/>
          <p:cNvGrpSpPr/>
          <p:nvPr/>
        </p:nvGrpSpPr>
        <p:grpSpPr>
          <a:xfrm>
            <a:off x="8332128" y="2553179"/>
            <a:ext cx="319060" cy="353042"/>
            <a:chOff x="-25445525" y="3175900"/>
            <a:chExt cx="267825" cy="296350"/>
          </a:xfrm>
        </p:grpSpPr>
        <p:sp>
          <p:nvSpPr>
            <p:cNvPr id="1724" name="Google Shape;1724;p81"/>
            <p:cNvSpPr/>
            <p:nvPr/>
          </p:nvSpPr>
          <p:spPr>
            <a:xfrm>
              <a:off x="-25445525" y="3367475"/>
              <a:ext cx="123675" cy="104775"/>
            </a:xfrm>
            <a:custGeom>
              <a:avLst/>
              <a:gdLst/>
              <a:ahLst/>
              <a:cxnLst/>
              <a:rect l="l" t="t" r="r" b="b"/>
              <a:pathLst>
                <a:path w="4947" h="4191" extrusionOk="0">
                  <a:moveTo>
                    <a:pt x="3088" y="0"/>
                  </a:moveTo>
                  <a:cubicBezTo>
                    <a:pt x="2364" y="883"/>
                    <a:pt x="1387" y="2080"/>
                    <a:pt x="127" y="3655"/>
                  </a:cubicBezTo>
                  <a:cubicBezTo>
                    <a:pt x="1" y="3718"/>
                    <a:pt x="1" y="3875"/>
                    <a:pt x="32" y="4001"/>
                  </a:cubicBezTo>
                  <a:cubicBezTo>
                    <a:pt x="95" y="4127"/>
                    <a:pt x="253" y="4191"/>
                    <a:pt x="379" y="4191"/>
                  </a:cubicBezTo>
                  <a:lnTo>
                    <a:pt x="3246" y="4191"/>
                  </a:lnTo>
                  <a:cubicBezTo>
                    <a:pt x="3372" y="4191"/>
                    <a:pt x="3435" y="4159"/>
                    <a:pt x="3529" y="4096"/>
                  </a:cubicBezTo>
                  <a:lnTo>
                    <a:pt x="4947" y="2363"/>
                  </a:lnTo>
                  <a:lnTo>
                    <a:pt x="3466" y="536"/>
                  </a:lnTo>
                  <a:lnTo>
                    <a:pt x="3120" y="63"/>
                  </a:lnTo>
                  <a:cubicBezTo>
                    <a:pt x="3120" y="32"/>
                    <a:pt x="3088" y="32"/>
                    <a:pt x="3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81"/>
            <p:cNvSpPr/>
            <p:nvPr/>
          </p:nvSpPr>
          <p:spPr>
            <a:xfrm>
              <a:off x="-25398250" y="3175900"/>
              <a:ext cx="220550" cy="296350"/>
            </a:xfrm>
            <a:custGeom>
              <a:avLst/>
              <a:gdLst/>
              <a:ahLst/>
              <a:cxnLst/>
              <a:rect l="l" t="t" r="r" b="b"/>
              <a:pathLst>
                <a:path w="8822" h="11854" extrusionOk="0">
                  <a:moveTo>
                    <a:pt x="3491" y="1"/>
                  </a:moveTo>
                  <a:cubicBezTo>
                    <a:pt x="3420" y="1"/>
                    <a:pt x="3348" y="3"/>
                    <a:pt x="3277" y="8"/>
                  </a:cubicBezTo>
                  <a:cubicBezTo>
                    <a:pt x="1481" y="134"/>
                    <a:pt x="0" y="1709"/>
                    <a:pt x="0" y="3568"/>
                  </a:cubicBezTo>
                  <a:cubicBezTo>
                    <a:pt x="0" y="4733"/>
                    <a:pt x="945" y="6246"/>
                    <a:pt x="1764" y="7285"/>
                  </a:cubicBezTo>
                  <a:lnTo>
                    <a:pt x="2142" y="7758"/>
                  </a:lnTo>
                  <a:lnTo>
                    <a:pt x="5324" y="11759"/>
                  </a:lnTo>
                  <a:cubicBezTo>
                    <a:pt x="5387" y="11822"/>
                    <a:pt x="5482" y="11854"/>
                    <a:pt x="5608" y="11854"/>
                  </a:cubicBezTo>
                  <a:lnTo>
                    <a:pt x="8475" y="11854"/>
                  </a:lnTo>
                  <a:cubicBezTo>
                    <a:pt x="8601" y="11854"/>
                    <a:pt x="8695" y="11790"/>
                    <a:pt x="8790" y="11664"/>
                  </a:cubicBezTo>
                  <a:cubicBezTo>
                    <a:pt x="8821" y="11538"/>
                    <a:pt x="8821" y="11381"/>
                    <a:pt x="8758" y="11318"/>
                  </a:cubicBezTo>
                  <a:cubicBezTo>
                    <a:pt x="7939" y="10278"/>
                    <a:pt x="7183" y="9302"/>
                    <a:pt x="6459" y="8482"/>
                  </a:cubicBezTo>
                  <a:cubicBezTo>
                    <a:pt x="6144" y="8073"/>
                    <a:pt x="5828" y="7695"/>
                    <a:pt x="5513" y="7348"/>
                  </a:cubicBezTo>
                  <a:cubicBezTo>
                    <a:pt x="5387" y="7191"/>
                    <a:pt x="5293" y="7065"/>
                    <a:pt x="5167" y="6907"/>
                  </a:cubicBezTo>
                  <a:cubicBezTo>
                    <a:pt x="4600" y="6246"/>
                    <a:pt x="4127" y="5647"/>
                    <a:pt x="3749" y="5080"/>
                  </a:cubicBezTo>
                  <a:cubicBezTo>
                    <a:pt x="3088" y="4198"/>
                    <a:pt x="2646" y="3568"/>
                    <a:pt x="2363" y="3032"/>
                  </a:cubicBezTo>
                  <a:cubicBezTo>
                    <a:pt x="2174" y="2686"/>
                    <a:pt x="2079" y="2371"/>
                    <a:pt x="2079" y="2182"/>
                  </a:cubicBezTo>
                  <a:cubicBezTo>
                    <a:pt x="2079" y="1425"/>
                    <a:pt x="2678" y="764"/>
                    <a:pt x="3466" y="764"/>
                  </a:cubicBezTo>
                  <a:cubicBezTo>
                    <a:pt x="4253" y="764"/>
                    <a:pt x="4852" y="1425"/>
                    <a:pt x="4852" y="2182"/>
                  </a:cubicBezTo>
                  <a:cubicBezTo>
                    <a:pt x="4852" y="2308"/>
                    <a:pt x="4820" y="2528"/>
                    <a:pt x="4568" y="3001"/>
                  </a:cubicBezTo>
                  <a:cubicBezTo>
                    <a:pt x="4379" y="3347"/>
                    <a:pt x="4159" y="3757"/>
                    <a:pt x="3907" y="4103"/>
                  </a:cubicBezTo>
                  <a:cubicBezTo>
                    <a:pt x="4064" y="4292"/>
                    <a:pt x="4190" y="4513"/>
                    <a:pt x="4316" y="4670"/>
                  </a:cubicBezTo>
                  <a:cubicBezTo>
                    <a:pt x="4694" y="5206"/>
                    <a:pt x="5167" y="5805"/>
                    <a:pt x="5734" y="6435"/>
                  </a:cubicBezTo>
                  <a:lnTo>
                    <a:pt x="5765" y="6466"/>
                  </a:lnTo>
                  <a:cubicBezTo>
                    <a:pt x="6396" y="5521"/>
                    <a:pt x="6931" y="4418"/>
                    <a:pt x="6931" y="3505"/>
                  </a:cubicBezTo>
                  <a:cubicBezTo>
                    <a:pt x="6931" y="1621"/>
                    <a:pt x="5408" y="1"/>
                    <a:pt x="3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81"/>
            <p:cNvSpPr/>
            <p:nvPr/>
          </p:nvSpPr>
          <p:spPr>
            <a:xfrm>
              <a:off x="-25328950" y="3211525"/>
              <a:ext cx="35475" cy="36250"/>
            </a:xfrm>
            <a:custGeom>
              <a:avLst/>
              <a:gdLst/>
              <a:ahLst/>
              <a:cxnLst/>
              <a:rect l="l" t="t" r="r" b="b"/>
              <a:pathLst>
                <a:path w="1419" h="1450" extrusionOk="0">
                  <a:moveTo>
                    <a:pt x="694" y="0"/>
                  </a:moveTo>
                  <a:cubicBezTo>
                    <a:pt x="316" y="0"/>
                    <a:pt x="0" y="347"/>
                    <a:pt x="0" y="757"/>
                  </a:cubicBezTo>
                  <a:cubicBezTo>
                    <a:pt x="0" y="757"/>
                    <a:pt x="0" y="914"/>
                    <a:pt x="190" y="1292"/>
                  </a:cubicBezTo>
                  <a:cubicBezTo>
                    <a:pt x="221" y="1355"/>
                    <a:pt x="221" y="1418"/>
                    <a:pt x="253" y="1450"/>
                  </a:cubicBezTo>
                  <a:cubicBezTo>
                    <a:pt x="379" y="1418"/>
                    <a:pt x="536" y="1387"/>
                    <a:pt x="662" y="1387"/>
                  </a:cubicBezTo>
                  <a:cubicBezTo>
                    <a:pt x="788" y="1387"/>
                    <a:pt x="946" y="1418"/>
                    <a:pt x="1040" y="1450"/>
                  </a:cubicBezTo>
                  <a:cubicBezTo>
                    <a:pt x="1103" y="1418"/>
                    <a:pt x="1135" y="1355"/>
                    <a:pt x="1135" y="1292"/>
                  </a:cubicBezTo>
                  <a:cubicBezTo>
                    <a:pt x="1324" y="914"/>
                    <a:pt x="1324" y="757"/>
                    <a:pt x="1324" y="757"/>
                  </a:cubicBezTo>
                  <a:cubicBezTo>
                    <a:pt x="1418" y="347"/>
                    <a:pt x="1103" y="0"/>
                    <a:pt x="6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7" name="Google Shape;1727;p81"/>
          <p:cNvGrpSpPr/>
          <p:nvPr/>
        </p:nvGrpSpPr>
        <p:grpSpPr>
          <a:xfrm>
            <a:off x="8304097" y="4195399"/>
            <a:ext cx="356556" cy="351285"/>
            <a:chOff x="-25465200" y="3916150"/>
            <a:chExt cx="299300" cy="294875"/>
          </a:xfrm>
        </p:grpSpPr>
        <p:sp>
          <p:nvSpPr>
            <p:cNvPr id="1728" name="Google Shape;1728;p81"/>
            <p:cNvSpPr/>
            <p:nvPr/>
          </p:nvSpPr>
          <p:spPr>
            <a:xfrm>
              <a:off x="-25316350" y="3916150"/>
              <a:ext cx="150450" cy="149175"/>
            </a:xfrm>
            <a:custGeom>
              <a:avLst/>
              <a:gdLst/>
              <a:ahLst/>
              <a:cxnLst/>
              <a:rect l="l" t="t" r="r" b="b"/>
              <a:pathLst>
                <a:path w="6018" h="5967" extrusionOk="0">
                  <a:moveTo>
                    <a:pt x="3836" y="0"/>
                  </a:moveTo>
                  <a:cubicBezTo>
                    <a:pt x="3278" y="0"/>
                    <a:pt x="2726" y="214"/>
                    <a:pt x="2332" y="642"/>
                  </a:cubicBezTo>
                  <a:lnTo>
                    <a:pt x="1891" y="1083"/>
                  </a:lnTo>
                  <a:lnTo>
                    <a:pt x="2458" y="1619"/>
                  </a:lnTo>
                  <a:cubicBezTo>
                    <a:pt x="2552" y="1745"/>
                    <a:pt x="2552" y="1966"/>
                    <a:pt x="2458" y="2092"/>
                  </a:cubicBezTo>
                  <a:cubicBezTo>
                    <a:pt x="2363" y="2186"/>
                    <a:pt x="2300" y="2218"/>
                    <a:pt x="2206" y="2218"/>
                  </a:cubicBezTo>
                  <a:cubicBezTo>
                    <a:pt x="2143" y="2218"/>
                    <a:pt x="2017" y="2186"/>
                    <a:pt x="1985" y="2092"/>
                  </a:cubicBezTo>
                  <a:lnTo>
                    <a:pt x="1418" y="1556"/>
                  </a:lnTo>
                  <a:lnTo>
                    <a:pt x="946" y="2029"/>
                  </a:lnTo>
                  <a:lnTo>
                    <a:pt x="1513" y="2564"/>
                  </a:lnTo>
                  <a:cubicBezTo>
                    <a:pt x="1607" y="2690"/>
                    <a:pt x="1607" y="2911"/>
                    <a:pt x="1513" y="3037"/>
                  </a:cubicBezTo>
                  <a:cubicBezTo>
                    <a:pt x="1418" y="3131"/>
                    <a:pt x="1355" y="3163"/>
                    <a:pt x="1261" y="3163"/>
                  </a:cubicBezTo>
                  <a:cubicBezTo>
                    <a:pt x="1198" y="3163"/>
                    <a:pt x="1072" y="3131"/>
                    <a:pt x="1040" y="3037"/>
                  </a:cubicBezTo>
                  <a:lnTo>
                    <a:pt x="473" y="2501"/>
                  </a:lnTo>
                  <a:lnTo>
                    <a:pt x="1" y="3005"/>
                  </a:lnTo>
                  <a:lnTo>
                    <a:pt x="2962" y="5967"/>
                  </a:lnTo>
                  <a:lnTo>
                    <a:pt x="5388" y="3478"/>
                  </a:lnTo>
                  <a:cubicBezTo>
                    <a:pt x="5829" y="3037"/>
                    <a:pt x="6018" y="2501"/>
                    <a:pt x="5987" y="1903"/>
                  </a:cubicBezTo>
                  <a:cubicBezTo>
                    <a:pt x="5892" y="1398"/>
                    <a:pt x="5640" y="831"/>
                    <a:pt x="5167" y="453"/>
                  </a:cubicBezTo>
                  <a:cubicBezTo>
                    <a:pt x="4779" y="151"/>
                    <a:pt x="4305" y="0"/>
                    <a:pt x="3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81"/>
            <p:cNvSpPr/>
            <p:nvPr/>
          </p:nvSpPr>
          <p:spPr>
            <a:xfrm>
              <a:off x="-25465200" y="4003875"/>
              <a:ext cx="208725" cy="207150"/>
            </a:xfrm>
            <a:custGeom>
              <a:avLst/>
              <a:gdLst/>
              <a:ahLst/>
              <a:cxnLst/>
              <a:rect l="l" t="t" r="r" b="b"/>
              <a:pathLst>
                <a:path w="8349" h="8286" extrusionOk="0">
                  <a:moveTo>
                    <a:pt x="5419" y="0"/>
                  </a:moveTo>
                  <a:lnTo>
                    <a:pt x="4883" y="567"/>
                  </a:lnTo>
                  <a:lnTo>
                    <a:pt x="5450" y="1103"/>
                  </a:lnTo>
                  <a:cubicBezTo>
                    <a:pt x="5545" y="1229"/>
                    <a:pt x="5545" y="1449"/>
                    <a:pt x="5450" y="1575"/>
                  </a:cubicBezTo>
                  <a:cubicBezTo>
                    <a:pt x="5356" y="1670"/>
                    <a:pt x="5293" y="1702"/>
                    <a:pt x="5198" y="1702"/>
                  </a:cubicBezTo>
                  <a:cubicBezTo>
                    <a:pt x="5135" y="1702"/>
                    <a:pt x="5009" y="1670"/>
                    <a:pt x="4978" y="1575"/>
                  </a:cubicBezTo>
                  <a:lnTo>
                    <a:pt x="4411" y="1040"/>
                  </a:lnTo>
                  <a:lnTo>
                    <a:pt x="3938" y="1512"/>
                  </a:lnTo>
                  <a:lnTo>
                    <a:pt x="4505" y="2048"/>
                  </a:lnTo>
                  <a:cubicBezTo>
                    <a:pt x="4631" y="2174"/>
                    <a:pt x="4631" y="2395"/>
                    <a:pt x="4505" y="2521"/>
                  </a:cubicBezTo>
                  <a:cubicBezTo>
                    <a:pt x="4411" y="2615"/>
                    <a:pt x="4348" y="2647"/>
                    <a:pt x="4253" y="2647"/>
                  </a:cubicBezTo>
                  <a:cubicBezTo>
                    <a:pt x="4190" y="2647"/>
                    <a:pt x="4064" y="2615"/>
                    <a:pt x="4033" y="2521"/>
                  </a:cubicBezTo>
                  <a:lnTo>
                    <a:pt x="3466" y="1985"/>
                  </a:lnTo>
                  <a:lnTo>
                    <a:pt x="3214" y="2237"/>
                  </a:lnTo>
                  <a:cubicBezTo>
                    <a:pt x="2773" y="2678"/>
                    <a:pt x="2458" y="3277"/>
                    <a:pt x="2363" y="3907"/>
                  </a:cubicBezTo>
                  <a:cubicBezTo>
                    <a:pt x="2300" y="4379"/>
                    <a:pt x="2111" y="4852"/>
                    <a:pt x="1733" y="5167"/>
                  </a:cubicBezTo>
                  <a:lnTo>
                    <a:pt x="410" y="6490"/>
                  </a:lnTo>
                  <a:cubicBezTo>
                    <a:pt x="0" y="6900"/>
                    <a:pt x="0" y="7561"/>
                    <a:pt x="410" y="7971"/>
                  </a:cubicBezTo>
                  <a:cubicBezTo>
                    <a:pt x="599" y="8160"/>
                    <a:pt x="882" y="8286"/>
                    <a:pt x="1166" y="8286"/>
                  </a:cubicBezTo>
                  <a:cubicBezTo>
                    <a:pt x="1418" y="8286"/>
                    <a:pt x="1701" y="8160"/>
                    <a:pt x="1890" y="7971"/>
                  </a:cubicBezTo>
                  <a:lnTo>
                    <a:pt x="3245" y="6616"/>
                  </a:lnTo>
                  <a:cubicBezTo>
                    <a:pt x="3592" y="6270"/>
                    <a:pt x="4033" y="6081"/>
                    <a:pt x="4505" y="5986"/>
                  </a:cubicBezTo>
                  <a:cubicBezTo>
                    <a:pt x="5135" y="5923"/>
                    <a:pt x="5734" y="5608"/>
                    <a:pt x="6144" y="5167"/>
                  </a:cubicBezTo>
                  <a:lnTo>
                    <a:pt x="8349" y="2962"/>
                  </a:lnTo>
                  <a:lnTo>
                    <a:pt x="5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0" name="Google Shape;1730;p81"/>
          <p:cNvGrpSpPr/>
          <p:nvPr/>
        </p:nvGrpSpPr>
        <p:grpSpPr>
          <a:xfrm>
            <a:off x="6705931" y="3119047"/>
            <a:ext cx="351880" cy="352803"/>
            <a:chOff x="-23615075" y="3148525"/>
            <a:chExt cx="295375" cy="296150"/>
          </a:xfrm>
        </p:grpSpPr>
        <p:sp>
          <p:nvSpPr>
            <p:cNvPr id="1731" name="Google Shape;1731;p81"/>
            <p:cNvSpPr/>
            <p:nvPr/>
          </p:nvSpPr>
          <p:spPr>
            <a:xfrm>
              <a:off x="-23493775" y="3183950"/>
              <a:ext cx="52775" cy="53600"/>
            </a:xfrm>
            <a:custGeom>
              <a:avLst/>
              <a:gdLst/>
              <a:ahLst/>
              <a:cxnLst/>
              <a:rect l="l" t="t" r="r" b="b"/>
              <a:pathLst>
                <a:path w="2111" h="2144" extrusionOk="0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81"/>
            <p:cNvSpPr/>
            <p:nvPr/>
          </p:nvSpPr>
          <p:spPr>
            <a:xfrm>
              <a:off x="-23615075" y="3268225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81"/>
            <p:cNvSpPr/>
            <p:nvPr/>
          </p:nvSpPr>
          <p:spPr>
            <a:xfrm>
              <a:off x="-23354375" y="3270600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81"/>
            <p:cNvSpPr/>
            <p:nvPr/>
          </p:nvSpPr>
          <p:spPr>
            <a:xfrm>
              <a:off x="-23562300" y="3148525"/>
              <a:ext cx="191400" cy="296150"/>
            </a:xfrm>
            <a:custGeom>
              <a:avLst/>
              <a:gdLst/>
              <a:ahLst/>
              <a:cxnLst/>
              <a:rect l="l" t="t" r="r" b="b"/>
              <a:pathLst>
                <a:path w="7656" h="11846" extrusionOk="0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5" name="Google Shape;1735;p81"/>
          <p:cNvSpPr/>
          <p:nvPr/>
        </p:nvSpPr>
        <p:spPr>
          <a:xfrm>
            <a:off x="6174194" y="2054912"/>
            <a:ext cx="351880" cy="350957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6" name="Google Shape;1736;p81"/>
          <p:cNvGrpSpPr/>
          <p:nvPr/>
        </p:nvGrpSpPr>
        <p:grpSpPr>
          <a:xfrm>
            <a:off x="7763214" y="4194749"/>
            <a:ext cx="353757" cy="352565"/>
            <a:chOff x="-26980600" y="3175500"/>
            <a:chExt cx="296950" cy="295950"/>
          </a:xfrm>
        </p:grpSpPr>
        <p:sp>
          <p:nvSpPr>
            <p:cNvPr id="1737" name="Google Shape;1737;p81"/>
            <p:cNvSpPr/>
            <p:nvPr/>
          </p:nvSpPr>
          <p:spPr>
            <a:xfrm>
              <a:off x="-26798650" y="3175500"/>
              <a:ext cx="115000" cy="114025"/>
            </a:xfrm>
            <a:custGeom>
              <a:avLst/>
              <a:gdLst/>
              <a:ahLst/>
              <a:cxnLst/>
              <a:rect l="l" t="t" r="r" b="b"/>
              <a:pathLst>
                <a:path w="4600" h="4561" extrusionOk="0"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78"/>
                    <a:pt x="378" y="1756"/>
                  </a:cubicBezTo>
                  <a:lnTo>
                    <a:pt x="2773" y="4245"/>
                  </a:lnTo>
                  <a:cubicBezTo>
                    <a:pt x="2962" y="4434"/>
                    <a:pt x="3245" y="4560"/>
                    <a:pt x="3529" y="4560"/>
                  </a:cubicBezTo>
                  <a:cubicBezTo>
                    <a:pt x="3812" y="4560"/>
                    <a:pt x="4064" y="4434"/>
                    <a:pt x="4285" y="4245"/>
                  </a:cubicBezTo>
                  <a:cubicBezTo>
                    <a:pt x="4474" y="4056"/>
                    <a:pt x="4600" y="3773"/>
                    <a:pt x="4600" y="3489"/>
                  </a:cubicBezTo>
                  <a:cubicBezTo>
                    <a:pt x="4600" y="3206"/>
                    <a:pt x="4474" y="2954"/>
                    <a:pt x="4285" y="2733"/>
                  </a:cubicBezTo>
                  <a:lnTo>
                    <a:pt x="1828" y="307"/>
                  </a:ln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81"/>
            <p:cNvSpPr/>
            <p:nvPr/>
          </p:nvSpPr>
          <p:spPr>
            <a:xfrm>
              <a:off x="-26980600" y="3325725"/>
              <a:ext cx="168575" cy="145725"/>
            </a:xfrm>
            <a:custGeom>
              <a:avLst/>
              <a:gdLst/>
              <a:ahLst/>
              <a:cxnLst/>
              <a:rect l="l" t="t" r="r" b="b"/>
              <a:pathLst>
                <a:path w="6743" h="5829" extrusionOk="0">
                  <a:moveTo>
                    <a:pt x="3797" y="2167"/>
                  </a:moveTo>
                  <a:cubicBezTo>
                    <a:pt x="3884" y="2167"/>
                    <a:pt x="3970" y="2190"/>
                    <a:pt x="4033" y="2237"/>
                  </a:cubicBezTo>
                  <a:cubicBezTo>
                    <a:pt x="4159" y="2363"/>
                    <a:pt x="4159" y="2616"/>
                    <a:pt x="4033" y="2710"/>
                  </a:cubicBezTo>
                  <a:cubicBezTo>
                    <a:pt x="3970" y="2773"/>
                    <a:pt x="3884" y="2805"/>
                    <a:pt x="3797" y="2805"/>
                  </a:cubicBezTo>
                  <a:cubicBezTo>
                    <a:pt x="3710" y="2805"/>
                    <a:pt x="3624" y="2773"/>
                    <a:pt x="3561" y="2710"/>
                  </a:cubicBezTo>
                  <a:cubicBezTo>
                    <a:pt x="3435" y="2616"/>
                    <a:pt x="3435" y="2363"/>
                    <a:pt x="3561" y="2237"/>
                  </a:cubicBezTo>
                  <a:cubicBezTo>
                    <a:pt x="3624" y="2190"/>
                    <a:pt x="3710" y="2167"/>
                    <a:pt x="3797" y="2167"/>
                  </a:cubicBezTo>
                  <a:close/>
                  <a:moveTo>
                    <a:pt x="2336" y="2639"/>
                  </a:moveTo>
                  <a:cubicBezTo>
                    <a:pt x="2426" y="2639"/>
                    <a:pt x="2521" y="2663"/>
                    <a:pt x="2584" y="2710"/>
                  </a:cubicBezTo>
                  <a:cubicBezTo>
                    <a:pt x="2679" y="2836"/>
                    <a:pt x="2679" y="3057"/>
                    <a:pt x="2584" y="3183"/>
                  </a:cubicBezTo>
                  <a:cubicBezTo>
                    <a:pt x="2521" y="3246"/>
                    <a:pt x="2426" y="3277"/>
                    <a:pt x="2336" y="3277"/>
                  </a:cubicBezTo>
                  <a:cubicBezTo>
                    <a:pt x="2245" y="3277"/>
                    <a:pt x="2159" y="3246"/>
                    <a:pt x="2111" y="3183"/>
                  </a:cubicBezTo>
                  <a:cubicBezTo>
                    <a:pt x="1985" y="3057"/>
                    <a:pt x="1985" y="2868"/>
                    <a:pt x="2111" y="2710"/>
                  </a:cubicBezTo>
                  <a:cubicBezTo>
                    <a:pt x="2159" y="2663"/>
                    <a:pt x="2245" y="2639"/>
                    <a:pt x="2336" y="2639"/>
                  </a:cubicBezTo>
                  <a:close/>
                  <a:moveTo>
                    <a:pt x="2931" y="1"/>
                  </a:moveTo>
                  <a:lnTo>
                    <a:pt x="599" y="2332"/>
                  </a:lnTo>
                  <a:cubicBezTo>
                    <a:pt x="221" y="2710"/>
                    <a:pt x="1" y="3214"/>
                    <a:pt x="1" y="3781"/>
                  </a:cubicBezTo>
                  <a:cubicBezTo>
                    <a:pt x="1" y="4317"/>
                    <a:pt x="221" y="4852"/>
                    <a:pt x="599" y="5230"/>
                  </a:cubicBezTo>
                  <a:cubicBezTo>
                    <a:pt x="1009" y="5608"/>
                    <a:pt x="1513" y="5829"/>
                    <a:pt x="2048" y="5829"/>
                  </a:cubicBezTo>
                  <a:cubicBezTo>
                    <a:pt x="2616" y="5829"/>
                    <a:pt x="3120" y="5640"/>
                    <a:pt x="3529" y="5230"/>
                  </a:cubicBezTo>
                  <a:lnTo>
                    <a:pt x="6743" y="2048"/>
                  </a:lnTo>
                  <a:cubicBezTo>
                    <a:pt x="6743" y="2017"/>
                    <a:pt x="6711" y="1954"/>
                    <a:pt x="6711" y="1922"/>
                  </a:cubicBezTo>
                  <a:cubicBezTo>
                    <a:pt x="6396" y="1418"/>
                    <a:pt x="5829" y="1103"/>
                    <a:pt x="5136" y="1103"/>
                  </a:cubicBezTo>
                  <a:lnTo>
                    <a:pt x="5104" y="1103"/>
                  </a:lnTo>
                  <a:cubicBezTo>
                    <a:pt x="5075" y="1104"/>
                    <a:pt x="5045" y="1105"/>
                    <a:pt x="5016" y="1105"/>
                  </a:cubicBezTo>
                  <a:cubicBezTo>
                    <a:pt x="4168" y="1105"/>
                    <a:pt x="3387" y="670"/>
                    <a:pt x="29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81"/>
            <p:cNvSpPr/>
            <p:nvPr/>
          </p:nvSpPr>
          <p:spPr>
            <a:xfrm>
              <a:off x="-26893950" y="3226500"/>
              <a:ext cx="159125" cy="137850"/>
            </a:xfrm>
            <a:custGeom>
              <a:avLst/>
              <a:gdLst/>
              <a:ahLst/>
              <a:cxnLst/>
              <a:rect l="l" t="t" r="r" b="b"/>
              <a:pathLst>
                <a:path w="6365" h="5514" extrusionOk="0">
                  <a:moveTo>
                    <a:pt x="3403" y="0"/>
                  </a:moveTo>
                  <a:lnTo>
                    <a:pt x="2678" y="693"/>
                  </a:lnTo>
                  <a:lnTo>
                    <a:pt x="2300" y="1103"/>
                  </a:lnTo>
                  <a:lnTo>
                    <a:pt x="3056" y="1859"/>
                  </a:lnTo>
                  <a:cubicBezTo>
                    <a:pt x="3151" y="1953"/>
                    <a:pt x="3151" y="2205"/>
                    <a:pt x="3056" y="2331"/>
                  </a:cubicBezTo>
                  <a:cubicBezTo>
                    <a:pt x="2962" y="2394"/>
                    <a:pt x="2899" y="2426"/>
                    <a:pt x="2804" y="2426"/>
                  </a:cubicBezTo>
                  <a:cubicBezTo>
                    <a:pt x="2741" y="2426"/>
                    <a:pt x="2615" y="2394"/>
                    <a:pt x="2584" y="2331"/>
                  </a:cubicBezTo>
                  <a:lnTo>
                    <a:pt x="1827" y="1575"/>
                  </a:lnTo>
                  <a:lnTo>
                    <a:pt x="1355" y="2048"/>
                  </a:lnTo>
                  <a:lnTo>
                    <a:pt x="2111" y="2804"/>
                  </a:lnTo>
                  <a:cubicBezTo>
                    <a:pt x="2205" y="2898"/>
                    <a:pt x="2205" y="3150"/>
                    <a:pt x="2111" y="3277"/>
                  </a:cubicBezTo>
                  <a:cubicBezTo>
                    <a:pt x="2016" y="3340"/>
                    <a:pt x="1953" y="3371"/>
                    <a:pt x="1859" y="3371"/>
                  </a:cubicBezTo>
                  <a:cubicBezTo>
                    <a:pt x="1796" y="3371"/>
                    <a:pt x="1670" y="3340"/>
                    <a:pt x="1638" y="3277"/>
                  </a:cubicBezTo>
                  <a:lnTo>
                    <a:pt x="882" y="2520"/>
                  </a:lnTo>
                  <a:lnTo>
                    <a:pt x="0" y="3371"/>
                  </a:lnTo>
                  <a:cubicBezTo>
                    <a:pt x="0" y="3403"/>
                    <a:pt x="63" y="3466"/>
                    <a:pt x="63" y="3497"/>
                  </a:cubicBezTo>
                  <a:cubicBezTo>
                    <a:pt x="364" y="4068"/>
                    <a:pt x="894" y="4381"/>
                    <a:pt x="1490" y="4381"/>
                  </a:cubicBezTo>
                  <a:cubicBezTo>
                    <a:pt x="1518" y="4381"/>
                    <a:pt x="1547" y="4381"/>
                    <a:pt x="1575" y="4379"/>
                  </a:cubicBezTo>
                  <a:cubicBezTo>
                    <a:pt x="1890" y="4379"/>
                    <a:pt x="2174" y="4411"/>
                    <a:pt x="2458" y="4474"/>
                  </a:cubicBezTo>
                  <a:cubicBezTo>
                    <a:pt x="2993" y="4631"/>
                    <a:pt x="3529" y="5009"/>
                    <a:pt x="3781" y="5513"/>
                  </a:cubicBezTo>
                  <a:lnTo>
                    <a:pt x="6364" y="2961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0" name="Google Shape;1740;p81"/>
          <p:cNvSpPr/>
          <p:nvPr/>
        </p:nvSpPr>
        <p:spPr>
          <a:xfrm>
            <a:off x="6727005" y="1500555"/>
            <a:ext cx="309649" cy="351910"/>
          </a:xfrm>
          <a:custGeom>
            <a:avLst/>
            <a:gdLst/>
            <a:ahLst/>
            <a:cxnLst/>
            <a:rect l="l" t="t" r="r" b="b"/>
            <a:pathLst>
              <a:path w="10397" h="11816" extrusionOk="0">
                <a:moveTo>
                  <a:pt x="6939" y="1373"/>
                </a:moveTo>
                <a:cubicBezTo>
                  <a:pt x="7177" y="1373"/>
                  <a:pt x="7419" y="1418"/>
                  <a:pt x="7656" y="1513"/>
                </a:cubicBezTo>
                <a:cubicBezTo>
                  <a:pt x="8255" y="1734"/>
                  <a:pt x="8696" y="2206"/>
                  <a:pt x="8853" y="2836"/>
                </a:cubicBezTo>
                <a:cubicBezTo>
                  <a:pt x="8916" y="3435"/>
                  <a:pt x="8822" y="4065"/>
                  <a:pt x="8412" y="4538"/>
                </a:cubicBezTo>
                <a:cubicBezTo>
                  <a:pt x="8349" y="4601"/>
                  <a:pt x="8255" y="4664"/>
                  <a:pt x="8129" y="4664"/>
                </a:cubicBezTo>
                <a:cubicBezTo>
                  <a:pt x="8066" y="4664"/>
                  <a:pt x="7971" y="4601"/>
                  <a:pt x="7939" y="4569"/>
                </a:cubicBezTo>
                <a:cubicBezTo>
                  <a:pt x="7782" y="4443"/>
                  <a:pt x="7782" y="4223"/>
                  <a:pt x="7908" y="4097"/>
                </a:cubicBezTo>
                <a:cubicBezTo>
                  <a:pt x="8129" y="3782"/>
                  <a:pt x="8223" y="3403"/>
                  <a:pt x="8129" y="2962"/>
                </a:cubicBezTo>
                <a:cubicBezTo>
                  <a:pt x="8066" y="2553"/>
                  <a:pt x="7750" y="2238"/>
                  <a:pt x="7404" y="2143"/>
                </a:cubicBezTo>
                <a:cubicBezTo>
                  <a:pt x="7254" y="2086"/>
                  <a:pt x="7095" y="2057"/>
                  <a:pt x="6939" y="2057"/>
                </a:cubicBezTo>
                <a:cubicBezTo>
                  <a:pt x="6669" y="2057"/>
                  <a:pt x="6406" y="2141"/>
                  <a:pt x="6207" y="2301"/>
                </a:cubicBezTo>
                <a:cubicBezTo>
                  <a:pt x="6148" y="2336"/>
                  <a:pt x="6084" y="2354"/>
                  <a:pt x="6021" y="2354"/>
                </a:cubicBezTo>
                <a:cubicBezTo>
                  <a:pt x="5916" y="2354"/>
                  <a:pt x="5813" y="2305"/>
                  <a:pt x="5734" y="2206"/>
                </a:cubicBezTo>
                <a:cubicBezTo>
                  <a:pt x="5608" y="2049"/>
                  <a:pt x="5671" y="1860"/>
                  <a:pt x="5829" y="1734"/>
                </a:cubicBezTo>
                <a:cubicBezTo>
                  <a:pt x="6163" y="1498"/>
                  <a:pt x="6545" y="1373"/>
                  <a:pt x="6939" y="1373"/>
                </a:cubicBezTo>
                <a:close/>
                <a:moveTo>
                  <a:pt x="3466" y="1"/>
                </a:moveTo>
                <a:cubicBezTo>
                  <a:pt x="3182" y="1"/>
                  <a:pt x="2899" y="32"/>
                  <a:pt x="2678" y="95"/>
                </a:cubicBezTo>
                <a:cubicBezTo>
                  <a:pt x="1481" y="348"/>
                  <a:pt x="504" y="1293"/>
                  <a:pt x="221" y="2490"/>
                </a:cubicBezTo>
                <a:cubicBezTo>
                  <a:pt x="0" y="3498"/>
                  <a:pt x="189" y="4569"/>
                  <a:pt x="851" y="5388"/>
                </a:cubicBezTo>
                <a:cubicBezTo>
                  <a:pt x="1292" y="5955"/>
                  <a:pt x="1512" y="6711"/>
                  <a:pt x="1512" y="7499"/>
                </a:cubicBezTo>
                <a:lnTo>
                  <a:pt x="1512" y="10209"/>
                </a:lnTo>
                <a:cubicBezTo>
                  <a:pt x="1512" y="11122"/>
                  <a:pt x="2237" y="11815"/>
                  <a:pt x="3151" y="11815"/>
                </a:cubicBezTo>
                <a:cubicBezTo>
                  <a:pt x="4033" y="11815"/>
                  <a:pt x="4757" y="11122"/>
                  <a:pt x="4757" y="10209"/>
                </a:cubicBezTo>
                <a:lnTo>
                  <a:pt x="4757" y="8539"/>
                </a:lnTo>
                <a:cubicBezTo>
                  <a:pt x="4757" y="8318"/>
                  <a:pt x="4947" y="8066"/>
                  <a:pt x="5230" y="8066"/>
                </a:cubicBezTo>
                <a:cubicBezTo>
                  <a:pt x="5451" y="8066"/>
                  <a:pt x="5703" y="8287"/>
                  <a:pt x="5703" y="8539"/>
                </a:cubicBezTo>
                <a:lnTo>
                  <a:pt x="5703" y="10209"/>
                </a:lnTo>
                <a:cubicBezTo>
                  <a:pt x="5703" y="11122"/>
                  <a:pt x="6396" y="11815"/>
                  <a:pt x="7309" y="11815"/>
                </a:cubicBezTo>
                <a:cubicBezTo>
                  <a:pt x="8223" y="11815"/>
                  <a:pt x="8916" y="11122"/>
                  <a:pt x="8916" y="10209"/>
                </a:cubicBezTo>
                <a:lnTo>
                  <a:pt x="8916" y="7499"/>
                </a:lnTo>
                <a:cubicBezTo>
                  <a:pt x="8916" y="6711"/>
                  <a:pt x="9168" y="5955"/>
                  <a:pt x="9609" y="5388"/>
                </a:cubicBezTo>
                <a:cubicBezTo>
                  <a:pt x="10145" y="4569"/>
                  <a:pt x="10397" y="3498"/>
                  <a:pt x="10145" y="2490"/>
                </a:cubicBezTo>
                <a:cubicBezTo>
                  <a:pt x="9893" y="1293"/>
                  <a:pt x="8885" y="348"/>
                  <a:pt x="7719" y="95"/>
                </a:cubicBezTo>
                <a:cubicBezTo>
                  <a:pt x="7435" y="1"/>
                  <a:pt x="7152" y="1"/>
                  <a:pt x="6931" y="1"/>
                </a:cubicBezTo>
                <a:cubicBezTo>
                  <a:pt x="6333" y="1"/>
                  <a:pt x="5703" y="158"/>
                  <a:pt x="5199" y="474"/>
                </a:cubicBezTo>
                <a:cubicBezTo>
                  <a:pt x="4663" y="158"/>
                  <a:pt x="4033" y="1"/>
                  <a:pt x="34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1" name="Google Shape;1741;p81"/>
          <p:cNvGrpSpPr/>
          <p:nvPr/>
        </p:nvGrpSpPr>
        <p:grpSpPr>
          <a:xfrm>
            <a:off x="5570827" y="3150923"/>
            <a:ext cx="352803" cy="289039"/>
            <a:chOff x="-26981375" y="3951875"/>
            <a:chExt cx="296150" cy="242625"/>
          </a:xfrm>
        </p:grpSpPr>
        <p:sp>
          <p:nvSpPr>
            <p:cNvPr id="1742" name="Google Shape;1742;p81"/>
            <p:cNvSpPr/>
            <p:nvPr/>
          </p:nvSpPr>
          <p:spPr>
            <a:xfrm>
              <a:off x="-26978225" y="3951875"/>
              <a:ext cx="173300" cy="155975"/>
            </a:xfrm>
            <a:custGeom>
              <a:avLst/>
              <a:gdLst/>
              <a:ahLst/>
              <a:cxnLst/>
              <a:rect l="l" t="t" r="r" b="b"/>
              <a:pathLst>
                <a:path w="6932" h="6239" extrusionOk="0">
                  <a:moveTo>
                    <a:pt x="3340" y="2364"/>
                  </a:moveTo>
                  <a:cubicBezTo>
                    <a:pt x="3529" y="2364"/>
                    <a:pt x="3686" y="2521"/>
                    <a:pt x="3686" y="2710"/>
                  </a:cubicBezTo>
                  <a:lnTo>
                    <a:pt x="3686" y="3435"/>
                  </a:lnTo>
                  <a:lnTo>
                    <a:pt x="4411" y="3435"/>
                  </a:lnTo>
                  <a:cubicBezTo>
                    <a:pt x="4600" y="3435"/>
                    <a:pt x="4757" y="3592"/>
                    <a:pt x="4757" y="3782"/>
                  </a:cubicBezTo>
                  <a:cubicBezTo>
                    <a:pt x="4757" y="3971"/>
                    <a:pt x="4600" y="4128"/>
                    <a:pt x="4411" y="4128"/>
                  </a:cubicBezTo>
                  <a:lnTo>
                    <a:pt x="3686" y="4128"/>
                  </a:lnTo>
                  <a:lnTo>
                    <a:pt x="3686" y="4853"/>
                  </a:lnTo>
                  <a:cubicBezTo>
                    <a:pt x="3686" y="5042"/>
                    <a:pt x="3529" y="5199"/>
                    <a:pt x="3340" y="5199"/>
                  </a:cubicBezTo>
                  <a:cubicBezTo>
                    <a:pt x="3151" y="5199"/>
                    <a:pt x="2993" y="5042"/>
                    <a:pt x="2993" y="4853"/>
                  </a:cubicBezTo>
                  <a:lnTo>
                    <a:pt x="2993" y="4128"/>
                  </a:lnTo>
                  <a:lnTo>
                    <a:pt x="2268" y="4128"/>
                  </a:lnTo>
                  <a:cubicBezTo>
                    <a:pt x="2079" y="4128"/>
                    <a:pt x="1922" y="3971"/>
                    <a:pt x="1922" y="3782"/>
                  </a:cubicBezTo>
                  <a:cubicBezTo>
                    <a:pt x="1922" y="3592"/>
                    <a:pt x="2079" y="3435"/>
                    <a:pt x="2268" y="3435"/>
                  </a:cubicBezTo>
                  <a:lnTo>
                    <a:pt x="2993" y="3435"/>
                  </a:lnTo>
                  <a:lnTo>
                    <a:pt x="2993" y="2710"/>
                  </a:lnTo>
                  <a:cubicBezTo>
                    <a:pt x="2993" y="2521"/>
                    <a:pt x="3151" y="2364"/>
                    <a:pt x="3340" y="2364"/>
                  </a:cubicBezTo>
                  <a:close/>
                  <a:moveTo>
                    <a:pt x="3434" y="1"/>
                  </a:moveTo>
                  <a:cubicBezTo>
                    <a:pt x="2836" y="1"/>
                    <a:pt x="2394" y="474"/>
                    <a:pt x="2394" y="1041"/>
                  </a:cubicBezTo>
                  <a:lnTo>
                    <a:pt x="2394" y="1387"/>
                  </a:lnTo>
                  <a:lnTo>
                    <a:pt x="1008" y="1387"/>
                  </a:lnTo>
                  <a:cubicBezTo>
                    <a:pt x="441" y="1387"/>
                    <a:pt x="0" y="1860"/>
                    <a:pt x="0" y="2395"/>
                  </a:cubicBezTo>
                  <a:lnTo>
                    <a:pt x="0" y="6239"/>
                  </a:lnTo>
                  <a:lnTo>
                    <a:pt x="6931" y="6239"/>
                  </a:lnTo>
                  <a:lnTo>
                    <a:pt x="6931" y="2395"/>
                  </a:lnTo>
                  <a:lnTo>
                    <a:pt x="6837" y="2395"/>
                  </a:lnTo>
                  <a:cubicBezTo>
                    <a:pt x="6837" y="1828"/>
                    <a:pt x="6364" y="1387"/>
                    <a:pt x="5829" y="1387"/>
                  </a:cubicBezTo>
                  <a:lnTo>
                    <a:pt x="4442" y="1387"/>
                  </a:lnTo>
                  <a:lnTo>
                    <a:pt x="4442" y="1041"/>
                  </a:lnTo>
                  <a:cubicBezTo>
                    <a:pt x="4442" y="442"/>
                    <a:pt x="3970" y="1"/>
                    <a:pt x="34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81"/>
            <p:cNvSpPr/>
            <p:nvPr/>
          </p:nvSpPr>
          <p:spPr>
            <a:xfrm>
              <a:off x="-26981375" y="4124375"/>
              <a:ext cx="174075" cy="70125"/>
            </a:xfrm>
            <a:custGeom>
              <a:avLst/>
              <a:gdLst/>
              <a:ahLst/>
              <a:cxnLst/>
              <a:rect l="l" t="t" r="r" b="b"/>
              <a:pathLst>
                <a:path w="6963" h="2805" extrusionOk="0">
                  <a:moveTo>
                    <a:pt x="2457" y="1418"/>
                  </a:moveTo>
                  <a:cubicBezTo>
                    <a:pt x="2647" y="1418"/>
                    <a:pt x="2804" y="1576"/>
                    <a:pt x="2804" y="1765"/>
                  </a:cubicBezTo>
                  <a:cubicBezTo>
                    <a:pt x="2804" y="1954"/>
                    <a:pt x="2647" y="2111"/>
                    <a:pt x="2457" y="2111"/>
                  </a:cubicBezTo>
                  <a:cubicBezTo>
                    <a:pt x="2237" y="2111"/>
                    <a:pt x="2079" y="1954"/>
                    <a:pt x="2079" y="1765"/>
                  </a:cubicBezTo>
                  <a:cubicBezTo>
                    <a:pt x="2079" y="1576"/>
                    <a:pt x="2237" y="1418"/>
                    <a:pt x="2457" y="1418"/>
                  </a:cubicBezTo>
                  <a:close/>
                  <a:moveTo>
                    <a:pt x="32" y="0"/>
                  </a:moveTo>
                  <a:lnTo>
                    <a:pt x="32" y="1009"/>
                  </a:lnTo>
                  <a:cubicBezTo>
                    <a:pt x="0" y="1607"/>
                    <a:pt x="473" y="2080"/>
                    <a:pt x="1071" y="2080"/>
                  </a:cubicBezTo>
                  <a:lnTo>
                    <a:pt x="1449" y="2080"/>
                  </a:lnTo>
                  <a:cubicBezTo>
                    <a:pt x="1607" y="2489"/>
                    <a:pt x="1985" y="2804"/>
                    <a:pt x="2457" y="2804"/>
                  </a:cubicBezTo>
                  <a:cubicBezTo>
                    <a:pt x="2867" y="2804"/>
                    <a:pt x="3277" y="2521"/>
                    <a:pt x="3434" y="2080"/>
                  </a:cubicBezTo>
                  <a:lnTo>
                    <a:pt x="6963" y="2080"/>
                  </a:lnTo>
                  <a:lnTo>
                    <a:pt x="69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81"/>
            <p:cNvSpPr/>
            <p:nvPr/>
          </p:nvSpPr>
          <p:spPr>
            <a:xfrm>
              <a:off x="-26790000" y="4002300"/>
              <a:ext cx="104775" cy="192200"/>
            </a:xfrm>
            <a:custGeom>
              <a:avLst/>
              <a:gdLst/>
              <a:ahLst/>
              <a:cxnLst/>
              <a:rect l="l" t="t" r="r" b="b"/>
              <a:pathLst>
                <a:path w="4191" h="7688" extrusionOk="0">
                  <a:moveTo>
                    <a:pt x="1513" y="693"/>
                  </a:moveTo>
                  <a:cubicBezTo>
                    <a:pt x="1954" y="693"/>
                    <a:pt x="2364" y="977"/>
                    <a:pt x="2521" y="1386"/>
                  </a:cubicBezTo>
                  <a:lnTo>
                    <a:pt x="3372" y="3497"/>
                  </a:lnTo>
                  <a:lnTo>
                    <a:pt x="1765" y="3497"/>
                  </a:lnTo>
                  <a:cubicBezTo>
                    <a:pt x="1576" y="3497"/>
                    <a:pt x="1419" y="3340"/>
                    <a:pt x="1419" y="3151"/>
                  </a:cubicBezTo>
                  <a:lnTo>
                    <a:pt x="1419" y="693"/>
                  </a:lnTo>
                  <a:close/>
                  <a:moveTo>
                    <a:pt x="1765" y="6270"/>
                  </a:moveTo>
                  <a:cubicBezTo>
                    <a:pt x="1954" y="6270"/>
                    <a:pt x="2112" y="6427"/>
                    <a:pt x="2112" y="6616"/>
                  </a:cubicBezTo>
                  <a:cubicBezTo>
                    <a:pt x="2112" y="6805"/>
                    <a:pt x="1954" y="6963"/>
                    <a:pt x="1765" y="6963"/>
                  </a:cubicBezTo>
                  <a:cubicBezTo>
                    <a:pt x="1576" y="6963"/>
                    <a:pt x="1419" y="6805"/>
                    <a:pt x="1419" y="6616"/>
                  </a:cubicBezTo>
                  <a:cubicBezTo>
                    <a:pt x="1419" y="6427"/>
                    <a:pt x="1576" y="6270"/>
                    <a:pt x="1765" y="6270"/>
                  </a:cubicBezTo>
                  <a:close/>
                  <a:moveTo>
                    <a:pt x="1" y="0"/>
                  </a:moveTo>
                  <a:lnTo>
                    <a:pt x="1" y="6963"/>
                  </a:lnTo>
                  <a:lnTo>
                    <a:pt x="788" y="6963"/>
                  </a:lnTo>
                  <a:cubicBezTo>
                    <a:pt x="946" y="7372"/>
                    <a:pt x="1293" y="7687"/>
                    <a:pt x="1765" y="7687"/>
                  </a:cubicBezTo>
                  <a:cubicBezTo>
                    <a:pt x="2206" y="7687"/>
                    <a:pt x="2584" y="7404"/>
                    <a:pt x="2742" y="6963"/>
                  </a:cubicBezTo>
                  <a:lnTo>
                    <a:pt x="3151" y="6963"/>
                  </a:lnTo>
                  <a:cubicBezTo>
                    <a:pt x="3718" y="6963"/>
                    <a:pt x="4159" y="6490"/>
                    <a:pt x="4159" y="5955"/>
                  </a:cubicBezTo>
                  <a:lnTo>
                    <a:pt x="4159" y="5577"/>
                  </a:lnTo>
                  <a:lnTo>
                    <a:pt x="3151" y="5577"/>
                  </a:lnTo>
                  <a:cubicBezTo>
                    <a:pt x="2931" y="5577"/>
                    <a:pt x="2773" y="5419"/>
                    <a:pt x="2773" y="5230"/>
                  </a:cubicBezTo>
                  <a:cubicBezTo>
                    <a:pt x="2773" y="5041"/>
                    <a:pt x="2994" y="4883"/>
                    <a:pt x="3183" y="4883"/>
                  </a:cubicBezTo>
                  <a:lnTo>
                    <a:pt x="4191" y="4883"/>
                  </a:lnTo>
                  <a:lnTo>
                    <a:pt x="4191" y="4096"/>
                  </a:lnTo>
                  <a:cubicBezTo>
                    <a:pt x="4191" y="3970"/>
                    <a:pt x="4159" y="3812"/>
                    <a:pt x="4159" y="3686"/>
                  </a:cubicBezTo>
                  <a:cubicBezTo>
                    <a:pt x="4096" y="3466"/>
                    <a:pt x="3246" y="1386"/>
                    <a:pt x="3151" y="1103"/>
                  </a:cubicBezTo>
                  <a:cubicBezTo>
                    <a:pt x="2868" y="410"/>
                    <a:pt x="2238" y="0"/>
                    <a:pt x="15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5" name="Google Shape;1745;p81"/>
          <p:cNvGrpSpPr/>
          <p:nvPr/>
        </p:nvGrpSpPr>
        <p:grpSpPr>
          <a:xfrm>
            <a:off x="7764143" y="3666759"/>
            <a:ext cx="351910" cy="354710"/>
            <a:chOff x="-25094250" y="3176075"/>
            <a:chExt cx="295400" cy="297750"/>
          </a:xfrm>
        </p:grpSpPr>
        <p:sp>
          <p:nvSpPr>
            <p:cNvPr id="1746" name="Google Shape;1746;p81"/>
            <p:cNvSpPr/>
            <p:nvPr/>
          </p:nvSpPr>
          <p:spPr>
            <a:xfrm>
              <a:off x="-24989225" y="3176075"/>
              <a:ext cx="87200" cy="122500"/>
            </a:xfrm>
            <a:custGeom>
              <a:avLst/>
              <a:gdLst/>
              <a:ahLst/>
              <a:cxnLst/>
              <a:rect l="l" t="t" r="r" b="b"/>
              <a:pathLst>
                <a:path w="3488" h="4900" extrusionOk="0">
                  <a:moveTo>
                    <a:pt x="1408" y="1"/>
                  </a:moveTo>
                  <a:lnTo>
                    <a:pt x="1408" y="1922"/>
                  </a:lnTo>
                  <a:cubicBezTo>
                    <a:pt x="1408" y="2647"/>
                    <a:pt x="998" y="3277"/>
                    <a:pt x="463" y="3561"/>
                  </a:cubicBezTo>
                  <a:cubicBezTo>
                    <a:pt x="211" y="3655"/>
                    <a:pt x="53" y="3907"/>
                    <a:pt x="22" y="4128"/>
                  </a:cubicBezTo>
                  <a:cubicBezTo>
                    <a:pt x="1" y="4609"/>
                    <a:pt x="369" y="4896"/>
                    <a:pt x="738" y="4896"/>
                  </a:cubicBezTo>
                  <a:cubicBezTo>
                    <a:pt x="925" y="4896"/>
                    <a:pt x="1113" y="4822"/>
                    <a:pt x="1250" y="4663"/>
                  </a:cubicBezTo>
                  <a:cubicBezTo>
                    <a:pt x="1361" y="4506"/>
                    <a:pt x="1557" y="4427"/>
                    <a:pt x="1754" y="4427"/>
                  </a:cubicBezTo>
                  <a:cubicBezTo>
                    <a:pt x="1951" y="4427"/>
                    <a:pt x="2148" y="4506"/>
                    <a:pt x="2258" y="4663"/>
                  </a:cubicBezTo>
                  <a:cubicBezTo>
                    <a:pt x="2411" y="4826"/>
                    <a:pt x="2604" y="4899"/>
                    <a:pt x="2792" y="4899"/>
                  </a:cubicBezTo>
                  <a:cubicBezTo>
                    <a:pt x="3149" y="4899"/>
                    <a:pt x="3487" y="4635"/>
                    <a:pt x="3487" y="4222"/>
                  </a:cubicBezTo>
                  <a:cubicBezTo>
                    <a:pt x="3487" y="3939"/>
                    <a:pt x="3330" y="3718"/>
                    <a:pt x="3109" y="3592"/>
                  </a:cubicBezTo>
                  <a:cubicBezTo>
                    <a:pt x="2479" y="3277"/>
                    <a:pt x="2101" y="2710"/>
                    <a:pt x="2101" y="2143"/>
                  </a:cubicBezTo>
                  <a:lnTo>
                    <a:pt x="2101" y="32"/>
                  </a:lnTo>
                  <a:cubicBezTo>
                    <a:pt x="2006" y="32"/>
                    <a:pt x="1880" y="1"/>
                    <a:pt x="17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81"/>
            <p:cNvSpPr/>
            <p:nvPr/>
          </p:nvSpPr>
          <p:spPr>
            <a:xfrm>
              <a:off x="-25094250" y="3179225"/>
              <a:ext cx="295400" cy="291450"/>
            </a:xfrm>
            <a:custGeom>
              <a:avLst/>
              <a:gdLst/>
              <a:ahLst/>
              <a:cxnLst/>
              <a:rect l="l" t="t" r="r" b="b"/>
              <a:pathLst>
                <a:path w="11816" h="11658" extrusionOk="0">
                  <a:moveTo>
                    <a:pt x="4884" y="1"/>
                  </a:moveTo>
                  <a:cubicBezTo>
                    <a:pt x="2143" y="505"/>
                    <a:pt x="1" y="2899"/>
                    <a:pt x="1" y="5829"/>
                  </a:cubicBezTo>
                  <a:cubicBezTo>
                    <a:pt x="1" y="8696"/>
                    <a:pt x="2143" y="11153"/>
                    <a:pt x="4884" y="11657"/>
                  </a:cubicBezTo>
                  <a:lnTo>
                    <a:pt x="4884" y="9799"/>
                  </a:lnTo>
                  <a:cubicBezTo>
                    <a:pt x="4884" y="9358"/>
                    <a:pt x="4664" y="8980"/>
                    <a:pt x="4349" y="8822"/>
                  </a:cubicBezTo>
                  <a:cubicBezTo>
                    <a:pt x="3876" y="8633"/>
                    <a:pt x="3561" y="8160"/>
                    <a:pt x="3530" y="7625"/>
                  </a:cubicBezTo>
                  <a:cubicBezTo>
                    <a:pt x="3446" y="6731"/>
                    <a:pt x="4186" y="6180"/>
                    <a:pt x="4925" y="6180"/>
                  </a:cubicBezTo>
                  <a:cubicBezTo>
                    <a:pt x="5306" y="6180"/>
                    <a:pt x="5687" y="6327"/>
                    <a:pt x="5955" y="6648"/>
                  </a:cubicBezTo>
                  <a:cubicBezTo>
                    <a:pt x="6188" y="6316"/>
                    <a:pt x="6553" y="6163"/>
                    <a:pt x="6929" y="6163"/>
                  </a:cubicBezTo>
                  <a:cubicBezTo>
                    <a:pt x="7621" y="6163"/>
                    <a:pt x="8350" y="6684"/>
                    <a:pt x="8350" y="7562"/>
                  </a:cubicBezTo>
                  <a:cubicBezTo>
                    <a:pt x="8350" y="8066"/>
                    <a:pt x="8035" y="8570"/>
                    <a:pt x="7562" y="8822"/>
                  </a:cubicBezTo>
                  <a:cubicBezTo>
                    <a:pt x="7184" y="9011"/>
                    <a:pt x="6995" y="9326"/>
                    <a:pt x="6995" y="9641"/>
                  </a:cubicBezTo>
                  <a:lnTo>
                    <a:pt x="6995" y="11657"/>
                  </a:lnTo>
                  <a:cubicBezTo>
                    <a:pt x="9736" y="11153"/>
                    <a:pt x="11815" y="8728"/>
                    <a:pt x="11815" y="5829"/>
                  </a:cubicBezTo>
                  <a:cubicBezTo>
                    <a:pt x="11815" y="2899"/>
                    <a:pt x="9736" y="505"/>
                    <a:pt x="6995" y="1"/>
                  </a:cubicBezTo>
                  <a:lnTo>
                    <a:pt x="6995" y="2017"/>
                  </a:lnTo>
                  <a:cubicBezTo>
                    <a:pt x="6995" y="2364"/>
                    <a:pt x="7216" y="2679"/>
                    <a:pt x="7562" y="2836"/>
                  </a:cubicBezTo>
                  <a:cubicBezTo>
                    <a:pt x="8035" y="3057"/>
                    <a:pt x="8350" y="3529"/>
                    <a:pt x="8350" y="4096"/>
                  </a:cubicBezTo>
                  <a:cubicBezTo>
                    <a:pt x="8350" y="4945"/>
                    <a:pt x="7656" y="5495"/>
                    <a:pt x="6948" y="5495"/>
                  </a:cubicBezTo>
                  <a:cubicBezTo>
                    <a:pt x="6578" y="5495"/>
                    <a:pt x="6205" y="5345"/>
                    <a:pt x="5924" y="5010"/>
                  </a:cubicBezTo>
                  <a:cubicBezTo>
                    <a:pt x="5691" y="5321"/>
                    <a:pt x="5310" y="5471"/>
                    <a:pt x="4919" y="5471"/>
                  </a:cubicBezTo>
                  <a:cubicBezTo>
                    <a:pt x="4200" y="5471"/>
                    <a:pt x="3448" y="4961"/>
                    <a:pt x="3530" y="4002"/>
                  </a:cubicBezTo>
                  <a:cubicBezTo>
                    <a:pt x="3561" y="3498"/>
                    <a:pt x="3876" y="3057"/>
                    <a:pt x="4349" y="2836"/>
                  </a:cubicBezTo>
                  <a:cubicBezTo>
                    <a:pt x="4664" y="2679"/>
                    <a:pt x="4884" y="2269"/>
                    <a:pt x="4884" y="1859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81"/>
            <p:cNvSpPr/>
            <p:nvPr/>
          </p:nvSpPr>
          <p:spPr>
            <a:xfrm>
              <a:off x="-24989225" y="3350975"/>
              <a:ext cx="87200" cy="122850"/>
            </a:xfrm>
            <a:custGeom>
              <a:avLst/>
              <a:gdLst/>
              <a:ahLst/>
              <a:cxnLst/>
              <a:rect l="l" t="t" r="r" b="b"/>
              <a:pathLst>
                <a:path w="3488" h="4914" extrusionOk="0">
                  <a:moveTo>
                    <a:pt x="2777" y="1"/>
                  </a:moveTo>
                  <a:cubicBezTo>
                    <a:pt x="2589" y="1"/>
                    <a:pt x="2399" y="77"/>
                    <a:pt x="2258" y="251"/>
                  </a:cubicBezTo>
                  <a:cubicBezTo>
                    <a:pt x="2148" y="408"/>
                    <a:pt x="1951" y="487"/>
                    <a:pt x="1754" y="487"/>
                  </a:cubicBezTo>
                  <a:cubicBezTo>
                    <a:pt x="1557" y="487"/>
                    <a:pt x="1361" y="408"/>
                    <a:pt x="1250" y="251"/>
                  </a:cubicBezTo>
                  <a:cubicBezTo>
                    <a:pt x="1122" y="91"/>
                    <a:pt x="936" y="17"/>
                    <a:pt x="748" y="17"/>
                  </a:cubicBezTo>
                  <a:cubicBezTo>
                    <a:pt x="379" y="17"/>
                    <a:pt x="1" y="297"/>
                    <a:pt x="22" y="755"/>
                  </a:cubicBezTo>
                  <a:cubicBezTo>
                    <a:pt x="22" y="1007"/>
                    <a:pt x="242" y="1227"/>
                    <a:pt x="463" y="1353"/>
                  </a:cubicBezTo>
                  <a:cubicBezTo>
                    <a:pt x="1061" y="1637"/>
                    <a:pt x="1408" y="2267"/>
                    <a:pt x="1408" y="2960"/>
                  </a:cubicBezTo>
                  <a:lnTo>
                    <a:pt x="1408" y="4914"/>
                  </a:lnTo>
                  <a:cubicBezTo>
                    <a:pt x="1534" y="4851"/>
                    <a:pt x="1660" y="4851"/>
                    <a:pt x="1754" y="4851"/>
                  </a:cubicBezTo>
                  <a:lnTo>
                    <a:pt x="2101" y="4851"/>
                  </a:lnTo>
                  <a:lnTo>
                    <a:pt x="2101" y="2771"/>
                  </a:lnTo>
                  <a:cubicBezTo>
                    <a:pt x="2101" y="2141"/>
                    <a:pt x="2479" y="1606"/>
                    <a:pt x="3109" y="1322"/>
                  </a:cubicBezTo>
                  <a:cubicBezTo>
                    <a:pt x="3330" y="1196"/>
                    <a:pt x="3487" y="975"/>
                    <a:pt x="3487" y="692"/>
                  </a:cubicBezTo>
                  <a:cubicBezTo>
                    <a:pt x="3487" y="279"/>
                    <a:pt x="3135" y="1"/>
                    <a:pt x="27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9" name="Google Shape;1749;p81"/>
          <p:cNvGrpSpPr/>
          <p:nvPr/>
        </p:nvGrpSpPr>
        <p:grpSpPr>
          <a:xfrm>
            <a:off x="7764143" y="3119507"/>
            <a:ext cx="351910" cy="351880"/>
            <a:chOff x="-25094250" y="3547050"/>
            <a:chExt cx="295400" cy="295375"/>
          </a:xfrm>
        </p:grpSpPr>
        <p:sp>
          <p:nvSpPr>
            <p:cNvPr id="1750" name="Google Shape;1750;p81"/>
            <p:cNvSpPr/>
            <p:nvPr/>
          </p:nvSpPr>
          <p:spPr>
            <a:xfrm>
              <a:off x="-24990275" y="35809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81"/>
            <p:cNvSpPr/>
            <p:nvPr/>
          </p:nvSpPr>
          <p:spPr>
            <a:xfrm>
              <a:off x="-25041475" y="3668350"/>
              <a:ext cx="52025" cy="52000"/>
            </a:xfrm>
            <a:custGeom>
              <a:avLst/>
              <a:gdLst/>
              <a:ahLst/>
              <a:cxnLst/>
              <a:rect l="l" t="t" r="r" b="b"/>
              <a:pathLst>
                <a:path w="2081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2080" y="2080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81"/>
            <p:cNvSpPr/>
            <p:nvPr/>
          </p:nvSpPr>
          <p:spPr>
            <a:xfrm>
              <a:off x="-25094250" y="3547050"/>
              <a:ext cx="224500" cy="295375"/>
            </a:xfrm>
            <a:custGeom>
              <a:avLst/>
              <a:gdLst/>
              <a:ahLst/>
              <a:cxnLst/>
              <a:rect l="l" t="t" r="r" b="b"/>
              <a:pathLst>
                <a:path w="8980" h="11815" extrusionOk="0">
                  <a:moveTo>
                    <a:pt x="4538" y="694"/>
                  </a:moveTo>
                  <a:cubicBezTo>
                    <a:pt x="5136" y="694"/>
                    <a:pt x="5577" y="1166"/>
                    <a:pt x="5577" y="1702"/>
                  </a:cubicBezTo>
                  <a:cubicBezTo>
                    <a:pt x="5577" y="1891"/>
                    <a:pt x="5735" y="2048"/>
                    <a:pt x="5924" y="2048"/>
                  </a:cubicBezTo>
                  <a:lnTo>
                    <a:pt x="6649" y="2048"/>
                  </a:lnTo>
                  <a:cubicBezTo>
                    <a:pt x="6838" y="2048"/>
                    <a:pt x="6995" y="2206"/>
                    <a:pt x="6995" y="2426"/>
                  </a:cubicBezTo>
                  <a:lnTo>
                    <a:pt x="6995" y="2773"/>
                  </a:lnTo>
                  <a:lnTo>
                    <a:pt x="2143" y="2773"/>
                  </a:lnTo>
                  <a:lnTo>
                    <a:pt x="2143" y="2426"/>
                  </a:lnTo>
                  <a:lnTo>
                    <a:pt x="2112" y="2426"/>
                  </a:lnTo>
                  <a:cubicBezTo>
                    <a:pt x="2112" y="2206"/>
                    <a:pt x="2269" y="2048"/>
                    <a:pt x="2458" y="2048"/>
                  </a:cubicBezTo>
                  <a:lnTo>
                    <a:pt x="3183" y="2048"/>
                  </a:lnTo>
                  <a:cubicBezTo>
                    <a:pt x="3372" y="2048"/>
                    <a:pt x="3530" y="1891"/>
                    <a:pt x="3530" y="1702"/>
                  </a:cubicBezTo>
                  <a:cubicBezTo>
                    <a:pt x="3530" y="1103"/>
                    <a:pt x="4002" y="694"/>
                    <a:pt x="4538" y="694"/>
                  </a:cubicBezTo>
                  <a:close/>
                  <a:moveTo>
                    <a:pt x="7310" y="4159"/>
                  </a:moveTo>
                  <a:cubicBezTo>
                    <a:pt x="7499" y="4159"/>
                    <a:pt x="7657" y="4317"/>
                    <a:pt x="7657" y="4506"/>
                  </a:cubicBezTo>
                  <a:cubicBezTo>
                    <a:pt x="7657" y="4695"/>
                    <a:pt x="7499" y="4852"/>
                    <a:pt x="7310" y="4852"/>
                  </a:cubicBezTo>
                  <a:lnTo>
                    <a:pt x="5924" y="4852"/>
                  </a:lnTo>
                  <a:cubicBezTo>
                    <a:pt x="5735" y="4852"/>
                    <a:pt x="5577" y="4695"/>
                    <a:pt x="5577" y="4506"/>
                  </a:cubicBezTo>
                  <a:cubicBezTo>
                    <a:pt x="5577" y="4317"/>
                    <a:pt x="5735" y="4159"/>
                    <a:pt x="5924" y="4159"/>
                  </a:cubicBezTo>
                  <a:close/>
                  <a:moveTo>
                    <a:pt x="7310" y="5514"/>
                  </a:moveTo>
                  <a:cubicBezTo>
                    <a:pt x="7499" y="5514"/>
                    <a:pt x="7657" y="5671"/>
                    <a:pt x="7657" y="5892"/>
                  </a:cubicBezTo>
                  <a:cubicBezTo>
                    <a:pt x="7657" y="6081"/>
                    <a:pt x="7499" y="6238"/>
                    <a:pt x="7310" y="6238"/>
                  </a:cubicBezTo>
                  <a:lnTo>
                    <a:pt x="5924" y="6238"/>
                  </a:lnTo>
                  <a:cubicBezTo>
                    <a:pt x="5735" y="6238"/>
                    <a:pt x="5577" y="6081"/>
                    <a:pt x="5577" y="5892"/>
                  </a:cubicBezTo>
                  <a:cubicBezTo>
                    <a:pt x="5577" y="5671"/>
                    <a:pt x="5735" y="5514"/>
                    <a:pt x="5924" y="5514"/>
                  </a:cubicBezTo>
                  <a:close/>
                  <a:moveTo>
                    <a:pt x="4506" y="4159"/>
                  </a:moveTo>
                  <a:cubicBezTo>
                    <a:pt x="4695" y="4159"/>
                    <a:pt x="4853" y="4317"/>
                    <a:pt x="4853" y="4506"/>
                  </a:cubicBezTo>
                  <a:lnTo>
                    <a:pt x="4853" y="7247"/>
                  </a:lnTo>
                  <a:cubicBezTo>
                    <a:pt x="4853" y="7467"/>
                    <a:pt x="4695" y="7593"/>
                    <a:pt x="4506" y="7593"/>
                  </a:cubicBezTo>
                  <a:lnTo>
                    <a:pt x="1734" y="7593"/>
                  </a:lnTo>
                  <a:cubicBezTo>
                    <a:pt x="1545" y="7593"/>
                    <a:pt x="1387" y="7467"/>
                    <a:pt x="1387" y="7247"/>
                  </a:cubicBezTo>
                  <a:lnTo>
                    <a:pt x="1387" y="4506"/>
                  </a:lnTo>
                  <a:cubicBezTo>
                    <a:pt x="1387" y="4317"/>
                    <a:pt x="1545" y="4159"/>
                    <a:pt x="1734" y="4159"/>
                  </a:cubicBezTo>
                  <a:close/>
                  <a:moveTo>
                    <a:pt x="7310" y="6900"/>
                  </a:moveTo>
                  <a:cubicBezTo>
                    <a:pt x="7499" y="6900"/>
                    <a:pt x="7657" y="7058"/>
                    <a:pt x="7657" y="7247"/>
                  </a:cubicBezTo>
                  <a:cubicBezTo>
                    <a:pt x="7657" y="7467"/>
                    <a:pt x="7499" y="7593"/>
                    <a:pt x="7310" y="7593"/>
                  </a:cubicBezTo>
                  <a:lnTo>
                    <a:pt x="5924" y="7593"/>
                  </a:lnTo>
                  <a:cubicBezTo>
                    <a:pt x="5735" y="7593"/>
                    <a:pt x="5577" y="7467"/>
                    <a:pt x="5577" y="7247"/>
                  </a:cubicBezTo>
                  <a:cubicBezTo>
                    <a:pt x="5577" y="7058"/>
                    <a:pt x="5735" y="6900"/>
                    <a:pt x="5924" y="6900"/>
                  </a:cubicBezTo>
                  <a:close/>
                  <a:moveTo>
                    <a:pt x="7310" y="8318"/>
                  </a:moveTo>
                  <a:cubicBezTo>
                    <a:pt x="7499" y="8318"/>
                    <a:pt x="7657" y="8475"/>
                    <a:pt x="7657" y="8664"/>
                  </a:cubicBezTo>
                  <a:cubicBezTo>
                    <a:pt x="7657" y="8853"/>
                    <a:pt x="7499" y="9011"/>
                    <a:pt x="7310" y="9011"/>
                  </a:cubicBezTo>
                  <a:lnTo>
                    <a:pt x="1734" y="9011"/>
                  </a:lnTo>
                  <a:cubicBezTo>
                    <a:pt x="1545" y="9011"/>
                    <a:pt x="1387" y="8853"/>
                    <a:pt x="1387" y="8664"/>
                  </a:cubicBezTo>
                  <a:cubicBezTo>
                    <a:pt x="1387" y="8475"/>
                    <a:pt x="1545" y="8318"/>
                    <a:pt x="1734" y="8318"/>
                  </a:cubicBezTo>
                  <a:close/>
                  <a:moveTo>
                    <a:pt x="7310" y="9704"/>
                  </a:moveTo>
                  <a:cubicBezTo>
                    <a:pt x="7499" y="9704"/>
                    <a:pt x="7657" y="9861"/>
                    <a:pt x="7657" y="10050"/>
                  </a:cubicBezTo>
                  <a:cubicBezTo>
                    <a:pt x="7657" y="10240"/>
                    <a:pt x="7499" y="10397"/>
                    <a:pt x="7310" y="10397"/>
                  </a:cubicBezTo>
                  <a:lnTo>
                    <a:pt x="1734" y="10397"/>
                  </a:lnTo>
                  <a:cubicBezTo>
                    <a:pt x="1545" y="10397"/>
                    <a:pt x="1387" y="10240"/>
                    <a:pt x="1387" y="10050"/>
                  </a:cubicBezTo>
                  <a:cubicBezTo>
                    <a:pt x="1387" y="9861"/>
                    <a:pt x="1545" y="9704"/>
                    <a:pt x="1734" y="9704"/>
                  </a:cubicBezTo>
                  <a:close/>
                  <a:moveTo>
                    <a:pt x="4506" y="0"/>
                  </a:moveTo>
                  <a:cubicBezTo>
                    <a:pt x="3687" y="0"/>
                    <a:pt x="2962" y="599"/>
                    <a:pt x="2805" y="1387"/>
                  </a:cubicBezTo>
                  <a:lnTo>
                    <a:pt x="2427" y="1387"/>
                  </a:lnTo>
                  <a:cubicBezTo>
                    <a:pt x="1986" y="1387"/>
                    <a:pt x="1576" y="1670"/>
                    <a:pt x="1419" y="2080"/>
                  </a:cubicBezTo>
                  <a:lnTo>
                    <a:pt x="1041" y="2080"/>
                  </a:lnTo>
                  <a:cubicBezTo>
                    <a:pt x="442" y="2080"/>
                    <a:pt x="1" y="2552"/>
                    <a:pt x="1" y="3119"/>
                  </a:cubicBezTo>
                  <a:lnTo>
                    <a:pt x="1" y="10807"/>
                  </a:lnTo>
                  <a:cubicBezTo>
                    <a:pt x="1" y="11342"/>
                    <a:pt x="474" y="11815"/>
                    <a:pt x="1041" y="11815"/>
                  </a:cubicBezTo>
                  <a:lnTo>
                    <a:pt x="7972" y="11815"/>
                  </a:lnTo>
                  <a:cubicBezTo>
                    <a:pt x="8570" y="11815"/>
                    <a:pt x="8980" y="11342"/>
                    <a:pt x="8980" y="10807"/>
                  </a:cubicBezTo>
                  <a:lnTo>
                    <a:pt x="8980" y="3119"/>
                  </a:lnTo>
                  <a:cubicBezTo>
                    <a:pt x="8980" y="2521"/>
                    <a:pt x="8507" y="2080"/>
                    <a:pt x="7972" y="2080"/>
                  </a:cubicBezTo>
                  <a:lnTo>
                    <a:pt x="7562" y="2080"/>
                  </a:lnTo>
                  <a:cubicBezTo>
                    <a:pt x="7405" y="1702"/>
                    <a:pt x="7058" y="1387"/>
                    <a:pt x="6585" y="1387"/>
                  </a:cubicBezTo>
                  <a:lnTo>
                    <a:pt x="6207" y="1387"/>
                  </a:lnTo>
                  <a:cubicBezTo>
                    <a:pt x="6050" y="599"/>
                    <a:pt x="5325" y="0"/>
                    <a:pt x="4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81"/>
            <p:cNvSpPr/>
            <p:nvPr/>
          </p:nvSpPr>
          <p:spPr>
            <a:xfrm>
              <a:off x="-24851650" y="3582300"/>
              <a:ext cx="52800" cy="190825"/>
            </a:xfrm>
            <a:custGeom>
              <a:avLst/>
              <a:gdLst/>
              <a:ahLst/>
              <a:cxnLst/>
              <a:rect l="l" t="t" r="r" b="b"/>
              <a:pathLst>
                <a:path w="2112" h="7633" extrusionOk="0">
                  <a:moveTo>
                    <a:pt x="1060" y="0"/>
                  </a:moveTo>
                  <a:cubicBezTo>
                    <a:pt x="930" y="0"/>
                    <a:pt x="804" y="55"/>
                    <a:pt x="757" y="166"/>
                  </a:cubicBezTo>
                  <a:lnTo>
                    <a:pt x="32" y="1552"/>
                  </a:lnTo>
                  <a:cubicBezTo>
                    <a:pt x="0" y="1583"/>
                    <a:pt x="0" y="1678"/>
                    <a:pt x="0" y="1709"/>
                  </a:cubicBezTo>
                  <a:lnTo>
                    <a:pt x="0" y="7632"/>
                  </a:lnTo>
                  <a:lnTo>
                    <a:pt x="2080" y="7632"/>
                  </a:lnTo>
                  <a:lnTo>
                    <a:pt x="2080" y="1709"/>
                  </a:lnTo>
                  <a:lnTo>
                    <a:pt x="2111" y="1709"/>
                  </a:lnTo>
                  <a:cubicBezTo>
                    <a:pt x="2111" y="1678"/>
                    <a:pt x="2111" y="1583"/>
                    <a:pt x="2080" y="1552"/>
                  </a:cubicBezTo>
                  <a:lnTo>
                    <a:pt x="1387" y="166"/>
                  </a:lnTo>
                  <a:cubicBezTo>
                    <a:pt x="1324" y="55"/>
                    <a:pt x="1190" y="0"/>
                    <a:pt x="10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81"/>
            <p:cNvSpPr/>
            <p:nvPr/>
          </p:nvSpPr>
          <p:spPr>
            <a:xfrm>
              <a:off x="-24850875" y="3788050"/>
              <a:ext cx="52025" cy="53600"/>
            </a:xfrm>
            <a:custGeom>
              <a:avLst/>
              <a:gdLst/>
              <a:ahLst/>
              <a:cxnLst/>
              <a:rect l="l" t="t" r="r" b="b"/>
              <a:pathLst>
                <a:path w="2081" h="2144" extrusionOk="0">
                  <a:moveTo>
                    <a:pt x="1" y="1"/>
                  </a:moveTo>
                  <a:lnTo>
                    <a:pt x="1" y="1104"/>
                  </a:lnTo>
                  <a:lnTo>
                    <a:pt x="64" y="1104"/>
                  </a:lnTo>
                  <a:cubicBezTo>
                    <a:pt x="64" y="1702"/>
                    <a:pt x="505" y="2143"/>
                    <a:pt x="1072" y="2143"/>
                  </a:cubicBezTo>
                  <a:cubicBezTo>
                    <a:pt x="1671" y="2143"/>
                    <a:pt x="2080" y="1671"/>
                    <a:pt x="2080" y="1104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5" name="Google Shape;1755;p81"/>
          <p:cNvSpPr/>
          <p:nvPr/>
        </p:nvSpPr>
        <p:spPr>
          <a:xfrm>
            <a:off x="8315274" y="3723181"/>
            <a:ext cx="352833" cy="241864"/>
          </a:xfrm>
          <a:custGeom>
            <a:avLst/>
            <a:gdLst/>
            <a:ahLst/>
            <a:cxnLst/>
            <a:rect l="l" t="t" r="r" b="b"/>
            <a:pathLst>
              <a:path w="11847" h="8121" extrusionOk="0">
                <a:moveTo>
                  <a:pt x="5640" y="1221"/>
                </a:moveTo>
                <a:lnTo>
                  <a:pt x="5640" y="1914"/>
                </a:lnTo>
                <a:lnTo>
                  <a:pt x="4916" y="1914"/>
                </a:lnTo>
                <a:lnTo>
                  <a:pt x="4916" y="1568"/>
                </a:lnTo>
                <a:cubicBezTo>
                  <a:pt x="4916" y="1379"/>
                  <a:pt x="5073" y="1221"/>
                  <a:pt x="5294" y="1221"/>
                </a:cubicBezTo>
                <a:close/>
                <a:moveTo>
                  <a:pt x="8066" y="1253"/>
                </a:moveTo>
                <a:cubicBezTo>
                  <a:pt x="8287" y="1253"/>
                  <a:pt x="8444" y="1410"/>
                  <a:pt x="8444" y="1599"/>
                </a:cubicBezTo>
                <a:lnTo>
                  <a:pt x="8444" y="1946"/>
                </a:lnTo>
                <a:lnTo>
                  <a:pt x="7720" y="1946"/>
                </a:lnTo>
                <a:lnTo>
                  <a:pt x="7720" y="1253"/>
                </a:lnTo>
                <a:close/>
                <a:moveTo>
                  <a:pt x="7027" y="1253"/>
                </a:moveTo>
                <a:lnTo>
                  <a:pt x="7027" y="1977"/>
                </a:lnTo>
                <a:lnTo>
                  <a:pt x="6302" y="1977"/>
                </a:lnTo>
                <a:lnTo>
                  <a:pt x="6302" y="1253"/>
                </a:lnTo>
                <a:close/>
                <a:moveTo>
                  <a:pt x="8098" y="3994"/>
                </a:moveTo>
                <a:lnTo>
                  <a:pt x="6648" y="4844"/>
                </a:lnTo>
                <a:lnTo>
                  <a:pt x="5199" y="3994"/>
                </a:lnTo>
                <a:close/>
                <a:moveTo>
                  <a:pt x="6648" y="5663"/>
                </a:moveTo>
                <a:lnTo>
                  <a:pt x="8665" y="6797"/>
                </a:lnTo>
                <a:lnTo>
                  <a:pt x="4664" y="6797"/>
                </a:lnTo>
                <a:lnTo>
                  <a:pt x="6648" y="5663"/>
                </a:lnTo>
                <a:close/>
                <a:moveTo>
                  <a:pt x="3183" y="6766"/>
                </a:moveTo>
                <a:cubicBezTo>
                  <a:pt x="3372" y="6766"/>
                  <a:pt x="3561" y="6924"/>
                  <a:pt x="3561" y="7113"/>
                </a:cubicBezTo>
                <a:cubicBezTo>
                  <a:pt x="3561" y="7333"/>
                  <a:pt x="3372" y="7491"/>
                  <a:pt x="3183" y="7491"/>
                </a:cubicBezTo>
                <a:cubicBezTo>
                  <a:pt x="2994" y="7491"/>
                  <a:pt x="2836" y="7333"/>
                  <a:pt x="2836" y="7113"/>
                </a:cubicBezTo>
                <a:cubicBezTo>
                  <a:pt x="2836" y="6924"/>
                  <a:pt x="2994" y="6766"/>
                  <a:pt x="3183" y="6766"/>
                </a:cubicBezTo>
                <a:close/>
                <a:moveTo>
                  <a:pt x="10114" y="6797"/>
                </a:moveTo>
                <a:cubicBezTo>
                  <a:pt x="10303" y="6797"/>
                  <a:pt x="10461" y="6955"/>
                  <a:pt x="10461" y="7144"/>
                </a:cubicBezTo>
                <a:cubicBezTo>
                  <a:pt x="10461" y="7365"/>
                  <a:pt x="10303" y="7522"/>
                  <a:pt x="10114" y="7522"/>
                </a:cubicBezTo>
                <a:cubicBezTo>
                  <a:pt x="9925" y="7522"/>
                  <a:pt x="9767" y="7365"/>
                  <a:pt x="9767" y="7144"/>
                </a:cubicBezTo>
                <a:cubicBezTo>
                  <a:pt x="9767" y="6955"/>
                  <a:pt x="9925" y="6797"/>
                  <a:pt x="10114" y="6797"/>
                </a:cubicBezTo>
                <a:close/>
                <a:moveTo>
                  <a:pt x="1123" y="0"/>
                </a:moveTo>
                <a:cubicBezTo>
                  <a:pt x="859" y="0"/>
                  <a:pt x="600" y="103"/>
                  <a:pt x="411" y="308"/>
                </a:cubicBezTo>
                <a:cubicBezTo>
                  <a:pt x="1" y="686"/>
                  <a:pt x="1" y="1379"/>
                  <a:pt x="411" y="1757"/>
                </a:cubicBezTo>
                <a:lnTo>
                  <a:pt x="2017" y="3426"/>
                </a:lnTo>
                <a:cubicBezTo>
                  <a:pt x="2395" y="3805"/>
                  <a:pt x="2931" y="4025"/>
                  <a:pt x="3466" y="4025"/>
                </a:cubicBezTo>
                <a:lnTo>
                  <a:pt x="3782" y="4025"/>
                </a:lnTo>
                <a:lnTo>
                  <a:pt x="5955" y="5222"/>
                </a:lnTo>
                <a:lnTo>
                  <a:pt x="3908" y="6388"/>
                </a:lnTo>
                <a:cubicBezTo>
                  <a:pt x="3719" y="6167"/>
                  <a:pt x="3466" y="6073"/>
                  <a:pt x="3151" y="6073"/>
                </a:cubicBezTo>
                <a:cubicBezTo>
                  <a:pt x="2553" y="6073"/>
                  <a:pt x="2143" y="6545"/>
                  <a:pt x="2143" y="7081"/>
                </a:cubicBezTo>
                <a:cubicBezTo>
                  <a:pt x="2143" y="7680"/>
                  <a:pt x="2584" y="8121"/>
                  <a:pt x="3151" y="8121"/>
                </a:cubicBezTo>
                <a:cubicBezTo>
                  <a:pt x="3593" y="8121"/>
                  <a:pt x="3971" y="7837"/>
                  <a:pt x="4128" y="7396"/>
                </a:cubicBezTo>
                <a:lnTo>
                  <a:pt x="9137" y="7396"/>
                </a:lnTo>
                <a:cubicBezTo>
                  <a:pt x="9295" y="7806"/>
                  <a:pt x="9641" y="8121"/>
                  <a:pt x="10114" y="8121"/>
                </a:cubicBezTo>
                <a:cubicBezTo>
                  <a:pt x="10713" y="8121"/>
                  <a:pt x="11154" y="7648"/>
                  <a:pt x="11154" y="7081"/>
                </a:cubicBezTo>
                <a:cubicBezTo>
                  <a:pt x="11154" y="6482"/>
                  <a:pt x="10681" y="6073"/>
                  <a:pt x="10114" y="6073"/>
                </a:cubicBezTo>
                <a:cubicBezTo>
                  <a:pt x="9862" y="6073"/>
                  <a:pt x="9578" y="6167"/>
                  <a:pt x="9358" y="6388"/>
                </a:cubicBezTo>
                <a:lnTo>
                  <a:pt x="7310" y="5222"/>
                </a:lnTo>
                <a:lnTo>
                  <a:pt x="9484" y="4025"/>
                </a:lnTo>
                <a:lnTo>
                  <a:pt x="10839" y="4025"/>
                </a:lnTo>
                <a:cubicBezTo>
                  <a:pt x="11437" y="4025"/>
                  <a:pt x="11847" y="3552"/>
                  <a:pt x="11847" y="2985"/>
                </a:cubicBezTo>
                <a:cubicBezTo>
                  <a:pt x="11847" y="2387"/>
                  <a:pt x="11374" y="1946"/>
                  <a:pt x="10839" y="1946"/>
                </a:cubicBezTo>
                <a:lnTo>
                  <a:pt x="9074" y="1946"/>
                </a:lnTo>
                <a:lnTo>
                  <a:pt x="9074" y="1599"/>
                </a:lnTo>
                <a:cubicBezTo>
                  <a:pt x="9074" y="1032"/>
                  <a:pt x="8602" y="591"/>
                  <a:pt x="8035" y="591"/>
                </a:cubicBezTo>
                <a:lnTo>
                  <a:pt x="5294" y="591"/>
                </a:lnTo>
                <a:cubicBezTo>
                  <a:pt x="4695" y="591"/>
                  <a:pt x="4254" y="1064"/>
                  <a:pt x="4254" y="1599"/>
                </a:cubicBezTo>
                <a:lnTo>
                  <a:pt x="4254" y="1946"/>
                </a:lnTo>
                <a:lnTo>
                  <a:pt x="4097" y="1946"/>
                </a:lnTo>
                <a:cubicBezTo>
                  <a:pt x="3750" y="1946"/>
                  <a:pt x="3372" y="1820"/>
                  <a:pt x="3120" y="1568"/>
                </a:cubicBezTo>
                <a:lnTo>
                  <a:pt x="1860" y="308"/>
                </a:lnTo>
                <a:cubicBezTo>
                  <a:pt x="1655" y="103"/>
                  <a:pt x="1387" y="0"/>
                  <a:pt x="112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6" name="Google Shape;1756;p81"/>
          <p:cNvGrpSpPr/>
          <p:nvPr/>
        </p:nvGrpSpPr>
        <p:grpSpPr>
          <a:xfrm>
            <a:off x="8315329" y="3119047"/>
            <a:ext cx="352803" cy="352803"/>
            <a:chOff x="-23245675" y="3148525"/>
            <a:chExt cx="296150" cy="296150"/>
          </a:xfrm>
        </p:grpSpPr>
        <p:sp>
          <p:nvSpPr>
            <p:cNvPr id="1757" name="Google Shape;1757;p81"/>
            <p:cNvSpPr/>
            <p:nvPr/>
          </p:nvSpPr>
          <p:spPr>
            <a:xfrm>
              <a:off x="-23192925" y="3251700"/>
              <a:ext cx="192225" cy="105550"/>
            </a:xfrm>
            <a:custGeom>
              <a:avLst/>
              <a:gdLst/>
              <a:ahLst/>
              <a:cxnLst/>
              <a:rect l="l" t="t" r="r" b="b"/>
              <a:pathLst>
                <a:path w="7689" h="4222" extrusionOk="0">
                  <a:moveTo>
                    <a:pt x="3151" y="0"/>
                  </a:moveTo>
                  <a:lnTo>
                    <a:pt x="2616" y="1260"/>
                  </a:lnTo>
                  <a:cubicBezTo>
                    <a:pt x="2584" y="1386"/>
                    <a:pt x="2427" y="1481"/>
                    <a:pt x="2301" y="1481"/>
                  </a:cubicBezTo>
                  <a:lnTo>
                    <a:pt x="1" y="1481"/>
                  </a:lnTo>
                  <a:lnTo>
                    <a:pt x="1" y="4222"/>
                  </a:lnTo>
                  <a:lnTo>
                    <a:pt x="7688" y="4222"/>
                  </a:lnTo>
                  <a:lnTo>
                    <a:pt x="7688" y="1481"/>
                  </a:lnTo>
                  <a:lnTo>
                    <a:pt x="5672" y="1481"/>
                  </a:lnTo>
                  <a:lnTo>
                    <a:pt x="4884" y="3371"/>
                  </a:lnTo>
                  <a:cubicBezTo>
                    <a:pt x="4827" y="3513"/>
                    <a:pt x="4713" y="3578"/>
                    <a:pt x="4593" y="3578"/>
                  </a:cubicBezTo>
                  <a:cubicBezTo>
                    <a:pt x="4447" y="3578"/>
                    <a:pt x="4292" y="3481"/>
                    <a:pt x="4223" y="3308"/>
                  </a:cubicBezTo>
                  <a:lnTo>
                    <a:pt x="3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81"/>
            <p:cNvSpPr/>
            <p:nvPr/>
          </p:nvSpPr>
          <p:spPr>
            <a:xfrm>
              <a:off x="-23193700" y="3200500"/>
              <a:ext cx="192200" cy="106350"/>
            </a:xfrm>
            <a:custGeom>
              <a:avLst/>
              <a:gdLst/>
              <a:ahLst/>
              <a:cxnLst/>
              <a:rect l="l" t="t" r="r" b="b"/>
              <a:pathLst>
                <a:path w="7688" h="4254" extrusionOk="0">
                  <a:moveTo>
                    <a:pt x="0" y="0"/>
                  </a:moveTo>
                  <a:lnTo>
                    <a:pt x="0" y="2836"/>
                  </a:lnTo>
                  <a:lnTo>
                    <a:pt x="2111" y="2836"/>
                  </a:lnTo>
                  <a:lnTo>
                    <a:pt x="2962" y="945"/>
                  </a:lnTo>
                  <a:cubicBezTo>
                    <a:pt x="3020" y="800"/>
                    <a:pt x="3138" y="735"/>
                    <a:pt x="3258" y="735"/>
                  </a:cubicBezTo>
                  <a:cubicBezTo>
                    <a:pt x="3399" y="735"/>
                    <a:pt x="3541" y="824"/>
                    <a:pt x="3592" y="977"/>
                  </a:cubicBezTo>
                  <a:lnTo>
                    <a:pt x="4632" y="4253"/>
                  </a:lnTo>
                  <a:lnTo>
                    <a:pt x="5104" y="3056"/>
                  </a:lnTo>
                  <a:cubicBezTo>
                    <a:pt x="5167" y="2930"/>
                    <a:pt x="5325" y="2836"/>
                    <a:pt x="5419" y="2836"/>
                  </a:cubicBezTo>
                  <a:lnTo>
                    <a:pt x="7688" y="2836"/>
                  </a:lnTo>
                  <a:lnTo>
                    <a:pt x="76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81"/>
            <p:cNvSpPr/>
            <p:nvPr/>
          </p:nvSpPr>
          <p:spPr>
            <a:xfrm>
              <a:off x="-23245675" y="3148525"/>
              <a:ext cx="296150" cy="296150"/>
            </a:xfrm>
            <a:custGeom>
              <a:avLst/>
              <a:gdLst/>
              <a:ahLst/>
              <a:cxnLst/>
              <a:rect l="l" t="t" r="r" b="b"/>
              <a:pathLst>
                <a:path w="11846" h="11846" extrusionOk="0">
                  <a:moveTo>
                    <a:pt x="10113" y="1386"/>
                  </a:moveTo>
                  <a:cubicBezTo>
                    <a:pt x="10302" y="1386"/>
                    <a:pt x="10460" y="1544"/>
                    <a:pt x="10460" y="1733"/>
                  </a:cubicBezTo>
                  <a:lnTo>
                    <a:pt x="10460" y="8758"/>
                  </a:lnTo>
                  <a:cubicBezTo>
                    <a:pt x="10460" y="8947"/>
                    <a:pt x="10302" y="9105"/>
                    <a:pt x="10113" y="9105"/>
                  </a:cubicBezTo>
                  <a:lnTo>
                    <a:pt x="1733" y="9105"/>
                  </a:lnTo>
                  <a:cubicBezTo>
                    <a:pt x="1512" y="9105"/>
                    <a:pt x="1355" y="8947"/>
                    <a:pt x="1355" y="8758"/>
                  </a:cubicBezTo>
                  <a:lnTo>
                    <a:pt x="1355" y="1733"/>
                  </a:lnTo>
                  <a:cubicBezTo>
                    <a:pt x="1355" y="1544"/>
                    <a:pt x="1512" y="1386"/>
                    <a:pt x="1733" y="1386"/>
                  </a:cubicBezTo>
                  <a:close/>
                  <a:moveTo>
                    <a:pt x="2426" y="9767"/>
                  </a:moveTo>
                  <a:cubicBezTo>
                    <a:pt x="2615" y="9767"/>
                    <a:pt x="2804" y="9924"/>
                    <a:pt x="2804" y="10113"/>
                  </a:cubicBezTo>
                  <a:cubicBezTo>
                    <a:pt x="2804" y="10334"/>
                    <a:pt x="2615" y="10491"/>
                    <a:pt x="2426" y="10491"/>
                  </a:cubicBezTo>
                  <a:cubicBezTo>
                    <a:pt x="2237" y="10491"/>
                    <a:pt x="2079" y="10334"/>
                    <a:pt x="2079" y="10113"/>
                  </a:cubicBezTo>
                  <a:cubicBezTo>
                    <a:pt x="2079" y="9924"/>
                    <a:pt x="2237" y="9767"/>
                    <a:pt x="2426" y="9767"/>
                  </a:cubicBezTo>
                  <a:close/>
                  <a:moveTo>
                    <a:pt x="3844" y="9767"/>
                  </a:moveTo>
                  <a:cubicBezTo>
                    <a:pt x="4033" y="9767"/>
                    <a:pt x="4190" y="9924"/>
                    <a:pt x="4190" y="10113"/>
                  </a:cubicBezTo>
                  <a:cubicBezTo>
                    <a:pt x="4190" y="10334"/>
                    <a:pt x="4001" y="10491"/>
                    <a:pt x="3844" y="10491"/>
                  </a:cubicBezTo>
                  <a:cubicBezTo>
                    <a:pt x="3655" y="10491"/>
                    <a:pt x="3497" y="10334"/>
                    <a:pt x="3497" y="10113"/>
                  </a:cubicBezTo>
                  <a:cubicBezTo>
                    <a:pt x="3497" y="9924"/>
                    <a:pt x="3655" y="9767"/>
                    <a:pt x="3844" y="9767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13" y="11846"/>
                  </a:lnTo>
                  <a:cubicBezTo>
                    <a:pt x="11058" y="11846"/>
                    <a:pt x="11846" y="11058"/>
                    <a:pt x="11846" y="10113"/>
                  </a:cubicBezTo>
                  <a:lnTo>
                    <a:pt x="11846" y="1733"/>
                  </a:lnTo>
                  <a:cubicBezTo>
                    <a:pt x="11846" y="788"/>
                    <a:pt x="11058" y="0"/>
                    <a:pt x="10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0" name="Google Shape;1760;p81"/>
          <p:cNvSpPr/>
          <p:nvPr/>
        </p:nvSpPr>
        <p:spPr>
          <a:xfrm>
            <a:off x="6747168" y="3668157"/>
            <a:ext cx="269323" cy="351910"/>
          </a:xfrm>
          <a:custGeom>
            <a:avLst/>
            <a:gdLst/>
            <a:ahLst/>
            <a:cxnLst/>
            <a:rect l="l" t="t" r="r" b="b"/>
            <a:pathLst>
              <a:path w="9043" h="11816" extrusionOk="0">
                <a:moveTo>
                  <a:pt x="6392" y="3395"/>
                </a:moveTo>
                <a:cubicBezTo>
                  <a:pt x="6483" y="3395"/>
                  <a:pt x="6569" y="3419"/>
                  <a:pt x="6616" y="3466"/>
                </a:cubicBezTo>
                <a:cubicBezTo>
                  <a:pt x="7310" y="4159"/>
                  <a:pt x="7656" y="5010"/>
                  <a:pt x="7656" y="5924"/>
                </a:cubicBezTo>
                <a:cubicBezTo>
                  <a:pt x="7656" y="6837"/>
                  <a:pt x="7310" y="7719"/>
                  <a:pt x="6616" y="8350"/>
                </a:cubicBezTo>
                <a:cubicBezTo>
                  <a:pt x="5955" y="9043"/>
                  <a:pt x="5104" y="9389"/>
                  <a:pt x="4191" y="9389"/>
                </a:cubicBezTo>
                <a:cubicBezTo>
                  <a:pt x="4002" y="9389"/>
                  <a:pt x="3844" y="9232"/>
                  <a:pt x="3844" y="9043"/>
                </a:cubicBezTo>
                <a:cubicBezTo>
                  <a:pt x="3844" y="8822"/>
                  <a:pt x="4002" y="8665"/>
                  <a:pt x="4191" y="8665"/>
                </a:cubicBezTo>
                <a:cubicBezTo>
                  <a:pt x="4947" y="8665"/>
                  <a:pt x="5608" y="8413"/>
                  <a:pt x="6144" y="7845"/>
                </a:cubicBezTo>
                <a:cubicBezTo>
                  <a:pt x="6679" y="7341"/>
                  <a:pt x="6994" y="6617"/>
                  <a:pt x="6994" y="5892"/>
                </a:cubicBezTo>
                <a:cubicBezTo>
                  <a:pt x="6931" y="5168"/>
                  <a:pt x="6679" y="4474"/>
                  <a:pt x="6144" y="3939"/>
                </a:cubicBezTo>
                <a:cubicBezTo>
                  <a:pt x="6049" y="3844"/>
                  <a:pt x="6049" y="3592"/>
                  <a:pt x="6144" y="3466"/>
                </a:cubicBezTo>
                <a:cubicBezTo>
                  <a:pt x="6207" y="3419"/>
                  <a:pt x="6301" y="3395"/>
                  <a:pt x="6392" y="3395"/>
                </a:cubicBezTo>
                <a:close/>
                <a:moveTo>
                  <a:pt x="378" y="1"/>
                </a:moveTo>
                <a:cubicBezTo>
                  <a:pt x="189" y="1"/>
                  <a:pt x="0" y="158"/>
                  <a:pt x="0" y="379"/>
                </a:cubicBezTo>
                <a:lnTo>
                  <a:pt x="0" y="1482"/>
                </a:lnTo>
                <a:cubicBezTo>
                  <a:pt x="0" y="2742"/>
                  <a:pt x="977" y="3750"/>
                  <a:pt x="2206" y="3876"/>
                </a:cubicBezTo>
                <a:cubicBezTo>
                  <a:pt x="2489" y="4695"/>
                  <a:pt x="3277" y="5294"/>
                  <a:pt x="4191" y="5294"/>
                </a:cubicBezTo>
                <a:cubicBezTo>
                  <a:pt x="4569" y="5294"/>
                  <a:pt x="4915" y="5609"/>
                  <a:pt x="4915" y="5987"/>
                </a:cubicBezTo>
                <a:cubicBezTo>
                  <a:pt x="4852" y="6302"/>
                  <a:pt x="4537" y="6617"/>
                  <a:pt x="4191" y="6617"/>
                </a:cubicBezTo>
                <a:cubicBezTo>
                  <a:pt x="3277" y="6617"/>
                  <a:pt x="2489" y="7215"/>
                  <a:pt x="2206" y="8035"/>
                </a:cubicBezTo>
                <a:cubicBezTo>
                  <a:pt x="1009" y="8161"/>
                  <a:pt x="0" y="9200"/>
                  <a:pt x="0" y="10460"/>
                </a:cubicBezTo>
                <a:lnTo>
                  <a:pt x="0" y="11469"/>
                </a:lnTo>
                <a:cubicBezTo>
                  <a:pt x="0" y="11658"/>
                  <a:pt x="189" y="11815"/>
                  <a:pt x="378" y="11815"/>
                </a:cubicBezTo>
                <a:lnTo>
                  <a:pt x="1765" y="11815"/>
                </a:lnTo>
                <a:cubicBezTo>
                  <a:pt x="1954" y="11815"/>
                  <a:pt x="2111" y="11658"/>
                  <a:pt x="2111" y="11469"/>
                </a:cubicBezTo>
                <a:lnTo>
                  <a:pt x="2111" y="10460"/>
                </a:lnTo>
                <a:cubicBezTo>
                  <a:pt x="2111" y="10240"/>
                  <a:pt x="2269" y="10082"/>
                  <a:pt x="2458" y="10082"/>
                </a:cubicBezTo>
                <a:lnTo>
                  <a:pt x="2647" y="10082"/>
                </a:lnTo>
                <a:cubicBezTo>
                  <a:pt x="3056" y="10523"/>
                  <a:pt x="3592" y="10807"/>
                  <a:pt x="4191" y="10807"/>
                </a:cubicBezTo>
                <a:cubicBezTo>
                  <a:pt x="6868" y="10807"/>
                  <a:pt x="9042" y="8633"/>
                  <a:pt x="9042" y="5955"/>
                </a:cubicBezTo>
                <a:cubicBezTo>
                  <a:pt x="9042" y="3277"/>
                  <a:pt x="6868" y="1103"/>
                  <a:pt x="4191" y="1103"/>
                </a:cubicBezTo>
                <a:cubicBezTo>
                  <a:pt x="3592" y="1103"/>
                  <a:pt x="3056" y="1356"/>
                  <a:pt x="2647" y="1828"/>
                </a:cubicBezTo>
                <a:lnTo>
                  <a:pt x="2458" y="1828"/>
                </a:lnTo>
                <a:cubicBezTo>
                  <a:pt x="2269" y="1828"/>
                  <a:pt x="2111" y="1671"/>
                  <a:pt x="2111" y="1482"/>
                </a:cubicBezTo>
                <a:lnTo>
                  <a:pt x="2111" y="379"/>
                </a:lnTo>
                <a:cubicBezTo>
                  <a:pt x="2111" y="158"/>
                  <a:pt x="1954" y="1"/>
                  <a:pt x="176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1" name="Google Shape;1761;p81"/>
          <p:cNvGrpSpPr/>
          <p:nvPr/>
        </p:nvGrpSpPr>
        <p:grpSpPr>
          <a:xfrm>
            <a:off x="7211893" y="3667705"/>
            <a:ext cx="351880" cy="352803"/>
            <a:chOff x="-23244900" y="3888100"/>
            <a:chExt cx="295375" cy="296150"/>
          </a:xfrm>
        </p:grpSpPr>
        <p:sp>
          <p:nvSpPr>
            <p:cNvPr id="1762" name="Google Shape;1762;p81"/>
            <p:cNvSpPr/>
            <p:nvPr/>
          </p:nvSpPr>
          <p:spPr>
            <a:xfrm>
              <a:off x="-23106275" y="3958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0" y="0"/>
                  </a:moveTo>
                  <a:lnTo>
                    <a:pt x="0" y="694"/>
                  </a:lnTo>
                  <a:lnTo>
                    <a:pt x="725" y="694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81"/>
            <p:cNvSpPr/>
            <p:nvPr/>
          </p:nvSpPr>
          <p:spPr>
            <a:xfrm>
              <a:off x="-23106275" y="399285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81"/>
            <p:cNvSpPr/>
            <p:nvPr/>
          </p:nvSpPr>
          <p:spPr>
            <a:xfrm>
              <a:off x="-23106275" y="4062950"/>
              <a:ext cx="18150" cy="34675"/>
            </a:xfrm>
            <a:custGeom>
              <a:avLst/>
              <a:gdLst/>
              <a:ahLst/>
              <a:cxnLst/>
              <a:rect l="l" t="t" r="r" b="b"/>
              <a:pathLst>
                <a:path w="726" h="1387" extrusionOk="0">
                  <a:moveTo>
                    <a:pt x="0" y="0"/>
                  </a:moveTo>
                  <a:lnTo>
                    <a:pt x="0" y="1040"/>
                  </a:lnTo>
                  <a:cubicBezTo>
                    <a:pt x="0" y="1229"/>
                    <a:pt x="158" y="1386"/>
                    <a:pt x="379" y="1386"/>
                  </a:cubicBezTo>
                  <a:cubicBezTo>
                    <a:pt x="568" y="1386"/>
                    <a:pt x="725" y="1229"/>
                    <a:pt x="725" y="1040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81"/>
            <p:cNvSpPr/>
            <p:nvPr/>
          </p:nvSpPr>
          <p:spPr>
            <a:xfrm>
              <a:off x="-23070825" y="3940850"/>
              <a:ext cx="52775" cy="26825"/>
            </a:xfrm>
            <a:custGeom>
              <a:avLst/>
              <a:gdLst/>
              <a:ahLst/>
              <a:cxnLst/>
              <a:rect l="l" t="t" r="r" b="b"/>
              <a:pathLst>
                <a:path w="2111" h="1073" extrusionOk="0">
                  <a:moveTo>
                    <a:pt x="0" y="1"/>
                  </a:moveTo>
                  <a:lnTo>
                    <a:pt x="0" y="725"/>
                  </a:lnTo>
                  <a:lnTo>
                    <a:pt x="1040" y="725"/>
                  </a:lnTo>
                  <a:cubicBezTo>
                    <a:pt x="1386" y="725"/>
                    <a:pt x="1701" y="883"/>
                    <a:pt x="1985" y="1072"/>
                  </a:cubicBezTo>
                  <a:cubicBezTo>
                    <a:pt x="2048" y="946"/>
                    <a:pt x="2111" y="851"/>
                    <a:pt x="2111" y="725"/>
                  </a:cubicBezTo>
                  <a:cubicBezTo>
                    <a:pt x="2111" y="316"/>
                    <a:pt x="1764" y="1"/>
                    <a:pt x="13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81"/>
            <p:cNvSpPr/>
            <p:nvPr/>
          </p:nvSpPr>
          <p:spPr>
            <a:xfrm>
              <a:off x="-23106275" y="39235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694"/>
                  </a:ln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81"/>
            <p:cNvSpPr/>
            <p:nvPr/>
          </p:nvSpPr>
          <p:spPr>
            <a:xfrm>
              <a:off x="-23106275" y="40275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81"/>
            <p:cNvSpPr/>
            <p:nvPr/>
          </p:nvSpPr>
          <p:spPr>
            <a:xfrm>
              <a:off x="-23244900" y="3888100"/>
              <a:ext cx="295375" cy="296150"/>
            </a:xfrm>
            <a:custGeom>
              <a:avLst/>
              <a:gdLst/>
              <a:ahLst/>
              <a:cxnLst/>
              <a:rect l="l" t="t" r="r" b="b"/>
              <a:pathLst>
                <a:path w="11815" h="11846" extrusionOk="0">
                  <a:moveTo>
                    <a:pt x="5892" y="725"/>
                  </a:moveTo>
                  <a:cubicBezTo>
                    <a:pt x="6333" y="725"/>
                    <a:pt x="6743" y="1008"/>
                    <a:pt x="6900" y="1449"/>
                  </a:cubicBezTo>
                  <a:lnTo>
                    <a:pt x="8349" y="1449"/>
                  </a:lnTo>
                  <a:cubicBezTo>
                    <a:pt x="9106" y="1449"/>
                    <a:pt x="9736" y="2079"/>
                    <a:pt x="9736" y="2835"/>
                  </a:cubicBezTo>
                  <a:cubicBezTo>
                    <a:pt x="9736" y="3214"/>
                    <a:pt x="9578" y="3529"/>
                    <a:pt x="9295" y="3812"/>
                  </a:cubicBezTo>
                  <a:cubicBezTo>
                    <a:pt x="9326" y="3938"/>
                    <a:pt x="9358" y="4096"/>
                    <a:pt x="9358" y="4190"/>
                  </a:cubicBezTo>
                  <a:cubicBezTo>
                    <a:pt x="9358" y="4600"/>
                    <a:pt x="9200" y="4915"/>
                    <a:pt x="8948" y="5198"/>
                  </a:cubicBezTo>
                  <a:cubicBezTo>
                    <a:pt x="8980" y="5324"/>
                    <a:pt x="9011" y="5450"/>
                    <a:pt x="9011" y="5576"/>
                  </a:cubicBezTo>
                  <a:cubicBezTo>
                    <a:pt x="9011" y="6333"/>
                    <a:pt x="8381" y="6963"/>
                    <a:pt x="7625" y="6963"/>
                  </a:cubicBezTo>
                  <a:cubicBezTo>
                    <a:pt x="7436" y="6963"/>
                    <a:pt x="7278" y="6805"/>
                    <a:pt x="7278" y="6616"/>
                  </a:cubicBezTo>
                  <a:cubicBezTo>
                    <a:pt x="7278" y="6427"/>
                    <a:pt x="7436" y="6269"/>
                    <a:pt x="7625" y="6269"/>
                  </a:cubicBezTo>
                  <a:cubicBezTo>
                    <a:pt x="8034" y="6269"/>
                    <a:pt x="8349" y="5954"/>
                    <a:pt x="8349" y="5545"/>
                  </a:cubicBezTo>
                  <a:cubicBezTo>
                    <a:pt x="8349" y="5167"/>
                    <a:pt x="8034" y="4852"/>
                    <a:pt x="7625" y="4852"/>
                  </a:cubicBezTo>
                  <a:lnTo>
                    <a:pt x="6932" y="4852"/>
                  </a:lnTo>
                  <a:lnTo>
                    <a:pt x="6932" y="7593"/>
                  </a:lnTo>
                  <a:lnTo>
                    <a:pt x="7940" y="7593"/>
                  </a:lnTo>
                  <a:cubicBezTo>
                    <a:pt x="8538" y="7593"/>
                    <a:pt x="8980" y="8065"/>
                    <a:pt x="8980" y="8632"/>
                  </a:cubicBezTo>
                  <a:cubicBezTo>
                    <a:pt x="8980" y="9105"/>
                    <a:pt x="8664" y="9514"/>
                    <a:pt x="8192" y="9609"/>
                  </a:cubicBezTo>
                  <a:cubicBezTo>
                    <a:pt x="7562" y="9767"/>
                    <a:pt x="7058" y="10145"/>
                    <a:pt x="6680" y="10586"/>
                  </a:cubicBezTo>
                  <a:cubicBezTo>
                    <a:pt x="6459" y="10869"/>
                    <a:pt x="6176" y="11027"/>
                    <a:pt x="5861" y="11027"/>
                  </a:cubicBezTo>
                  <a:cubicBezTo>
                    <a:pt x="5545" y="11027"/>
                    <a:pt x="5230" y="10869"/>
                    <a:pt x="5041" y="10586"/>
                  </a:cubicBezTo>
                  <a:cubicBezTo>
                    <a:pt x="4695" y="10113"/>
                    <a:pt x="4128" y="9767"/>
                    <a:pt x="3529" y="9609"/>
                  </a:cubicBezTo>
                  <a:cubicBezTo>
                    <a:pt x="3057" y="9483"/>
                    <a:pt x="2742" y="9042"/>
                    <a:pt x="2742" y="8569"/>
                  </a:cubicBezTo>
                  <a:cubicBezTo>
                    <a:pt x="2742" y="8002"/>
                    <a:pt x="3214" y="7561"/>
                    <a:pt x="3781" y="7561"/>
                  </a:cubicBezTo>
                  <a:lnTo>
                    <a:pt x="4789" y="7561"/>
                  </a:lnTo>
                  <a:lnTo>
                    <a:pt x="4789" y="4789"/>
                  </a:lnTo>
                  <a:lnTo>
                    <a:pt x="4096" y="4789"/>
                  </a:lnTo>
                  <a:cubicBezTo>
                    <a:pt x="3687" y="4789"/>
                    <a:pt x="3372" y="5104"/>
                    <a:pt x="3372" y="5513"/>
                  </a:cubicBezTo>
                  <a:cubicBezTo>
                    <a:pt x="3372" y="5891"/>
                    <a:pt x="3687" y="6206"/>
                    <a:pt x="4096" y="6206"/>
                  </a:cubicBezTo>
                  <a:cubicBezTo>
                    <a:pt x="4285" y="6206"/>
                    <a:pt x="4443" y="6364"/>
                    <a:pt x="4443" y="6553"/>
                  </a:cubicBezTo>
                  <a:cubicBezTo>
                    <a:pt x="4443" y="6774"/>
                    <a:pt x="4285" y="6931"/>
                    <a:pt x="4096" y="6931"/>
                  </a:cubicBezTo>
                  <a:cubicBezTo>
                    <a:pt x="3340" y="6931"/>
                    <a:pt x="2710" y="6301"/>
                    <a:pt x="2710" y="5545"/>
                  </a:cubicBezTo>
                  <a:cubicBezTo>
                    <a:pt x="2710" y="5387"/>
                    <a:pt x="2742" y="5261"/>
                    <a:pt x="2805" y="5135"/>
                  </a:cubicBezTo>
                  <a:cubicBezTo>
                    <a:pt x="2521" y="4883"/>
                    <a:pt x="2363" y="4568"/>
                    <a:pt x="2363" y="4159"/>
                  </a:cubicBezTo>
                  <a:cubicBezTo>
                    <a:pt x="2363" y="4001"/>
                    <a:pt x="2395" y="3875"/>
                    <a:pt x="2426" y="3781"/>
                  </a:cubicBezTo>
                  <a:cubicBezTo>
                    <a:pt x="2174" y="3497"/>
                    <a:pt x="2017" y="3182"/>
                    <a:pt x="2017" y="2772"/>
                  </a:cubicBezTo>
                  <a:cubicBezTo>
                    <a:pt x="2080" y="2048"/>
                    <a:pt x="2710" y="1449"/>
                    <a:pt x="3466" y="1449"/>
                  </a:cubicBezTo>
                  <a:lnTo>
                    <a:pt x="4915" y="1449"/>
                  </a:lnTo>
                  <a:cubicBezTo>
                    <a:pt x="5073" y="1040"/>
                    <a:pt x="5419" y="725"/>
                    <a:pt x="5892" y="725"/>
                  </a:cubicBezTo>
                  <a:close/>
                  <a:moveTo>
                    <a:pt x="1009" y="0"/>
                  </a:moveTo>
                  <a:cubicBezTo>
                    <a:pt x="473" y="32"/>
                    <a:pt x="1" y="504"/>
                    <a:pt x="1" y="1040"/>
                  </a:cubicBezTo>
                  <a:lnTo>
                    <a:pt x="1" y="10838"/>
                  </a:lnTo>
                  <a:cubicBezTo>
                    <a:pt x="1" y="11405"/>
                    <a:pt x="473" y="11846"/>
                    <a:pt x="1009" y="11846"/>
                  </a:cubicBezTo>
                  <a:lnTo>
                    <a:pt x="10807" y="11846"/>
                  </a:lnTo>
                  <a:cubicBezTo>
                    <a:pt x="11374" y="11846"/>
                    <a:pt x="11815" y="11373"/>
                    <a:pt x="11815" y="10775"/>
                  </a:cubicBezTo>
                  <a:lnTo>
                    <a:pt x="11815" y="1071"/>
                  </a:lnTo>
                  <a:cubicBezTo>
                    <a:pt x="11815" y="504"/>
                    <a:pt x="11342" y="32"/>
                    <a:pt x="10807" y="32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81"/>
            <p:cNvSpPr/>
            <p:nvPr/>
          </p:nvSpPr>
          <p:spPr>
            <a:xfrm>
              <a:off x="-23070825" y="3975525"/>
              <a:ext cx="43325" cy="26800"/>
            </a:xfrm>
            <a:custGeom>
              <a:avLst/>
              <a:gdLst/>
              <a:ahLst/>
              <a:cxnLst/>
              <a:rect l="l" t="t" r="r" b="b"/>
              <a:pathLst>
                <a:path w="1733" h="1072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cubicBezTo>
                    <a:pt x="748" y="722"/>
                    <a:pt x="772" y="721"/>
                    <a:pt x="795" y="721"/>
                  </a:cubicBezTo>
                  <a:cubicBezTo>
                    <a:pt x="1086" y="721"/>
                    <a:pt x="1374" y="896"/>
                    <a:pt x="1607" y="1071"/>
                  </a:cubicBezTo>
                  <a:cubicBezTo>
                    <a:pt x="1701" y="945"/>
                    <a:pt x="1733" y="819"/>
                    <a:pt x="1733" y="725"/>
                  </a:cubicBezTo>
                  <a:cubicBezTo>
                    <a:pt x="1733" y="315"/>
                    <a:pt x="1418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81"/>
            <p:cNvSpPr/>
            <p:nvPr/>
          </p:nvSpPr>
          <p:spPr>
            <a:xfrm>
              <a:off x="-23158250" y="4097600"/>
              <a:ext cx="121300" cy="52000"/>
            </a:xfrm>
            <a:custGeom>
              <a:avLst/>
              <a:gdLst/>
              <a:ahLst/>
              <a:cxnLst/>
              <a:rect l="l" t="t" r="r" b="b"/>
              <a:pathLst>
                <a:path w="4852" h="2080" extrusionOk="0">
                  <a:moveTo>
                    <a:pt x="315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62"/>
                    <a:pt x="284" y="693"/>
                  </a:cubicBezTo>
                  <a:cubicBezTo>
                    <a:pt x="1008" y="914"/>
                    <a:pt x="1701" y="1355"/>
                    <a:pt x="2174" y="1922"/>
                  </a:cubicBezTo>
                  <a:cubicBezTo>
                    <a:pt x="2205" y="2017"/>
                    <a:pt x="2269" y="2080"/>
                    <a:pt x="2426" y="2080"/>
                  </a:cubicBezTo>
                  <a:cubicBezTo>
                    <a:pt x="2584" y="2080"/>
                    <a:pt x="2678" y="2017"/>
                    <a:pt x="2710" y="1922"/>
                  </a:cubicBezTo>
                  <a:cubicBezTo>
                    <a:pt x="3151" y="1355"/>
                    <a:pt x="3812" y="882"/>
                    <a:pt x="4568" y="662"/>
                  </a:cubicBezTo>
                  <a:cubicBezTo>
                    <a:pt x="4726" y="630"/>
                    <a:pt x="4852" y="504"/>
                    <a:pt x="4852" y="347"/>
                  </a:cubicBezTo>
                  <a:cubicBezTo>
                    <a:pt x="4852" y="158"/>
                    <a:pt x="4694" y="0"/>
                    <a:pt x="4474" y="0"/>
                  </a:cubicBezTo>
                  <a:lnTo>
                    <a:pt x="3371" y="0"/>
                  </a:lnTo>
                  <a:cubicBezTo>
                    <a:pt x="3214" y="410"/>
                    <a:pt x="2867" y="725"/>
                    <a:pt x="2395" y="725"/>
                  </a:cubicBezTo>
                  <a:cubicBezTo>
                    <a:pt x="1922" y="725"/>
                    <a:pt x="1575" y="441"/>
                    <a:pt x="14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81"/>
            <p:cNvSpPr/>
            <p:nvPr/>
          </p:nvSpPr>
          <p:spPr>
            <a:xfrm>
              <a:off x="-23176375" y="3940850"/>
              <a:ext cx="52800" cy="26825"/>
            </a:xfrm>
            <a:custGeom>
              <a:avLst/>
              <a:gdLst/>
              <a:ahLst/>
              <a:cxnLst/>
              <a:rect l="l" t="t" r="r" b="b"/>
              <a:pathLst>
                <a:path w="2112" h="1073" extrusionOk="0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851"/>
                    <a:pt x="64" y="978"/>
                    <a:pt x="127" y="1072"/>
                  </a:cubicBezTo>
                  <a:cubicBezTo>
                    <a:pt x="410" y="883"/>
                    <a:pt x="725" y="725"/>
                    <a:pt x="1072" y="725"/>
                  </a:cubicBezTo>
                  <a:lnTo>
                    <a:pt x="2111" y="725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81"/>
            <p:cNvSpPr/>
            <p:nvPr/>
          </p:nvSpPr>
          <p:spPr>
            <a:xfrm>
              <a:off x="-23166125" y="3976300"/>
              <a:ext cx="44125" cy="26800"/>
            </a:xfrm>
            <a:custGeom>
              <a:avLst/>
              <a:gdLst/>
              <a:ahLst/>
              <a:cxnLst/>
              <a:rect l="l" t="t" r="r" b="b"/>
              <a:pathLst>
                <a:path w="1765" h="1072" extrusionOk="0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851"/>
                    <a:pt x="32" y="1009"/>
                    <a:pt x="126" y="1072"/>
                  </a:cubicBezTo>
                  <a:cubicBezTo>
                    <a:pt x="347" y="820"/>
                    <a:pt x="693" y="725"/>
                    <a:pt x="1071" y="725"/>
                  </a:cubicBezTo>
                  <a:lnTo>
                    <a:pt x="1764" y="72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3" name="Google Shape;1773;p81"/>
          <p:cNvSpPr/>
          <p:nvPr/>
        </p:nvSpPr>
        <p:spPr>
          <a:xfrm>
            <a:off x="6704936" y="2053512"/>
            <a:ext cx="353786" cy="353757"/>
          </a:xfrm>
          <a:custGeom>
            <a:avLst/>
            <a:gdLst/>
            <a:ahLst/>
            <a:cxnLst/>
            <a:rect l="l" t="t" r="r" b="b"/>
            <a:pathLst>
              <a:path w="11879" h="11878" extrusionOk="0">
                <a:moveTo>
                  <a:pt x="5451" y="6995"/>
                </a:moveTo>
                <a:lnTo>
                  <a:pt x="5451" y="7688"/>
                </a:lnTo>
                <a:lnTo>
                  <a:pt x="4443" y="7688"/>
                </a:lnTo>
                <a:cubicBezTo>
                  <a:pt x="4223" y="7688"/>
                  <a:pt x="4065" y="7530"/>
                  <a:pt x="4065" y="7341"/>
                </a:cubicBezTo>
                <a:cubicBezTo>
                  <a:pt x="4065" y="7152"/>
                  <a:pt x="4223" y="6995"/>
                  <a:pt x="4443" y="6995"/>
                </a:cubicBezTo>
                <a:close/>
                <a:moveTo>
                  <a:pt x="6491" y="8349"/>
                </a:moveTo>
                <a:lnTo>
                  <a:pt x="6491" y="8381"/>
                </a:lnTo>
                <a:cubicBezTo>
                  <a:pt x="6680" y="8381"/>
                  <a:pt x="6837" y="8538"/>
                  <a:pt x="6837" y="8727"/>
                </a:cubicBezTo>
                <a:cubicBezTo>
                  <a:pt x="6837" y="8916"/>
                  <a:pt x="6680" y="9074"/>
                  <a:pt x="6491" y="9074"/>
                </a:cubicBezTo>
                <a:lnTo>
                  <a:pt x="6113" y="9074"/>
                </a:lnTo>
                <a:lnTo>
                  <a:pt x="6113" y="8349"/>
                </a:lnTo>
                <a:close/>
                <a:moveTo>
                  <a:pt x="5451" y="9736"/>
                </a:moveTo>
                <a:lnTo>
                  <a:pt x="5451" y="10460"/>
                </a:lnTo>
                <a:lnTo>
                  <a:pt x="5105" y="10460"/>
                </a:lnTo>
                <a:cubicBezTo>
                  <a:pt x="4916" y="10460"/>
                  <a:pt x="4758" y="10303"/>
                  <a:pt x="4758" y="10114"/>
                </a:cubicBezTo>
                <a:cubicBezTo>
                  <a:pt x="4758" y="9893"/>
                  <a:pt x="4916" y="9736"/>
                  <a:pt x="5105" y="9736"/>
                </a:cubicBezTo>
                <a:close/>
                <a:moveTo>
                  <a:pt x="5861" y="1"/>
                </a:moveTo>
                <a:cubicBezTo>
                  <a:pt x="5262" y="1"/>
                  <a:pt x="4821" y="473"/>
                  <a:pt x="4821" y="1040"/>
                </a:cubicBezTo>
                <a:cubicBezTo>
                  <a:pt x="4821" y="1481"/>
                  <a:pt x="5105" y="1859"/>
                  <a:pt x="5546" y="2017"/>
                </a:cubicBezTo>
                <a:lnTo>
                  <a:pt x="5546" y="3340"/>
                </a:lnTo>
                <a:cubicBezTo>
                  <a:pt x="4441" y="2451"/>
                  <a:pt x="3936" y="2115"/>
                  <a:pt x="3379" y="2115"/>
                </a:cubicBezTo>
                <a:cubicBezTo>
                  <a:pt x="3285" y="2115"/>
                  <a:pt x="3189" y="2125"/>
                  <a:pt x="3088" y="2143"/>
                </a:cubicBezTo>
                <a:cubicBezTo>
                  <a:pt x="2584" y="2237"/>
                  <a:pt x="2301" y="2679"/>
                  <a:pt x="2080" y="3183"/>
                </a:cubicBezTo>
                <a:cubicBezTo>
                  <a:pt x="1734" y="3750"/>
                  <a:pt x="1324" y="4506"/>
                  <a:pt x="221" y="4947"/>
                </a:cubicBezTo>
                <a:cubicBezTo>
                  <a:pt x="64" y="5010"/>
                  <a:pt x="1" y="5167"/>
                  <a:pt x="32" y="5325"/>
                </a:cubicBezTo>
                <a:cubicBezTo>
                  <a:pt x="64" y="5482"/>
                  <a:pt x="190" y="5608"/>
                  <a:pt x="379" y="5608"/>
                </a:cubicBezTo>
                <a:lnTo>
                  <a:pt x="1104" y="5608"/>
                </a:lnTo>
                <a:cubicBezTo>
                  <a:pt x="1104" y="5608"/>
                  <a:pt x="2584" y="5577"/>
                  <a:pt x="3372" y="3750"/>
                </a:cubicBezTo>
                <a:cubicBezTo>
                  <a:pt x="3446" y="3626"/>
                  <a:pt x="3579" y="3541"/>
                  <a:pt x="3724" y="3541"/>
                </a:cubicBezTo>
                <a:cubicBezTo>
                  <a:pt x="3764" y="3541"/>
                  <a:pt x="3804" y="3547"/>
                  <a:pt x="3844" y="3561"/>
                </a:cubicBezTo>
                <a:cubicBezTo>
                  <a:pt x="4002" y="3655"/>
                  <a:pt x="4128" y="3844"/>
                  <a:pt x="4034" y="4033"/>
                </a:cubicBezTo>
                <a:cubicBezTo>
                  <a:pt x="3718" y="4789"/>
                  <a:pt x="3309" y="5293"/>
                  <a:pt x="2868" y="5640"/>
                </a:cubicBezTo>
                <a:lnTo>
                  <a:pt x="3655" y="5640"/>
                </a:lnTo>
                <a:cubicBezTo>
                  <a:pt x="3971" y="5388"/>
                  <a:pt x="4254" y="5010"/>
                  <a:pt x="4254" y="4632"/>
                </a:cubicBezTo>
                <a:cubicBezTo>
                  <a:pt x="4254" y="4443"/>
                  <a:pt x="4412" y="4285"/>
                  <a:pt x="4601" y="4285"/>
                </a:cubicBezTo>
                <a:cubicBezTo>
                  <a:pt x="4790" y="4285"/>
                  <a:pt x="4947" y="4443"/>
                  <a:pt x="4947" y="4632"/>
                </a:cubicBezTo>
                <a:cubicBezTo>
                  <a:pt x="4947" y="5010"/>
                  <a:pt x="4821" y="5388"/>
                  <a:pt x="4601" y="5640"/>
                </a:cubicBezTo>
                <a:lnTo>
                  <a:pt x="5609" y="5640"/>
                </a:lnTo>
                <a:lnTo>
                  <a:pt x="5609" y="6365"/>
                </a:lnTo>
                <a:lnTo>
                  <a:pt x="4601" y="6365"/>
                </a:lnTo>
                <a:cubicBezTo>
                  <a:pt x="4002" y="6365"/>
                  <a:pt x="3561" y="6837"/>
                  <a:pt x="3561" y="7373"/>
                </a:cubicBezTo>
                <a:cubicBezTo>
                  <a:pt x="3561" y="7971"/>
                  <a:pt x="4034" y="8412"/>
                  <a:pt x="4601" y="8412"/>
                </a:cubicBezTo>
                <a:lnTo>
                  <a:pt x="5609" y="8412"/>
                </a:lnTo>
                <a:lnTo>
                  <a:pt x="5609" y="9106"/>
                </a:lnTo>
                <a:lnTo>
                  <a:pt x="5262" y="9106"/>
                </a:lnTo>
                <a:cubicBezTo>
                  <a:pt x="4664" y="9106"/>
                  <a:pt x="4254" y="9578"/>
                  <a:pt x="4254" y="10145"/>
                </a:cubicBezTo>
                <a:cubicBezTo>
                  <a:pt x="4254" y="10744"/>
                  <a:pt x="4727" y="11153"/>
                  <a:pt x="5262" y="11153"/>
                </a:cubicBezTo>
                <a:lnTo>
                  <a:pt x="5609" y="11153"/>
                </a:lnTo>
                <a:lnTo>
                  <a:pt x="5609" y="11531"/>
                </a:lnTo>
                <a:cubicBezTo>
                  <a:pt x="5609" y="11720"/>
                  <a:pt x="5766" y="11878"/>
                  <a:pt x="5987" y="11878"/>
                </a:cubicBezTo>
                <a:cubicBezTo>
                  <a:pt x="6176" y="11878"/>
                  <a:pt x="6333" y="11720"/>
                  <a:pt x="6333" y="11531"/>
                </a:cubicBezTo>
                <a:lnTo>
                  <a:pt x="6333" y="11153"/>
                </a:lnTo>
                <a:lnTo>
                  <a:pt x="6680" y="11153"/>
                </a:lnTo>
                <a:cubicBezTo>
                  <a:pt x="6869" y="11153"/>
                  <a:pt x="7026" y="10996"/>
                  <a:pt x="7026" y="10807"/>
                </a:cubicBezTo>
                <a:cubicBezTo>
                  <a:pt x="7026" y="10618"/>
                  <a:pt x="6869" y="10460"/>
                  <a:pt x="6680" y="10460"/>
                </a:cubicBezTo>
                <a:lnTo>
                  <a:pt x="6333" y="10460"/>
                </a:lnTo>
                <a:lnTo>
                  <a:pt x="6333" y="9736"/>
                </a:lnTo>
                <a:lnTo>
                  <a:pt x="6680" y="9736"/>
                </a:lnTo>
                <a:cubicBezTo>
                  <a:pt x="7279" y="9736"/>
                  <a:pt x="7720" y="9263"/>
                  <a:pt x="7720" y="8727"/>
                </a:cubicBezTo>
                <a:cubicBezTo>
                  <a:pt x="7720" y="8129"/>
                  <a:pt x="7247" y="7688"/>
                  <a:pt x="6680" y="7688"/>
                </a:cubicBezTo>
                <a:lnTo>
                  <a:pt x="6333" y="7688"/>
                </a:lnTo>
                <a:lnTo>
                  <a:pt x="6333" y="6995"/>
                </a:lnTo>
                <a:lnTo>
                  <a:pt x="7342" y="6995"/>
                </a:lnTo>
                <a:cubicBezTo>
                  <a:pt x="7751" y="6995"/>
                  <a:pt x="8098" y="6743"/>
                  <a:pt x="8255" y="6428"/>
                </a:cubicBezTo>
                <a:cubicBezTo>
                  <a:pt x="8066" y="6333"/>
                  <a:pt x="7877" y="6176"/>
                  <a:pt x="7657" y="6018"/>
                </a:cubicBezTo>
                <a:cubicBezTo>
                  <a:pt x="7625" y="6176"/>
                  <a:pt x="7499" y="6270"/>
                  <a:pt x="7310" y="6270"/>
                </a:cubicBezTo>
                <a:lnTo>
                  <a:pt x="6302" y="6270"/>
                </a:lnTo>
                <a:lnTo>
                  <a:pt x="6302" y="5577"/>
                </a:lnTo>
                <a:lnTo>
                  <a:pt x="7310" y="5577"/>
                </a:lnTo>
                <a:cubicBezTo>
                  <a:pt x="7121" y="5262"/>
                  <a:pt x="6963" y="4947"/>
                  <a:pt x="6963" y="4537"/>
                </a:cubicBezTo>
                <a:cubicBezTo>
                  <a:pt x="6963" y="4348"/>
                  <a:pt x="7121" y="4191"/>
                  <a:pt x="7310" y="4191"/>
                </a:cubicBezTo>
                <a:cubicBezTo>
                  <a:pt x="7499" y="4191"/>
                  <a:pt x="7657" y="4348"/>
                  <a:pt x="7657" y="4537"/>
                </a:cubicBezTo>
                <a:cubicBezTo>
                  <a:pt x="7657" y="4978"/>
                  <a:pt x="7940" y="5293"/>
                  <a:pt x="8255" y="5577"/>
                </a:cubicBezTo>
                <a:lnTo>
                  <a:pt x="9043" y="5577"/>
                </a:lnTo>
                <a:cubicBezTo>
                  <a:pt x="8602" y="5230"/>
                  <a:pt x="8224" y="4758"/>
                  <a:pt x="7877" y="3970"/>
                </a:cubicBezTo>
                <a:cubicBezTo>
                  <a:pt x="7783" y="3813"/>
                  <a:pt x="7877" y="3561"/>
                  <a:pt x="8066" y="3498"/>
                </a:cubicBezTo>
                <a:cubicBezTo>
                  <a:pt x="8108" y="3472"/>
                  <a:pt x="8155" y="3461"/>
                  <a:pt x="8203" y="3461"/>
                </a:cubicBezTo>
                <a:cubicBezTo>
                  <a:pt x="8333" y="3461"/>
                  <a:pt x="8470" y="3548"/>
                  <a:pt x="8539" y="3687"/>
                </a:cubicBezTo>
                <a:cubicBezTo>
                  <a:pt x="9326" y="5545"/>
                  <a:pt x="10807" y="5545"/>
                  <a:pt x="10807" y="5545"/>
                </a:cubicBezTo>
                <a:lnTo>
                  <a:pt x="11532" y="5545"/>
                </a:lnTo>
                <a:cubicBezTo>
                  <a:pt x="11689" y="5545"/>
                  <a:pt x="11847" y="5419"/>
                  <a:pt x="11878" y="5262"/>
                </a:cubicBezTo>
                <a:cubicBezTo>
                  <a:pt x="11721" y="5167"/>
                  <a:pt x="11626" y="5010"/>
                  <a:pt x="11469" y="4947"/>
                </a:cubicBezTo>
                <a:cubicBezTo>
                  <a:pt x="10366" y="4506"/>
                  <a:pt x="9988" y="3750"/>
                  <a:pt x="9641" y="3183"/>
                </a:cubicBezTo>
                <a:cubicBezTo>
                  <a:pt x="9358" y="2710"/>
                  <a:pt x="9106" y="2269"/>
                  <a:pt x="8602" y="2143"/>
                </a:cubicBezTo>
                <a:cubicBezTo>
                  <a:pt x="8535" y="2127"/>
                  <a:pt x="8466" y="2119"/>
                  <a:pt x="8393" y="2119"/>
                </a:cubicBezTo>
                <a:cubicBezTo>
                  <a:pt x="7880" y="2119"/>
                  <a:pt x="7197" y="2512"/>
                  <a:pt x="6176" y="3340"/>
                </a:cubicBezTo>
                <a:lnTo>
                  <a:pt x="6176" y="2017"/>
                </a:lnTo>
                <a:cubicBezTo>
                  <a:pt x="6554" y="1859"/>
                  <a:pt x="6869" y="1513"/>
                  <a:pt x="6869" y="1040"/>
                </a:cubicBezTo>
                <a:cubicBezTo>
                  <a:pt x="6869" y="442"/>
                  <a:pt x="6396" y="1"/>
                  <a:pt x="58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81"/>
          <p:cNvSpPr/>
          <p:nvPr/>
        </p:nvSpPr>
        <p:spPr>
          <a:xfrm>
            <a:off x="3855144" y="1450512"/>
            <a:ext cx="453512" cy="451998"/>
          </a:xfrm>
          <a:custGeom>
            <a:avLst/>
            <a:gdLst/>
            <a:ahLst/>
            <a:cxnLst/>
            <a:rect l="l" t="t" r="r" b="b"/>
            <a:pathLst>
              <a:path w="9589" h="9557" extrusionOk="0">
                <a:moveTo>
                  <a:pt x="7794" y="5824"/>
                </a:moveTo>
                <a:cubicBezTo>
                  <a:pt x="8013" y="5824"/>
                  <a:pt x="8263" y="5883"/>
                  <a:pt x="8499" y="6005"/>
                </a:cubicBezTo>
                <a:cubicBezTo>
                  <a:pt x="8827" y="6169"/>
                  <a:pt x="9081" y="6423"/>
                  <a:pt x="9156" y="6677"/>
                </a:cubicBezTo>
                <a:cubicBezTo>
                  <a:pt x="9186" y="6796"/>
                  <a:pt x="9186" y="6916"/>
                  <a:pt x="9126" y="7005"/>
                </a:cubicBezTo>
                <a:cubicBezTo>
                  <a:pt x="9111" y="7020"/>
                  <a:pt x="9096" y="7050"/>
                  <a:pt x="9066" y="7080"/>
                </a:cubicBezTo>
                <a:cubicBezTo>
                  <a:pt x="8958" y="7188"/>
                  <a:pt x="8780" y="7241"/>
                  <a:pt x="8572" y="7241"/>
                </a:cubicBezTo>
                <a:cubicBezTo>
                  <a:pt x="8351" y="7241"/>
                  <a:pt x="8096" y="7181"/>
                  <a:pt x="7856" y="7065"/>
                </a:cubicBezTo>
                <a:cubicBezTo>
                  <a:pt x="7528" y="6886"/>
                  <a:pt x="7274" y="6632"/>
                  <a:pt x="7199" y="6378"/>
                </a:cubicBezTo>
                <a:cubicBezTo>
                  <a:pt x="7169" y="6259"/>
                  <a:pt x="7169" y="6154"/>
                  <a:pt x="7229" y="6065"/>
                </a:cubicBezTo>
                <a:cubicBezTo>
                  <a:pt x="7244" y="6035"/>
                  <a:pt x="7259" y="6005"/>
                  <a:pt x="7289" y="5990"/>
                </a:cubicBezTo>
                <a:cubicBezTo>
                  <a:pt x="7399" y="5880"/>
                  <a:pt x="7582" y="5824"/>
                  <a:pt x="7794" y="5824"/>
                </a:cubicBezTo>
                <a:close/>
                <a:moveTo>
                  <a:pt x="6237" y="7180"/>
                </a:moveTo>
                <a:cubicBezTo>
                  <a:pt x="6281" y="7180"/>
                  <a:pt x="6328" y="7187"/>
                  <a:pt x="6378" y="7200"/>
                </a:cubicBezTo>
                <a:cubicBezTo>
                  <a:pt x="6632" y="7274"/>
                  <a:pt x="6886" y="7528"/>
                  <a:pt x="7050" y="7857"/>
                </a:cubicBezTo>
                <a:cubicBezTo>
                  <a:pt x="7289" y="8320"/>
                  <a:pt x="7304" y="8843"/>
                  <a:pt x="7065" y="9082"/>
                </a:cubicBezTo>
                <a:cubicBezTo>
                  <a:pt x="7050" y="9097"/>
                  <a:pt x="7020" y="9111"/>
                  <a:pt x="6990" y="9126"/>
                </a:cubicBezTo>
                <a:cubicBezTo>
                  <a:pt x="6938" y="9161"/>
                  <a:pt x="6880" y="9176"/>
                  <a:pt x="6817" y="9176"/>
                </a:cubicBezTo>
                <a:cubicBezTo>
                  <a:pt x="6773" y="9176"/>
                  <a:pt x="6726" y="9169"/>
                  <a:pt x="6676" y="9156"/>
                </a:cubicBezTo>
                <a:cubicBezTo>
                  <a:pt x="6423" y="9082"/>
                  <a:pt x="6169" y="8828"/>
                  <a:pt x="6004" y="8499"/>
                </a:cubicBezTo>
                <a:cubicBezTo>
                  <a:pt x="5765" y="8036"/>
                  <a:pt x="5765" y="7513"/>
                  <a:pt x="5989" y="7289"/>
                </a:cubicBezTo>
                <a:cubicBezTo>
                  <a:pt x="6004" y="7259"/>
                  <a:pt x="6034" y="7244"/>
                  <a:pt x="6064" y="7230"/>
                </a:cubicBezTo>
                <a:cubicBezTo>
                  <a:pt x="6117" y="7195"/>
                  <a:pt x="6174" y="7180"/>
                  <a:pt x="6237" y="7180"/>
                </a:cubicBezTo>
                <a:close/>
                <a:moveTo>
                  <a:pt x="1957" y="1"/>
                </a:moveTo>
                <a:lnTo>
                  <a:pt x="4287" y="4287"/>
                </a:lnTo>
                <a:lnTo>
                  <a:pt x="4287" y="4287"/>
                </a:lnTo>
                <a:lnTo>
                  <a:pt x="0" y="1957"/>
                </a:lnTo>
                <a:lnTo>
                  <a:pt x="0" y="1957"/>
                </a:lnTo>
                <a:cubicBezTo>
                  <a:pt x="0" y="2749"/>
                  <a:pt x="2226" y="4153"/>
                  <a:pt x="4227" y="5243"/>
                </a:cubicBezTo>
                <a:cubicBezTo>
                  <a:pt x="4526" y="5392"/>
                  <a:pt x="4780" y="5542"/>
                  <a:pt x="5019" y="5661"/>
                </a:cubicBezTo>
                <a:lnTo>
                  <a:pt x="5750" y="6991"/>
                </a:lnTo>
                <a:cubicBezTo>
                  <a:pt x="5736" y="6991"/>
                  <a:pt x="5721" y="7005"/>
                  <a:pt x="5721" y="7020"/>
                </a:cubicBezTo>
                <a:cubicBezTo>
                  <a:pt x="5377" y="7364"/>
                  <a:pt x="5347" y="8051"/>
                  <a:pt x="5661" y="8678"/>
                </a:cubicBezTo>
                <a:cubicBezTo>
                  <a:pt x="5870" y="9097"/>
                  <a:pt x="6213" y="9410"/>
                  <a:pt x="6572" y="9515"/>
                </a:cubicBezTo>
                <a:cubicBezTo>
                  <a:pt x="6656" y="9543"/>
                  <a:pt x="6739" y="9556"/>
                  <a:pt x="6818" y="9556"/>
                </a:cubicBezTo>
                <a:cubicBezTo>
                  <a:pt x="6950" y="9556"/>
                  <a:pt x="7073" y="9520"/>
                  <a:pt x="7184" y="9455"/>
                </a:cubicBezTo>
                <a:cubicBezTo>
                  <a:pt x="7244" y="9425"/>
                  <a:pt x="7289" y="9395"/>
                  <a:pt x="7334" y="9350"/>
                </a:cubicBezTo>
                <a:cubicBezTo>
                  <a:pt x="7677" y="9007"/>
                  <a:pt x="7707" y="8305"/>
                  <a:pt x="7393" y="7693"/>
                </a:cubicBezTo>
                <a:cubicBezTo>
                  <a:pt x="7184" y="7259"/>
                  <a:pt x="6841" y="6946"/>
                  <a:pt x="6482" y="6841"/>
                </a:cubicBezTo>
                <a:cubicBezTo>
                  <a:pt x="6393" y="6811"/>
                  <a:pt x="6318" y="6796"/>
                  <a:pt x="6228" y="6796"/>
                </a:cubicBezTo>
                <a:cubicBezTo>
                  <a:pt x="6258" y="6632"/>
                  <a:pt x="6213" y="6408"/>
                  <a:pt x="6124" y="6124"/>
                </a:cubicBezTo>
                <a:lnTo>
                  <a:pt x="6124" y="6124"/>
                </a:lnTo>
                <a:cubicBezTo>
                  <a:pt x="6372" y="6203"/>
                  <a:pt x="6562" y="6247"/>
                  <a:pt x="6726" y="6247"/>
                </a:cubicBezTo>
                <a:cubicBezTo>
                  <a:pt x="6750" y="6247"/>
                  <a:pt x="6773" y="6246"/>
                  <a:pt x="6796" y="6244"/>
                </a:cubicBezTo>
                <a:cubicBezTo>
                  <a:pt x="6796" y="6318"/>
                  <a:pt x="6811" y="6408"/>
                  <a:pt x="6841" y="6483"/>
                </a:cubicBezTo>
                <a:cubicBezTo>
                  <a:pt x="6945" y="6841"/>
                  <a:pt x="7259" y="7185"/>
                  <a:pt x="7677" y="7394"/>
                </a:cubicBezTo>
                <a:cubicBezTo>
                  <a:pt x="7977" y="7544"/>
                  <a:pt x="8290" y="7618"/>
                  <a:pt x="8572" y="7618"/>
                </a:cubicBezTo>
                <a:cubicBezTo>
                  <a:pt x="8882" y="7618"/>
                  <a:pt x="9155" y="7529"/>
                  <a:pt x="9335" y="7349"/>
                </a:cubicBezTo>
                <a:cubicBezTo>
                  <a:pt x="9380" y="7304"/>
                  <a:pt x="9425" y="7244"/>
                  <a:pt x="9455" y="7185"/>
                </a:cubicBezTo>
                <a:cubicBezTo>
                  <a:pt x="9559" y="7005"/>
                  <a:pt x="9589" y="6796"/>
                  <a:pt x="9514" y="6572"/>
                </a:cubicBezTo>
                <a:cubicBezTo>
                  <a:pt x="9410" y="6214"/>
                  <a:pt x="9096" y="5885"/>
                  <a:pt x="8663" y="5661"/>
                </a:cubicBezTo>
                <a:cubicBezTo>
                  <a:pt x="8378" y="5515"/>
                  <a:pt x="8076" y="5444"/>
                  <a:pt x="7799" y="5444"/>
                </a:cubicBezTo>
                <a:cubicBezTo>
                  <a:pt x="7482" y="5444"/>
                  <a:pt x="7196" y="5538"/>
                  <a:pt x="7005" y="5721"/>
                </a:cubicBezTo>
                <a:cubicBezTo>
                  <a:pt x="7005" y="5736"/>
                  <a:pt x="6990" y="5736"/>
                  <a:pt x="6990" y="5751"/>
                </a:cubicBezTo>
                <a:lnTo>
                  <a:pt x="5646" y="5034"/>
                </a:lnTo>
                <a:cubicBezTo>
                  <a:pt x="5526" y="4795"/>
                  <a:pt x="5392" y="4526"/>
                  <a:pt x="5243" y="4227"/>
                </a:cubicBezTo>
                <a:cubicBezTo>
                  <a:pt x="4152" y="2226"/>
                  <a:pt x="2748" y="1"/>
                  <a:pt x="195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5" name="Google Shape;1775;p81"/>
          <p:cNvGrpSpPr/>
          <p:nvPr/>
        </p:nvGrpSpPr>
        <p:grpSpPr>
          <a:xfrm>
            <a:off x="2155599" y="1506701"/>
            <a:ext cx="346347" cy="339623"/>
            <a:chOff x="1490050" y="3805975"/>
            <a:chExt cx="491900" cy="482350"/>
          </a:xfrm>
        </p:grpSpPr>
        <p:sp>
          <p:nvSpPr>
            <p:cNvPr id="1776" name="Google Shape;1776;p81"/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81"/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81"/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81"/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0" name="Google Shape;1780;p81"/>
          <p:cNvGrpSpPr/>
          <p:nvPr/>
        </p:nvGrpSpPr>
        <p:grpSpPr>
          <a:xfrm>
            <a:off x="2182070" y="4201409"/>
            <a:ext cx="293416" cy="339253"/>
            <a:chOff x="2710875" y="3806450"/>
            <a:chExt cx="416725" cy="481825"/>
          </a:xfrm>
        </p:grpSpPr>
        <p:sp>
          <p:nvSpPr>
            <p:cNvPr id="1781" name="Google Shape;1781;p81"/>
            <p:cNvSpPr/>
            <p:nvPr/>
          </p:nvSpPr>
          <p:spPr>
            <a:xfrm>
              <a:off x="2710875" y="4144450"/>
              <a:ext cx="416725" cy="143825"/>
            </a:xfrm>
            <a:custGeom>
              <a:avLst/>
              <a:gdLst/>
              <a:ahLst/>
              <a:cxnLst/>
              <a:rect l="l" t="t" r="r" b="b"/>
              <a:pathLst>
                <a:path w="16669" h="5753" extrusionOk="0">
                  <a:moveTo>
                    <a:pt x="2313" y="1"/>
                  </a:moveTo>
                  <a:lnTo>
                    <a:pt x="260" y="3590"/>
                  </a:lnTo>
                  <a:cubicBezTo>
                    <a:pt x="1" y="4039"/>
                    <a:pt x="1" y="4590"/>
                    <a:pt x="266" y="5036"/>
                  </a:cubicBezTo>
                  <a:cubicBezTo>
                    <a:pt x="517" y="5479"/>
                    <a:pt x="986" y="5752"/>
                    <a:pt x="1495" y="5752"/>
                  </a:cubicBezTo>
                  <a:cubicBezTo>
                    <a:pt x="1498" y="5752"/>
                    <a:pt x="1501" y="5752"/>
                    <a:pt x="1503" y="5752"/>
                  </a:cubicBezTo>
                  <a:lnTo>
                    <a:pt x="15165" y="5752"/>
                  </a:lnTo>
                  <a:cubicBezTo>
                    <a:pt x="15168" y="5752"/>
                    <a:pt x="15171" y="5752"/>
                    <a:pt x="15174" y="5752"/>
                  </a:cubicBezTo>
                  <a:cubicBezTo>
                    <a:pt x="15682" y="5752"/>
                    <a:pt x="16151" y="5479"/>
                    <a:pt x="16403" y="5036"/>
                  </a:cubicBezTo>
                  <a:cubicBezTo>
                    <a:pt x="16668" y="4590"/>
                    <a:pt x="16668" y="4039"/>
                    <a:pt x="16409" y="3590"/>
                  </a:cubicBezTo>
                  <a:lnTo>
                    <a:pt x="143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81"/>
            <p:cNvSpPr/>
            <p:nvPr/>
          </p:nvSpPr>
          <p:spPr>
            <a:xfrm>
              <a:off x="2784800" y="3806450"/>
              <a:ext cx="268850" cy="309800"/>
            </a:xfrm>
            <a:custGeom>
              <a:avLst/>
              <a:gdLst/>
              <a:ahLst/>
              <a:cxnLst/>
              <a:rect l="l" t="t" r="r" b="b"/>
              <a:pathLst>
                <a:path w="10754" h="12392" extrusionOk="0">
                  <a:moveTo>
                    <a:pt x="5379" y="8113"/>
                  </a:moveTo>
                  <a:cubicBezTo>
                    <a:pt x="5882" y="8113"/>
                    <a:pt x="6132" y="8721"/>
                    <a:pt x="5776" y="9076"/>
                  </a:cubicBezTo>
                  <a:cubicBezTo>
                    <a:pt x="5661" y="9192"/>
                    <a:pt x="5519" y="9244"/>
                    <a:pt x="5380" y="9244"/>
                  </a:cubicBezTo>
                  <a:cubicBezTo>
                    <a:pt x="5091" y="9244"/>
                    <a:pt x="4813" y="9019"/>
                    <a:pt x="4813" y="8679"/>
                  </a:cubicBezTo>
                  <a:cubicBezTo>
                    <a:pt x="4813" y="8366"/>
                    <a:pt x="5066" y="8113"/>
                    <a:pt x="5379" y="8113"/>
                  </a:cubicBezTo>
                  <a:close/>
                  <a:moveTo>
                    <a:pt x="4280" y="9989"/>
                  </a:moveTo>
                  <a:cubicBezTo>
                    <a:pt x="4783" y="9989"/>
                    <a:pt x="5036" y="10597"/>
                    <a:pt x="4680" y="10952"/>
                  </a:cubicBezTo>
                  <a:cubicBezTo>
                    <a:pt x="4566" y="11067"/>
                    <a:pt x="4425" y="11118"/>
                    <a:pt x="4286" y="11118"/>
                  </a:cubicBezTo>
                  <a:cubicBezTo>
                    <a:pt x="3996" y="11118"/>
                    <a:pt x="3717" y="10892"/>
                    <a:pt x="3717" y="10552"/>
                  </a:cubicBezTo>
                  <a:cubicBezTo>
                    <a:pt x="3717" y="10242"/>
                    <a:pt x="3970" y="9989"/>
                    <a:pt x="4280" y="9989"/>
                  </a:cubicBezTo>
                  <a:close/>
                  <a:moveTo>
                    <a:pt x="6475" y="9989"/>
                  </a:moveTo>
                  <a:cubicBezTo>
                    <a:pt x="6978" y="9989"/>
                    <a:pt x="7231" y="10597"/>
                    <a:pt x="6875" y="10952"/>
                  </a:cubicBezTo>
                  <a:cubicBezTo>
                    <a:pt x="6761" y="11067"/>
                    <a:pt x="6620" y="11118"/>
                    <a:pt x="6481" y="11118"/>
                  </a:cubicBezTo>
                  <a:cubicBezTo>
                    <a:pt x="6191" y="11118"/>
                    <a:pt x="5912" y="10892"/>
                    <a:pt x="5912" y="10552"/>
                  </a:cubicBezTo>
                  <a:cubicBezTo>
                    <a:pt x="5912" y="10242"/>
                    <a:pt x="6162" y="9989"/>
                    <a:pt x="6475" y="9989"/>
                  </a:cubicBezTo>
                  <a:close/>
                  <a:moveTo>
                    <a:pt x="1744" y="0"/>
                  </a:moveTo>
                  <a:cubicBezTo>
                    <a:pt x="1434" y="0"/>
                    <a:pt x="1181" y="253"/>
                    <a:pt x="1181" y="566"/>
                  </a:cubicBezTo>
                  <a:cubicBezTo>
                    <a:pt x="1181" y="877"/>
                    <a:pt x="1434" y="1130"/>
                    <a:pt x="1744" y="1130"/>
                  </a:cubicBezTo>
                  <a:lnTo>
                    <a:pt x="2259" y="1130"/>
                  </a:lnTo>
                  <a:lnTo>
                    <a:pt x="2259" y="8444"/>
                  </a:lnTo>
                  <a:lnTo>
                    <a:pt x="1" y="12392"/>
                  </a:lnTo>
                  <a:lnTo>
                    <a:pt x="10754" y="12392"/>
                  </a:lnTo>
                  <a:lnTo>
                    <a:pt x="8496" y="8444"/>
                  </a:lnTo>
                  <a:lnTo>
                    <a:pt x="8496" y="1130"/>
                  </a:lnTo>
                  <a:lnTo>
                    <a:pt x="9010" y="1130"/>
                  </a:lnTo>
                  <a:cubicBezTo>
                    <a:pt x="9321" y="1130"/>
                    <a:pt x="9574" y="877"/>
                    <a:pt x="9574" y="566"/>
                  </a:cubicBezTo>
                  <a:cubicBezTo>
                    <a:pt x="9574" y="253"/>
                    <a:pt x="9321" y="0"/>
                    <a:pt x="90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3" name="Google Shape;1783;p81"/>
          <p:cNvGrpSpPr/>
          <p:nvPr/>
        </p:nvGrpSpPr>
        <p:grpSpPr>
          <a:xfrm>
            <a:off x="479708" y="3658679"/>
            <a:ext cx="429504" cy="370879"/>
            <a:chOff x="-42651700" y="3217825"/>
            <a:chExt cx="367600" cy="317425"/>
          </a:xfrm>
        </p:grpSpPr>
        <p:sp>
          <p:nvSpPr>
            <p:cNvPr id="1784" name="Google Shape;1784;p81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81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81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81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88" name="Google Shape;1788;p81"/>
          <p:cNvCxnSpPr/>
          <p:nvPr/>
        </p:nvCxnSpPr>
        <p:spPr>
          <a:xfrm>
            <a:off x="4664349" y="635541"/>
            <a:ext cx="0" cy="4039500"/>
          </a:xfrm>
          <a:prstGeom prst="straightConnector1">
            <a:avLst/>
          </a:prstGeom>
          <a:noFill/>
          <a:ln w="14300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dk1"/>
        </a:solidFill>
        <a:effectLst/>
      </p:bgPr>
    </p:bg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3" name="Google Shape;1793;p82"/>
          <p:cNvGrpSpPr/>
          <p:nvPr/>
        </p:nvGrpSpPr>
        <p:grpSpPr>
          <a:xfrm>
            <a:off x="3404288" y="2086828"/>
            <a:ext cx="294401" cy="353645"/>
            <a:chOff x="-35814600" y="3202075"/>
            <a:chExt cx="242625" cy="291450"/>
          </a:xfrm>
        </p:grpSpPr>
        <p:sp>
          <p:nvSpPr>
            <p:cNvPr id="1794" name="Google Shape;1794;p82"/>
            <p:cNvSpPr/>
            <p:nvPr/>
          </p:nvSpPr>
          <p:spPr>
            <a:xfrm>
              <a:off x="-35814600" y="3202075"/>
              <a:ext cx="51225" cy="202450"/>
            </a:xfrm>
            <a:custGeom>
              <a:avLst/>
              <a:gdLst/>
              <a:ahLst/>
              <a:cxnLst/>
              <a:rect l="l" t="t" r="r" b="b"/>
              <a:pathLst>
                <a:path w="2049" h="8098" extrusionOk="0">
                  <a:moveTo>
                    <a:pt x="1702" y="0"/>
                  </a:moveTo>
                  <a:cubicBezTo>
                    <a:pt x="757" y="0"/>
                    <a:pt x="1" y="788"/>
                    <a:pt x="1" y="1733"/>
                  </a:cubicBezTo>
                  <a:lnTo>
                    <a:pt x="1" y="8097"/>
                  </a:lnTo>
                  <a:cubicBezTo>
                    <a:pt x="348" y="7782"/>
                    <a:pt x="820" y="7562"/>
                    <a:pt x="1387" y="7562"/>
                  </a:cubicBezTo>
                  <a:lnTo>
                    <a:pt x="2049" y="7562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82"/>
            <p:cNvSpPr/>
            <p:nvPr/>
          </p:nvSpPr>
          <p:spPr>
            <a:xfrm>
              <a:off x="-35814600" y="3407650"/>
              <a:ext cx="242625" cy="68550"/>
            </a:xfrm>
            <a:custGeom>
              <a:avLst/>
              <a:gdLst/>
              <a:ahLst/>
              <a:cxnLst/>
              <a:rect l="l" t="t" r="r" b="b"/>
              <a:pathLst>
                <a:path w="9705" h="2742" extrusionOk="0"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cubicBezTo>
                    <a:pt x="1" y="2111"/>
                    <a:pt x="600" y="2741"/>
                    <a:pt x="1356" y="2741"/>
                  </a:cubicBezTo>
                  <a:lnTo>
                    <a:pt x="4758" y="2741"/>
                  </a:lnTo>
                  <a:lnTo>
                    <a:pt x="4758" y="1733"/>
                  </a:lnTo>
                  <a:lnTo>
                    <a:pt x="1702" y="1733"/>
                  </a:lnTo>
                  <a:cubicBezTo>
                    <a:pt x="1513" y="1733"/>
                    <a:pt x="1356" y="1575"/>
                    <a:pt x="1356" y="1355"/>
                  </a:cubicBezTo>
                  <a:cubicBezTo>
                    <a:pt x="1356" y="1166"/>
                    <a:pt x="1513" y="1008"/>
                    <a:pt x="1702" y="1008"/>
                  </a:cubicBezTo>
                  <a:lnTo>
                    <a:pt x="9232" y="1008"/>
                  </a:lnTo>
                  <a:cubicBezTo>
                    <a:pt x="9263" y="851"/>
                    <a:pt x="9326" y="662"/>
                    <a:pt x="9452" y="536"/>
                  </a:cubicBezTo>
                  <a:cubicBezTo>
                    <a:pt x="9704" y="221"/>
                    <a:pt x="9484" y="0"/>
                    <a:pt x="9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82"/>
            <p:cNvSpPr/>
            <p:nvPr/>
          </p:nvSpPr>
          <p:spPr>
            <a:xfrm>
              <a:off x="-35627125" y="3450950"/>
              <a:ext cx="55150" cy="25250"/>
            </a:xfrm>
            <a:custGeom>
              <a:avLst/>
              <a:gdLst/>
              <a:ahLst/>
              <a:cxnLst/>
              <a:rect l="l" t="t" r="r" b="b"/>
              <a:pathLst>
                <a:path w="2206" h="1010" extrusionOk="0">
                  <a:moveTo>
                    <a:pt x="0" y="1"/>
                  </a:moveTo>
                  <a:lnTo>
                    <a:pt x="0" y="1009"/>
                  </a:lnTo>
                  <a:lnTo>
                    <a:pt x="1670" y="1009"/>
                  </a:lnTo>
                  <a:cubicBezTo>
                    <a:pt x="1953" y="1009"/>
                    <a:pt x="2205" y="788"/>
                    <a:pt x="1953" y="505"/>
                  </a:cubicBezTo>
                  <a:cubicBezTo>
                    <a:pt x="1827" y="347"/>
                    <a:pt x="1764" y="190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82"/>
            <p:cNvSpPr/>
            <p:nvPr/>
          </p:nvSpPr>
          <p:spPr>
            <a:xfrm>
              <a:off x="-35703525" y="3305250"/>
              <a:ext cx="84300" cy="34675"/>
            </a:xfrm>
            <a:custGeom>
              <a:avLst/>
              <a:gdLst/>
              <a:ahLst/>
              <a:cxnLst/>
              <a:rect l="l" t="t" r="r" b="b"/>
              <a:pathLst>
                <a:path w="3372" h="1387" extrusionOk="0">
                  <a:moveTo>
                    <a:pt x="1701" y="0"/>
                  </a:moveTo>
                  <a:cubicBezTo>
                    <a:pt x="882" y="0"/>
                    <a:pt x="221" y="599"/>
                    <a:pt x="0" y="1387"/>
                  </a:cubicBezTo>
                  <a:lnTo>
                    <a:pt x="3371" y="1387"/>
                  </a:lnTo>
                  <a:cubicBezTo>
                    <a:pt x="3214" y="599"/>
                    <a:pt x="2521" y="0"/>
                    <a:pt x="1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82"/>
            <p:cNvSpPr/>
            <p:nvPr/>
          </p:nvSpPr>
          <p:spPr>
            <a:xfrm>
              <a:off x="-35677550" y="3254050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1"/>
                  </a:moveTo>
                  <a:cubicBezTo>
                    <a:pt x="316" y="1"/>
                    <a:pt x="1" y="284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cubicBezTo>
                    <a:pt x="1040" y="1324"/>
                    <a:pt x="1324" y="1040"/>
                    <a:pt x="1324" y="662"/>
                  </a:cubicBezTo>
                  <a:cubicBezTo>
                    <a:pt x="1324" y="284"/>
                    <a:pt x="1040" y="1"/>
                    <a:pt x="6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82"/>
            <p:cNvSpPr/>
            <p:nvPr/>
          </p:nvSpPr>
          <p:spPr>
            <a:xfrm>
              <a:off x="-35746850" y="3202075"/>
              <a:ext cx="171725" cy="189050"/>
            </a:xfrm>
            <a:custGeom>
              <a:avLst/>
              <a:gdLst/>
              <a:ahLst/>
              <a:cxnLst/>
              <a:rect l="l" t="t" r="r" b="b"/>
              <a:pathLst>
                <a:path w="6869" h="7562" extrusionOk="0">
                  <a:moveTo>
                    <a:pt x="3434" y="1355"/>
                  </a:moveTo>
                  <a:cubicBezTo>
                    <a:pt x="4191" y="1355"/>
                    <a:pt x="4821" y="1985"/>
                    <a:pt x="4821" y="2741"/>
                  </a:cubicBezTo>
                  <a:cubicBezTo>
                    <a:pt x="4821" y="3088"/>
                    <a:pt x="4663" y="3403"/>
                    <a:pt x="4474" y="3655"/>
                  </a:cubicBezTo>
                  <a:cubicBezTo>
                    <a:pt x="5293" y="4033"/>
                    <a:pt x="5829" y="4852"/>
                    <a:pt x="5829" y="5829"/>
                  </a:cubicBezTo>
                  <a:cubicBezTo>
                    <a:pt x="5829" y="6018"/>
                    <a:pt x="5671" y="6175"/>
                    <a:pt x="5482" y="6175"/>
                  </a:cubicBezTo>
                  <a:lnTo>
                    <a:pt x="1387" y="6175"/>
                  </a:lnTo>
                  <a:cubicBezTo>
                    <a:pt x="1198" y="6175"/>
                    <a:pt x="1040" y="6018"/>
                    <a:pt x="1040" y="5829"/>
                  </a:cubicBezTo>
                  <a:cubicBezTo>
                    <a:pt x="1040" y="4852"/>
                    <a:pt x="1576" y="4033"/>
                    <a:pt x="2426" y="3655"/>
                  </a:cubicBezTo>
                  <a:cubicBezTo>
                    <a:pt x="2174" y="3403"/>
                    <a:pt x="2048" y="3088"/>
                    <a:pt x="2048" y="2741"/>
                  </a:cubicBezTo>
                  <a:cubicBezTo>
                    <a:pt x="2048" y="1985"/>
                    <a:pt x="2678" y="1355"/>
                    <a:pt x="3434" y="1355"/>
                  </a:cubicBezTo>
                  <a:close/>
                  <a:moveTo>
                    <a:pt x="0" y="0"/>
                  </a:moveTo>
                  <a:lnTo>
                    <a:pt x="0" y="7562"/>
                  </a:lnTo>
                  <a:lnTo>
                    <a:pt x="6868" y="7562"/>
                  </a:lnTo>
                  <a:lnTo>
                    <a:pt x="6868" y="1009"/>
                  </a:lnTo>
                  <a:cubicBezTo>
                    <a:pt x="6868" y="473"/>
                    <a:pt x="6396" y="0"/>
                    <a:pt x="5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82"/>
            <p:cNvSpPr/>
            <p:nvPr/>
          </p:nvSpPr>
          <p:spPr>
            <a:xfrm>
              <a:off x="-35677550" y="3450950"/>
              <a:ext cx="34675" cy="42575"/>
            </a:xfrm>
            <a:custGeom>
              <a:avLst/>
              <a:gdLst/>
              <a:ahLst/>
              <a:cxnLst/>
              <a:rect l="l" t="t" r="r" b="b"/>
              <a:pathLst>
                <a:path w="1387" h="1703" extrusionOk="0">
                  <a:moveTo>
                    <a:pt x="1" y="1"/>
                  </a:moveTo>
                  <a:lnTo>
                    <a:pt x="1" y="1702"/>
                  </a:lnTo>
                  <a:lnTo>
                    <a:pt x="505" y="1387"/>
                  </a:lnTo>
                  <a:cubicBezTo>
                    <a:pt x="536" y="1324"/>
                    <a:pt x="631" y="1324"/>
                    <a:pt x="694" y="1324"/>
                  </a:cubicBezTo>
                  <a:cubicBezTo>
                    <a:pt x="711" y="1316"/>
                    <a:pt x="725" y="1312"/>
                    <a:pt x="739" y="1312"/>
                  </a:cubicBezTo>
                  <a:cubicBezTo>
                    <a:pt x="776" y="1312"/>
                    <a:pt x="805" y="1341"/>
                    <a:pt x="851" y="1387"/>
                  </a:cubicBezTo>
                  <a:lnTo>
                    <a:pt x="1387" y="1702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1" name="Google Shape;1801;p82"/>
          <p:cNvGrpSpPr/>
          <p:nvPr/>
        </p:nvGrpSpPr>
        <p:grpSpPr>
          <a:xfrm>
            <a:off x="5110404" y="2635308"/>
            <a:ext cx="353645" cy="353888"/>
            <a:chOff x="-35839800" y="3561025"/>
            <a:chExt cx="291450" cy="291650"/>
          </a:xfrm>
        </p:grpSpPr>
        <p:sp>
          <p:nvSpPr>
            <p:cNvPr id="1802" name="Google Shape;1802;p82"/>
            <p:cNvSpPr/>
            <p:nvPr/>
          </p:nvSpPr>
          <p:spPr>
            <a:xfrm>
              <a:off x="-35772850" y="3612425"/>
              <a:ext cx="155200" cy="142575"/>
            </a:xfrm>
            <a:custGeom>
              <a:avLst/>
              <a:gdLst/>
              <a:ahLst/>
              <a:cxnLst/>
              <a:rect l="l" t="t" r="r" b="b"/>
              <a:pathLst>
                <a:path w="6208" h="5703" extrusionOk="0">
                  <a:moveTo>
                    <a:pt x="3088" y="693"/>
                  </a:moveTo>
                  <a:cubicBezTo>
                    <a:pt x="3655" y="693"/>
                    <a:pt x="4128" y="1166"/>
                    <a:pt x="4128" y="1733"/>
                  </a:cubicBezTo>
                  <a:cubicBezTo>
                    <a:pt x="4128" y="2174"/>
                    <a:pt x="3844" y="2552"/>
                    <a:pt x="3466" y="2710"/>
                  </a:cubicBezTo>
                  <a:lnTo>
                    <a:pt x="3466" y="3119"/>
                  </a:lnTo>
                  <a:cubicBezTo>
                    <a:pt x="3466" y="3308"/>
                    <a:pt x="3309" y="3466"/>
                    <a:pt x="3088" y="3466"/>
                  </a:cubicBezTo>
                  <a:cubicBezTo>
                    <a:pt x="2899" y="3466"/>
                    <a:pt x="2742" y="3308"/>
                    <a:pt x="2742" y="3119"/>
                  </a:cubicBezTo>
                  <a:lnTo>
                    <a:pt x="2742" y="2710"/>
                  </a:lnTo>
                  <a:cubicBezTo>
                    <a:pt x="2742" y="2426"/>
                    <a:pt x="2931" y="2174"/>
                    <a:pt x="3214" y="2080"/>
                  </a:cubicBezTo>
                  <a:cubicBezTo>
                    <a:pt x="3340" y="2048"/>
                    <a:pt x="3466" y="1891"/>
                    <a:pt x="3466" y="1765"/>
                  </a:cubicBezTo>
                  <a:cubicBezTo>
                    <a:pt x="3466" y="1576"/>
                    <a:pt x="3309" y="1418"/>
                    <a:pt x="3088" y="1418"/>
                  </a:cubicBezTo>
                  <a:cubicBezTo>
                    <a:pt x="2899" y="1418"/>
                    <a:pt x="2742" y="1576"/>
                    <a:pt x="2742" y="1765"/>
                  </a:cubicBezTo>
                  <a:cubicBezTo>
                    <a:pt x="2742" y="1954"/>
                    <a:pt x="2584" y="2111"/>
                    <a:pt x="2395" y="2111"/>
                  </a:cubicBezTo>
                  <a:cubicBezTo>
                    <a:pt x="2206" y="2111"/>
                    <a:pt x="2049" y="1954"/>
                    <a:pt x="2049" y="1765"/>
                  </a:cubicBezTo>
                  <a:cubicBezTo>
                    <a:pt x="2080" y="1166"/>
                    <a:pt x="2553" y="693"/>
                    <a:pt x="3088" y="693"/>
                  </a:cubicBezTo>
                  <a:close/>
                  <a:moveTo>
                    <a:pt x="3088" y="3781"/>
                  </a:moveTo>
                  <a:cubicBezTo>
                    <a:pt x="3309" y="3781"/>
                    <a:pt x="3466" y="3938"/>
                    <a:pt x="3466" y="4127"/>
                  </a:cubicBezTo>
                  <a:cubicBezTo>
                    <a:pt x="3466" y="4317"/>
                    <a:pt x="3309" y="4474"/>
                    <a:pt x="3088" y="4474"/>
                  </a:cubicBezTo>
                  <a:cubicBezTo>
                    <a:pt x="2899" y="4474"/>
                    <a:pt x="2742" y="4317"/>
                    <a:pt x="2742" y="4127"/>
                  </a:cubicBezTo>
                  <a:cubicBezTo>
                    <a:pt x="2742" y="3938"/>
                    <a:pt x="2899" y="3781"/>
                    <a:pt x="3088" y="3781"/>
                  </a:cubicBezTo>
                  <a:close/>
                  <a:moveTo>
                    <a:pt x="347" y="0"/>
                  </a:moveTo>
                  <a:cubicBezTo>
                    <a:pt x="158" y="32"/>
                    <a:pt x="1" y="189"/>
                    <a:pt x="1" y="347"/>
                  </a:cubicBezTo>
                  <a:lnTo>
                    <a:pt x="1" y="5010"/>
                  </a:lnTo>
                  <a:lnTo>
                    <a:pt x="694" y="5703"/>
                  </a:lnTo>
                  <a:cubicBezTo>
                    <a:pt x="1371" y="5088"/>
                    <a:pt x="2238" y="4781"/>
                    <a:pt x="3104" y="4781"/>
                  </a:cubicBezTo>
                  <a:cubicBezTo>
                    <a:pt x="3970" y="4781"/>
                    <a:pt x="4837" y="5088"/>
                    <a:pt x="5514" y="5703"/>
                  </a:cubicBezTo>
                  <a:lnTo>
                    <a:pt x="6207" y="5010"/>
                  </a:lnTo>
                  <a:lnTo>
                    <a:pt x="6207" y="347"/>
                  </a:lnTo>
                  <a:cubicBezTo>
                    <a:pt x="6207" y="158"/>
                    <a:pt x="6050" y="0"/>
                    <a:pt x="58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82"/>
            <p:cNvSpPr/>
            <p:nvPr/>
          </p:nvSpPr>
          <p:spPr>
            <a:xfrm>
              <a:off x="-35621625" y="3694325"/>
              <a:ext cx="73275" cy="143375"/>
            </a:xfrm>
            <a:custGeom>
              <a:avLst/>
              <a:gdLst/>
              <a:ahLst/>
              <a:cxnLst/>
              <a:rect l="l" t="t" r="r" b="b"/>
              <a:pathLst>
                <a:path w="2931" h="5735" extrusionOk="0">
                  <a:moveTo>
                    <a:pt x="2931" y="1"/>
                  </a:moveTo>
                  <a:lnTo>
                    <a:pt x="1" y="2899"/>
                  </a:lnTo>
                  <a:lnTo>
                    <a:pt x="2805" y="5735"/>
                  </a:lnTo>
                  <a:cubicBezTo>
                    <a:pt x="2868" y="5609"/>
                    <a:pt x="2931" y="5451"/>
                    <a:pt x="2931" y="5294"/>
                  </a:cubicBezTo>
                  <a:lnTo>
                    <a:pt x="29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82"/>
            <p:cNvSpPr/>
            <p:nvPr/>
          </p:nvSpPr>
          <p:spPr>
            <a:xfrm>
              <a:off x="-35827200" y="3748675"/>
              <a:ext cx="263100" cy="104000"/>
            </a:xfrm>
            <a:custGeom>
              <a:avLst/>
              <a:gdLst/>
              <a:ahLst/>
              <a:cxnLst/>
              <a:rect l="l" t="t" r="r" b="b"/>
              <a:pathLst>
                <a:path w="10524" h="4160" extrusionOk="0">
                  <a:moveTo>
                    <a:pt x="5235" y="1"/>
                  </a:moveTo>
                  <a:cubicBezTo>
                    <a:pt x="4482" y="1"/>
                    <a:pt x="3734" y="284"/>
                    <a:pt x="3183" y="851"/>
                  </a:cubicBezTo>
                  <a:lnTo>
                    <a:pt x="1" y="4033"/>
                  </a:lnTo>
                  <a:cubicBezTo>
                    <a:pt x="158" y="4128"/>
                    <a:pt x="316" y="4159"/>
                    <a:pt x="473" y="4159"/>
                  </a:cubicBezTo>
                  <a:lnTo>
                    <a:pt x="10082" y="4159"/>
                  </a:lnTo>
                  <a:cubicBezTo>
                    <a:pt x="10240" y="4159"/>
                    <a:pt x="10398" y="4128"/>
                    <a:pt x="10524" y="4033"/>
                  </a:cubicBezTo>
                  <a:lnTo>
                    <a:pt x="7310" y="851"/>
                  </a:lnTo>
                  <a:cubicBezTo>
                    <a:pt x="6743" y="284"/>
                    <a:pt x="5987" y="1"/>
                    <a:pt x="5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82"/>
            <p:cNvSpPr/>
            <p:nvPr/>
          </p:nvSpPr>
          <p:spPr>
            <a:xfrm>
              <a:off x="-35831925" y="3635275"/>
              <a:ext cx="41775" cy="85075"/>
            </a:xfrm>
            <a:custGeom>
              <a:avLst/>
              <a:gdLst/>
              <a:ahLst/>
              <a:cxnLst/>
              <a:rect l="l" t="t" r="r" b="b"/>
              <a:pathLst>
                <a:path w="1671" h="3403" extrusionOk="0">
                  <a:moveTo>
                    <a:pt x="1671" y="0"/>
                  </a:moveTo>
                  <a:lnTo>
                    <a:pt x="1" y="1701"/>
                  </a:lnTo>
                  <a:lnTo>
                    <a:pt x="1671" y="3403"/>
                  </a:lnTo>
                  <a:lnTo>
                    <a:pt x="16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82"/>
            <p:cNvSpPr/>
            <p:nvPr/>
          </p:nvSpPr>
          <p:spPr>
            <a:xfrm>
              <a:off x="-35601150" y="3635275"/>
              <a:ext cx="43350" cy="85075"/>
            </a:xfrm>
            <a:custGeom>
              <a:avLst/>
              <a:gdLst/>
              <a:ahLst/>
              <a:cxnLst/>
              <a:rect l="l" t="t" r="r" b="b"/>
              <a:pathLst>
                <a:path w="1734" h="3403" extrusionOk="0">
                  <a:moveTo>
                    <a:pt x="1" y="0"/>
                  </a:moveTo>
                  <a:lnTo>
                    <a:pt x="1" y="3403"/>
                  </a:lnTo>
                  <a:lnTo>
                    <a:pt x="1734" y="17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82"/>
            <p:cNvSpPr/>
            <p:nvPr/>
          </p:nvSpPr>
          <p:spPr>
            <a:xfrm>
              <a:off x="-35750000" y="3561025"/>
              <a:ext cx="111075" cy="35675"/>
            </a:xfrm>
            <a:custGeom>
              <a:avLst/>
              <a:gdLst/>
              <a:ahLst/>
              <a:cxnLst/>
              <a:rect l="l" t="t" r="r" b="b"/>
              <a:pathLst>
                <a:path w="4443" h="1427" extrusionOk="0">
                  <a:moveTo>
                    <a:pt x="2182" y="1"/>
                  </a:moveTo>
                  <a:cubicBezTo>
                    <a:pt x="1686" y="1"/>
                    <a:pt x="1198" y="182"/>
                    <a:pt x="851" y="544"/>
                  </a:cubicBezTo>
                  <a:lnTo>
                    <a:pt x="0" y="1426"/>
                  </a:lnTo>
                  <a:lnTo>
                    <a:pt x="4443" y="1426"/>
                  </a:lnTo>
                  <a:lnTo>
                    <a:pt x="3560" y="544"/>
                  </a:lnTo>
                  <a:cubicBezTo>
                    <a:pt x="3182" y="182"/>
                    <a:pt x="2678" y="1"/>
                    <a:pt x="2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82"/>
            <p:cNvSpPr/>
            <p:nvPr/>
          </p:nvSpPr>
          <p:spPr>
            <a:xfrm>
              <a:off x="-35839800" y="3694325"/>
              <a:ext cx="72500" cy="143375"/>
            </a:xfrm>
            <a:custGeom>
              <a:avLst/>
              <a:gdLst/>
              <a:ahLst/>
              <a:cxnLst/>
              <a:rect l="l" t="t" r="r" b="b"/>
              <a:pathLst>
                <a:path w="2900" h="5735" extrusionOk="0">
                  <a:moveTo>
                    <a:pt x="1" y="1"/>
                  </a:moveTo>
                  <a:lnTo>
                    <a:pt x="1" y="5294"/>
                  </a:lnTo>
                  <a:cubicBezTo>
                    <a:pt x="1" y="5451"/>
                    <a:pt x="32" y="5609"/>
                    <a:pt x="95" y="5735"/>
                  </a:cubicBezTo>
                  <a:lnTo>
                    <a:pt x="2899" y="28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9" name="Google Shape;1809;p82"/>
          <p:cNvSpPr/>
          <p:nvPr/>
        </p:nvSpPr>
        <p:spPr>
          <a:xfrm>
            <a:off x="1638918" y="2635438"/>
            <a:ext cx="355557" cy="353645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6144" y="2773"/>
                </a:moveTo>
                <a:cubicBezTo>
                  <a:pt x="7467" y="2868"/>
                  <a:pt x="8570" y="3813"/>
                  <a:pt x="8885" y="5042"/>
                </a:cubicBezTo>
                <a:cubicBezTo>
                  <a:pt x="8917" y="5231"/>
                  <a:pt x="8791" y="5388"/>
                  <a:pt x="8633" y="5483"/>
                </a:cubicBezTo>
                <a:cubicBezTo>
                  <a:pt x="8613" y="5486"/>
                  <a:pt x="8594" y="5487"/>
                  <a:pt x="8575" y="5487"/>
                </a:cubicBezTo>
                <a:cubicBezTo>
                  <a:pt x="8412" y="5487"/>
                  <a:pt x="8277" y="5372"/>
                  <a:pt x="8192" y="5231"/>
                </a:cubicBezTo>
                <a:cubicBezTo>
                  <a:pt x="7972" y="4254"/>
                  <a:pt x="7089" y="3561"/>
                  <a:pt x="6113" y="3466"/>
                </a:cubicBezTo>
                <a:cubicBezTo>
                  <a:pt x="5924" y="3466"/>
                  <a:pt x="5798" y="3277"/>
                  <a:pt x="5798" y="3120"/>
                </a:cubicBezTo>
                <a:cubicBezTo>
                  <a:pt x="5798" y="2868"/>
                  <a:pt x="5955" y="2773"/>
                  <a:pt x="6144" y="2773"/>
                </a:cubicBezTo>
                <a:close/>
                <a:moveTo>
                  <a:pt x="6222" y="1414"/>
                </a:moveTo>
                <a:cubicBezTo>
                  <a:pt x="6238" y="1414"/>
                  <a:pt x="6254" y="1416"/>
                  <a:pt x="6270" y="1418"/>
                </a:cubicBezTo>
                <a:cubicBezTo>
                  <a:pt x="8161" y="1576"/>
                  <a:pt x="9862" y="2962"/>
                  <a:pt x="10240" y="5136"/>
                </a:cubicBezTo>
                <a:cubicBezTo>
                  <a:pt x="10303" y="5325"/>
                  <a:pt x="10177" y="5483"/>
                  <a:pt x="9988" y="5514"/>
                </a:cubicBezTo>
                <a:cubicBezTo>
                  <a:pt x="9960" y="5518"/>
                  <a:pt x="9934" y="5520"/>
                  <a:pt x="9908" y="5520"/>
                </a:cubicBezTo>
                <a:cubicBezTo>
                  <a:pt x="9730" y="5520"/>
                  <a:pt x="9606" y="5424"/>
                  <a:pt x="9578" y="5231"/>
                </a:cubicBezTo>
                <a:cubicBezTo>
                  <a:pt x="9263" y="3466"/>
                  <a:pt x="7846" y="2238"/>
                  <a:pt x="6239" y="2143"/>
                </a:cubicBezTo>
                <a:cubicBezTo>
                  <a:pt x="6050" y="2143"/>
                  <a:pt x="5924" y="1923"/>
                  <a:pt x="5924" y="1765"/>
                </a:cubicBezTo>
                <a:cubicBezTo>
                  <a:pt x="5924" y="1563"/>
                  <a:pt x="6055" y="1414"/>
                  <a:pt x="6222" y="1414"/>
                </a:cubicBezTo>
                <a:close/>
                <a:moveTo>
                  <a:pt x="5907" y="4124"/>
                </a:moveTo>
                <a:cubicBezTo>
                  <a:pt x="5923" y="4124"/>
                  <a:pt x="5939" y="4125"/>
                  <a:pt x="5955" y="4128"/>
                </a:cubicBezTo>
                <a:cubicBezTo>
                  <a:pt x="6680" y="4191"/>
                  <a:pt x="7247" y="4663"/>
                  <a:pt x="7499" y="5325"/>
                </a:cubicBezTo>
                <a:cubicBezTo>
                  <a:pt x="7530" y="5514"/>
                  <a:pt x="7467" y="5672"/>
                  <a:pt x="7247" y="5766"/>
                </a:cubicBezTo>
                <a:cubicBezTo>
                  <a:pt x="7223" y="5770"/>
                  <a:pt x="7199" y="5772"/>
                  <a:pt x="7177" y="5772"/>
                </a:cubicBezTo>
                <a:cubicBezTo>
                  <a:pt x="7019" y="5772"/>
                  <a:pt x="6892" y="5679"/>
                  <a:pt x="6837" y="5514"/>
                </a:cubicBezTo>
                <a:cubicBezTo>
                  <a:pt x="6711" y="5136"/>
                  <a:pt x="6365" y="4852"/>
                  <a:pt x="5924" y="4821"/>
                </a:cubicBezTo>
                <a:cubicBezTo>
                  <a:pt x="5735" y="4821"/>
                  <a:pt x="5609" y="4663"/>
                  <a:pt x="5609" y="4443"/>
                </a:cubicBezTo>
                <a:cubicBezTo>
                  <a:pt x="5609" y="4270"/>
                  <a:pt x="5740" y="4124"/>
                  <a:pt x="5907" y="4124"/>
                </a:cubicBezTo>
                <a:close/>
                <a:moveTo>
                  <a:pt x="3385" y="3199"/>
                </a:moveTo>
                <a:cubicBezTo>
                  <a:pt x="3455" y="3199"/>
                  <a:pt x="3527" y="3225"/>
                  <a:pt x="3592" y="3277"/>
                </a:cubicBezTo>
                <a:lnTo>
                  <a:pt x="4695" y="4096"/>
                </a:lnTo>
                <a:cubicBezTo>
                  <a:pt x="4853" y="4222"/>
                  <a:pt x="4884" y="4411"/>
                  <a:pt x="4790" y="4569"/>
                </a:cubicBezTo>
                <a:lnTo>
                  <a:pt x="4159" y="5388"/>
                </a:lnTo>
                <a:lnTo>
                  <a:pt x="6869" y="7436"/>
                </a:lnTo>
                <a:lnTo>
                  <a:pt x="7499" y="6617"/>
                </a:lnTo>
                <a:cubicBezTo>
                  <a:pt x="7572" y="6525"/>
                  <a:pt x="7667" y="6476"/>
                  <a:pt x="7765" y="6476"/>
                </a:cubicBezTo>
                <a:cubicBezTo>
                  <a:pt x="7835" y="6476"/>
                  <a:pt x="7906" y="6501"/>
                  <a:pt x="7972" y="6554"/>
                </a:cubicBezTo>
                <a:lnTo>
                  <a:pt x="9074" y="7373"/>
                </a:lnTo>
                <a:cubicBezTo>
                  <a:pt x="9232" y="7499"/>
                  <a:pt x="9263" y="7688"/>
                  <a:pt x="9137" y="7845"/>
                </a:cubicBezTo>
                <a:lnTo>
                  <a:pt x="8507" y="8665"/>
                </a:lnTo>
                <a:cubicBezTo>
                  <a:pt x="8225" y="9022"/>
                  <a:pt x="7819" y="9211"/>
                  <a:pt x="7403" y="9211"/>
                </a:cubicBezTo>
                <a:cubicBezTo>
                  <a:pt x="7123" y="9211"/>
                  <a:pt x="6839" y="9126"/>
                  <a:pt x="6585" y="8948"/>
                </a:cubicBezTo>
                <a:lnTo>
                  <a:pt x="2773" y="6081"/>
                </a:lnTo>
                <a:cubicBezTo>
                  <a:pt x="2143" y="5672"/>
                  <a:pt x="2017" y="4821"/>
                  <a:pt x="2490" y="4191"/>
                </a:cubicBezTo>
                <a:lnTo>
                  <a:pt x="3120" y="3340"/>
                </a:lnTo>
                <a:cubicBezTo>
                  <a:pt x="3193" y="3248"/>
                  <a:pt x="3288" y="3199"/>
                  <a:pt x="3385" y="3199"/>
                </a:cubicBezTo>
                <a:close/>
                <a:moveTo>
                  <a:pt x="5829" y="1"/>
                </a:moveTo>
                <a:cubicBezTo>
                  <a:pt x="2647" y="1"/>
                  <a:pt x="1" y="2647"/>
                  <a:pt x="1" y="5829"/>
                </a:cubicBezTo>
                <a:cubicBezTo>
                  <a:pt x="64" y="9011"/>
                  <a:pt x="2647" y="11658"/>
                  <a:pt x="5892" y="11658"/>
                </a:cubicBezTo>
                <a:cubicBezTo>
                  <a:pt x="6900" y="11658"/>
                  <a:pt x="7940" y="11374"/>
                  <a:pt x="8822" y="10838"/>
                </a:cubicBezTo>
                <a:lnTo>
                  <a:pt x="11248" y="11626"/>
                </a:lnTo>
                <a:cubicBezTo>
                  <a:pt x="11272" y="11634"/>
                  <a:pt x="11299" y="11638"/>
                  <a:pt x="11329" y="11638"/>
                </a:cubicBezTo>
                <a:cubicBezTo>
                  <a:pt x="11417" y="11638"/>
                  <a:pt x="11524" y="11602"/>
                  <a:pt x="11595" y="11531"/>
                </a:cubicBezTo>
                <a:cubicBezTo>
                  <a:pt x="11658" y="11468"/>
                  <a:pt x="11721" y="11311"/>
                  <a:pt x="11658" y="11185"/>
                </a:cubicBezTo>
                <a:lnTo>
                  <a:pt x="10838" y="8791"/>
                </a:lnTo>
                <a:cubicBezTo>
                  <a:pt x="11406" y="7877"/>
                  <a:pt x="11658" y="6869"/>
                  <a:pt x="11658" y="5829"/>
                </a:cubicBezTo>
                <a:cubicBezTo>
                  <a:pt x="11658" y="2647"/>
                  <a:pt x="9043" y="1"/>
                  <a:pt x="582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0" name="Google Shape;1810;p82"/>
          <p:cNvGrpSpPr/>
          <p:nvPr/>
        </p:nvGrpSpPr>
        <p:grpSpPr>
          <a:xfrm>
            <a:off x="2793797" y="3212227"/>
            <a:ext cx="353645" cy="353645"/>
            <a:chOff x="-34003850" y="3227275"/>
            <a:chExt cx="291450" cy="291450"/>
          </a:xfrm>
        </p:grpSpPr>
        <p:sp>
          <p:nvSpPr>
            <p:cNvPr id="1811" name="Google Shape;1811;p82"/>
            <p:cNvSpPr/>
            <p:nvPr/>
          </p:nvSpPr>
          <p:spPr>
            <a:xfrm>
              <a:off x="-33852625" y="3313925"/>
              <a:ext cx="128425" cy="49625"/>
            </a:xfrm>
            <a:custGeom>
              <a:avLst/>
              <a:gdLst/>
              <a:ahLst/>
              <a:cxnLst/>
              <a:rect l="l" t="t" r="r" b="b"/>
              <a:pathLst>
                <a:path w="5137" h="1985" extrusionOk="0">
                  <a:moveTo>
                    <a:pt x="473" y="0"/>
                  </a:moveTo>
                  <a:cubicBezTo>
                    <a:pt x="316" y="0"/>
                    <a:pt x="158" y="32"/>
                    <a:pt x="1" y="126"/>
                  </a:cubicBezTo>
                  <a:lnTo>
                    <a:pt x="2521" y="1985"/>
                  </a:lnTo>
                  <a:lnTo>
                    <a:pt x="5136" y="158"/>
                  </a:lnTo>
                  <a:cubicBezTo>
                    <a:pt x="4979" y="32"/>
                    <a:pt x="4790" y="0"/>
                    <a:pt x="45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82"/>
            <p:cNvSpPr/>
            <p:nvPr/>
          </p:nvSpPr>
          <p:spPr>
            <a:xfrm>
              <a:off x="-33866000" y="3328875"/>
              <a:ext cx="153600" cy="103200"/>
            </a:xfrm>
            <a:custGeom>
              <a:avLst/>
              <a:gdLst/>
              <a:ahLst/>
              <a:cxnLst/>
              <a:rect l="l" t="t" r="r" b="b"/>
              <a:pathLst>
                <a:path w="6144" h="4128" extrusionOk="0">
                  <a:moveTo>
                    <a:pt x="63" y="1"/>
                  </a:moveTo>
                  <a:cubicBezTo>
                    <a:pt x="32" y="127"/>
                    <a:pt x="0" y="284"/>
                    <a:pt x="0" y="379"/>
                  </a:cubicBezTo>
                  <a:lnTo>
                    <a:pt x="0" y="3120"/>
                  </a:lnTo>
                  <a:cubicBezTo>
                    <a:pt x="0" y="3655"/>
                    <a:pt x="473" y="4128"/>
                    <a:pt x="1040" y="4128"/>
                  </a:cubicBezTo>
                  <a:lnTo>
                    <a:pt x="5136" y="4128"/>
                  </a:lnTo>
                  <a:cubicBezTo>
                    <a:pt x="5671" y="4128"/>
                    <a:pt x="6144" y="3655"/>
                    <a:pt x="6144" y="3120"/>
                  </a:cubicBezTo>
                  <a:lnTo>
                    <a:pt x="6144" y="379"/>
                  </a:lnTo>
                  <a:cubicBezTo>
                    <a:pt x="6144" y="284"/>
                    <a:pt x="6112" y="190"/>
                    <a:pt x="6112" y="64"/>
                  </a:cubicBezTo>
                  <a:lnTo>
                    <a:pt x="3277" y="2048"/>
                  </a:lnTo>
                  <a:cubicBezTo>
                    <a:pt x="3214" y="2080"/>
                    <a:pt x="3151" y="2080"/>
                    <a:pt x="3056" y="2080"/>
                  </a:cubicBezTo>
                  <a:cubicBezTo>
                    <a:pt x="2993" y="2080"/>
                    <a:pt x="2962" y="2080"/>
                    <a:pt x="2867" y="2048"/>
                  </a:cubicBezTo>
                  <a:lnTo>
                    <a:pt x="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82"/>
            <p:cNvSpPr/>
            <p:nvPr/>
          </p:nvSpPr>
          <p:spPr>
            <a:xfrm>
              <a:off x="-34003850" y="3279250"/>
              <a:ext cx="189050" cy="188275"/>
            </a:xfrm>
            <a:custGeom>
              <a:avLst/>
              <a:gdLst/>
              <a:ahLst/>
              <a:cxnLst/>
              <a:rect l="l" t="t" r="r" b="b"/>
              <a:pathLst>
                <a:path w="7562" h="7531" extrusionOk="0">
                  <a:moveTo>
                    <a:pt x="3781" y="2017"/>
                  </a:moveTo>
                  <a:cubicBezTo>
                    <a:pt x="3970" y="2017"/>
                    <a:pt x="4128" y="2175"/>
                    <a:pt x="4128" y="2364"/>
                  </a:cubicBezTo>
                  <a:cubicBezTo>
                    <a:pt x="4128" y="2584"/>
                    <a:pt x="3970" y="2742"/>
                    <a:pt x="3781" y="2742"/>
                  </a:cubicBezTo>
                  <a:lnTo>
                    <a:pt x="1702" y="2742"/>
                  </a:lnTo>
                  <a:cubicBezTo>
                    <a:pt x="1482" y="2742"/>
                    <a:pt x="1324" y="2584"/>
                    <a:pt x="1324" y="2364"/>
                  </a:cubicBezTo>
                  <a:cubicBezTo>
                    <a:pt x="1324" y="2175"/>
                    <a:pt x="1482" y="2017"/>
                    <a:pt x="1702" y="2017"/>
                  </a:cubicBezTo>
                  <a:close/>
                  <a:moveTo>
                    <a:pt x="3057" y="3403"/>
                  </a:moveTo>
                  <a:cubicBezTo>
                    <a:pt x="3277" y="3403"/>
                    <a:pt x="3435" y="3561"/>
                    <a:pt x="3435" y="3750"/>
                  </a:cubicBezTo>
                  <a:cubicBezTo>
                    <a:pt x="3466" y="3939"/>
                    <a:pt x="3277" y="4096"/>
                    <a:pt x="3057" y="4096"/>
                  </a:cubicBezTo>
                  <a:lnTo>
                    <a:pt x="1702" y="4096"/>
                  </a:lnTo>
                  <a:cubicBezTo>
                    <a:pt x="1482" y="4096"/>
                    <a:pt x="1324" y="3939"/>
                    <a:pt x="1324" y="3750"/>
                  </a:cubicBezTo>
                  <a:cubicBezTo>
                    <a:pt x="1324" y="3561"/>
                    <a:pt x="1482" y="3403"/>
                    <a:pt x="1702" y="3403"/>
                  </a:cubicBezTo>
                  <a:close/>
                  <a:moveTo>
                    <a:pt x="2395" y="4790"/>
                  </a:moveTo>
                  <a:cubicBezTo>
                    <a:pt x="2584" y="4790"/>
                    <a:pt x="2742" y="4947"/>
                    <a:pt x="2742" y="5136"/>
                  </a:cubicBezTo>
                  <a:cubicBezTo>
                    <a:pt x="2742" y="5325"/>
                    <a:pt x="2584" y="5483"/>
                    <a:pt x="2395" y="5483"/>
                  </a:cubicBezTo>
                  <a:lnTo>
                    <a:pt x="1702" y="5483"/>
                  </a:lnTo>
                  <a:cubicBezTo>
                    <a:pt x="1482" y="5483"/>
                    <a:pt x="1324" y="5325"/>
                    <a:pt x="1324" y="5136"/>
                  </a:cubicBezTo>
                  <a:cubicBezTo>
                    <a:pt x="1324" y="4947"/>
                    <a:pt x="1482" y="4790"/>
                    <a:pt x="1702" y="4790"/>
                  </a:cubicBezTo>
                  <a:close/>
                  <a:moveTo>
                    <a:pt x="1" y="1"/>
                  </a:moveTo>
                  <a:lnTo>
                    <a:pt x="1" y="7530"/>
                  </a:lnTo>
                  <a:lnTo>
                    <a:pt x="7562" y="7530"/>
                  </a:lnTo>
                  <a:lnTo>
                    <a:pt x="7562" y="6837"/>
                  </a:lnTo>
                  <a:lnTo>
                    <a:pt x="6522" y="6837"/>
                  </a:lnTo>
                  <a:cubicBezTo>
                    <a:pt x="5577" y="6837"/>
                    <a:pt x="4853" y="6081"/>
                    <a:pt x="4853" y="5136"/>
                  </a:cubicBezTo>
                  <a:lnTo>
                    <a:pt x="4853" y="2395"/>
                  </a:lnTo>
                  <a:cubicBezTo>
                    <a:pt x="4853" y="1450"/>
                    <a:pt x="5577" y="725"/>
                    <a:pt x="6522" y="725"/>
                  </a:cubicBezTo>
                  <a:lnTo>
                    <a:pt x="7562" y="725"/>
                  </a:lnTo>
                  <a:lnTo>
                    <a:pt x="75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82"/>
            <p:cNvSpPr/>
            <p:nvPr/>
          </p:nvSpPr>
          <p:spPr>
            <a:xfrm>
              <a:off x="-34003850" y="3227275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62" y="1387"/>
                  </a:lnTo>
                  <a:lnTo>
                    <a:pt x="7562" y="1040"/>
                  </a:lnTo>
                  <a:cubicBezTo>
                    <a:pt x="7562" y="473"/>
                    <a:pt x="7089" y="1"/>
                    <a:pt x="65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82"/>
            <p:cNvSpPr/>
            <p:nvPr/>
          </p:nvSpPr>
          <p:spPr>
            <a:xfrm>
              <a:off x="-34003850" y="3484050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5"/>
                    <a:pt x="442" y="1386"/>
                    <a:pt x="1009" y="1386"/>
                  </a:cubicBezTo>
                  <a:lnTo>
                    <a:pt x="6522" y="1386"/>
                  </a:lnTo>
                  <a:cubicBezTo>
                    <a:pt x="7089" y="1386"/>
                    <a:pt x="7562" y="914"/>
                    <a:pt x="7562" y="347"/>
                  </a:cubicBezTo>
                  <a:lnTo>
                    <a:pt x="7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6" name="Google Shape;1816;p82"/>
          <p:cNvGrpSpPr/>
          <p:nvPr/>
        </p:nvGrpSpPr>
        <p:grpSpPr>
          <a:xfrm>
            <a:off x="4535917" y="2078013"/>
            <a:ext cx="355557" cy="354616"/>
            <a:chOff x="-34005425" y="3945575"/>
            <a:chExt cx="293025" cy="292250"/>
          </a:xfrm>
        </p:grpSpPr>
        <p:sp>
          <p:nvSpPr>
            <p:cNvPr id="1817" name="Google Shape;1817;p82"/>
            <p:cNvSpPr/>
            <p:nvPr/>
          </p:nvSpPr>
          <p:spPr>
            <a:xfrm>
              <a:off x="-33952650" y="3998350"/>
              <a:ext cx="186700" cy="186700"/>
            </a:xfrm>
            <a:custGeom>
              <a:avLst/>
              <a:gdLst/>
              <a:ahLst/>
              <a:cxnLst/>
              <a:rect l="l" t="t" r="r" b="b"/>
              <a:pathLst>
                <a:path w="7468" h="7468" extrusionOk="0">
                  <a:moveTo>
                    <a:pt x="5861" y="2017"/>
                  </a:moveTo>
                  <a:cubicBezTo>
                    <a:pt x="6050" y="2017"/>
                    <a:pt x="6207" y="2143"/>
                    <a:pt x="6207" y="2364"/>
                  </a:cubicBezTo>
                  <a:lnTo>
                    <a:pt x="6207" y="3750"/>
                  </a:lnTo>
                  <a:lnTo>
                    <a:pt x="6207" y="5104"/>
                  </a:lnTo>
                  <a:cubicBezTo>
                    <a:pt x="6207" y="5325"/>
                    <a:pt x="6050" y="5451"/>
                    <a:pt x="5861" y="5451"/>
                  </a:cubicBezTo>
                  <a:cubicBezTo>
                    <a:pt x="5672" y="5451"/>
                    <a:pt x="5514" y="5325"/>
                    <a:pt x="5514" y="5104"/>
                  </a:cubicBezTo>
                  <a:lnTo>
                    <a:pt x="5514" y="4096"/>
                  </a:lnTo>
                  <a:lnTo>
                    <a:pt x="4474" y="4096"/>
                  </a:lnTo>
                  <a:cubicBezTo>
                    <a:pt x="4285" y="4096"/>
                    <a:pt x="4128" y="3939"/>
                    <a:pt x="4128" y="3750"/>
                  </a:cubicBezTo>
                  <a:lnTo>
                    <a:pt x="4128" y="2364"/>
                  </a:lnTo>
                  <a:cubicBezTo>
                    <a:pt x="4128" y="2143"/>
                    <a:pt x="4285" y="2017"/>
                    <a:pt x="4474" y="2017"/>
                  </a:cubicBezTo>
                  <a:cubicBezTo>
                    <a:pt x="4695" y="2017"/>
                    <a:pt x="4852" y="2143"/>
                    <a:pt x="4852" y="2364"/>
                  </a:cubicBezTo>
                  <a:lnTo>
                    <a:pt x="4852" y="3372"/>
                  </a:lnTo>
                  <a:lnTo>
                    <a:pt x="5514" y="3372"/>
                  </a:lnTo>
                  <a:lnTo>
                    <a:pt x="5514" y="2364"/>
                  </a:lnTo>
                  <a:cubicBezTo>
                    <a:pt x="5514" y="2143"/>
                    <a:pt x="5672" y="2017"/>
                    <a:pt x="5861" y="2017"/>
                  </a:cubicBezTo>
                  <a:close/>
                  <a:moveTo>
                    <a:pt x="2332" y="2017"/>
                  </a:moveTo>
                  <a:cubicBezTo>
                    <a:pt x="2868" y="2017"/>
                    <a:pt x="3340" y="2490"/>
                    <a:pt x="3340" y="3025"/>
                  </a:cubicBezTo>
                  <a:lnTo>
                    <a:pt x="3340" y="3309"/>
                  </a:lnTo>
                  <a:lnTo>
                    <a:pt x="3435" y="3309"/>
                  </a:lnTo>
                  <a:cubicBezTo>
                    <a:pt x="3435" y="3687"/>
                    <a:pt x="3183" y="4065"/>
                    <a:pt x="2868" y="4222"/>
                  </a:cubicBezTo>
                  <a:lnTo>
                    <a:pt x="2238" y="4537"/>
                  </a:lnTo>
                  <a:cubicBezTo>
                    <a:pt x="2175" y="4569"/>
                    <a:pt x="2080" y="4632"/>
                    <a:pt x="2049" y="4758"/>
                  </a:cubicBezTo>
                  <a:lnTo>
                    <a:pt x="3057" y="4758"/>
                  </a:lnTo>
                  <a:cubicBezTo>
                    <a:pt x="3277" y="4758"/>
                    <a:pt x="3435" y="4915"/>
                    <a:pt x="3435" y="5104"/>
                  </a:cubicBezTo>
                  <a:cubicBezTo>
                    <a:pt x="3435" y="5325"/>
                    <a:pt x="3277" y="5483"/>
                    <a:pt x="3057" y="5483"/>
                  </a:cubicBezTo>
                  <a:lnTo>
                    <a:pt x="1702" y="5483"/>
                  </a:lnTo>
                  <a:cubicBezTo>
                    <a:pt x="1481" y="5483"/>
                    <a:pt x="1324" y="5325"/>
                    <a:pt x="1324" y="5104"/>
                  </a:cubicBezTo>
                  <a:lnTo>
                    <a:pt x="1324" y="4852"/>
                  </a:lnTo>
                  <a:cubicBezTo>
                    <a:pt x="1324" y="4443"/>
                    <a:pt x="1576" y="4096"/>
                    <a:pt x="1891" y="3939"/>
                  </a:cubicBezTo>
                  <a:lnTo>
                    <a:pt x="2521" y="3624"/>
                  </a:lnTo>
                  <a:cubicBezTo>
                    <a:pt x="2647" y="3592"/>
                    <a:pt x="2710" y="3466"/>
                    <a:pt x="2710" y="3309"/>
                  </a:cubicBezTo>
                  <a:lnTo>
                    <a:pt x="2710" y="3025"/>
                  </a:lnTo>
                  <a:cubicBezTo>
                    <a:pt x="2710" y="2836"/>
                    <a:pt x="2553" y="2679"/>
                    <a:pt x="2364" y="2679"/>
                  </a:cubicBezTo>
                  <a:cubicBezTo>
                    <a:pt x="2175" y="2679"/>
                    <a:pt x="2017" y="2836"/>
                    <a:pt x="2017" y="3025"/>
                  </a:cubicBezTo>
                  <a:cubicBezTo>
                    <a:pt x="2017" y="3214"/>
                    <a:pt x="1859" y="3372"/>
                    <a:pt x="1639" y="3372"/>
                  </a:cubicBezTo>
                  <a:cubicBezTo>
                    <a:pt x="1450" y="3372"/>
                    <a:pt x="1292" y="3214"/>
                    <a:pt x="1292" y="3025"/>
                  </a:cubicBezTo>
                  <a:cubicBezTo>
                    <a:pt x="1292" y="2490"/>
                    <a:pt x="1765" y="2017"/>
                    <a:pt x="2332" y="2017"/>
                  </a:cubicBezTo>
                  <a:close/>
                  <a:moveTo>
                    <a:pt x="3214" y="1"/>
                  </a:moveTo>
                  <a:cubicBezTo>
                    <a:pt x="3214" y="127"/>
                    <a:pt x="3183" y="284"/>
                    <a:pt x="3120" y="379"/>
                  </a:cubicBezTo>
                  <a:cubicBezTo>
                    <a:pt x="2962" y="662"/>
                    <a:pt x="2679" y="914"/>
                    <a:pt x="2364" y="946"/>
                  </a:cubicBezTo>
                  <a:lnTo>
                    <a:pt x="1009" y="1135"/>
                  </a:lnTo>
                  <a:cubicBezTo>
                    <a:pt x="473" y="1733"/>
                    <a:pt x="64" y="2521"/>
                    <a:pt x="1" y="3372"/>
                  </a:cubicBezTo>
                  <a:lnTo>
                    <a:pt x="316" y="3372"/>
                  </a:lnTo>
                  <a:cubicBezTo>
                    <a:pt x="505" y="3372"/>
                    <a:pt x="662" y="3529"/>
                    <a:pt x="662" y="3750"/>
                  </a:cubicBezTo>
                  <a:cubicBezTo>
                    <a:pt x="662" y="3939"/>
                    <a:pt x="505" y="4096"/>
                    <a:pt x="316" y="4096"/>
                  </a:cubicBezTo>
                  <a:lnTo>
                    <a:pt x="1" y="4096"/>
                  </a:lnTo>
                  <a:cubicBezTo>
                    <a:pt x="158" y="5892"/>
                    <a:pt x="1607" y="7310"/>
                    <a:pt x="3372" y="7467"/>
                  </a:cubicBezTo>
                  <a:lnTo>
                    <a:pt x="3372" y="7121"/>
                  </a:lnTo>
                  <a:cubicBezTo>
                    <a:pt x="3372" y="6932"/>
                    <a:pt x="3529" y="6774"/>
                    <a:pt x="3750" y="6774"/>
                  </a:cubicBezTo>
                  <a:cubicBezTo>
                    <a:pt x="3939" y="6774"/>
                    <a:pt x="4096" y="6932"/>
                    <a:pt x="4096" y="7121"/>
                  </a:cubicBezTo>
                  <a:lnTo>
                    <a:pt x="4096" y="7436"/>
                  </a:lnTo>
                  <a:lnTo>
                    <a:pt x="4254" y="7436"/>
                  </a:lnTo>
                  <a:cubicBezTo>
                    <a:pt x="4254" y="7373"/>
                    <a:pt x="4285" y="7278"/>
                    <a:pt x="4317" y="7215"/>
                  </a:cubicBezTo>
                  <a:cubicBezTo>
                    <a:pt x="4443" y="6900"/>
                    <a:pt x="4758" y="6648"/>
                    <a:pt x="5073" y="6617"/>
                  </a:cubicBezTo>
                  <a:lnTo>
                    <a:pt x="6491" y="6333"/>
                  </a:lnTo>
                  <a:cubicBezTo>
                    <a:pt x="7089" y="5703"/>
                    <a:pt x="7404" y="5010"/>
                    <a:pt x="7467" y="4096"/>
                  </a:cubicBezTo>
                  <a:lnTo>
                    <a:pt x="7152" y="4096"/>
                  </a:lnTo>
                  <a:cubicBezTo>
                    <a:pt x="6963" y="4096"/>
                    <a:pt x="6806" y="3939"/>
                    <a:pt x="6806" y="3750"/>
                  </a:cubicBezTo>
                  <a:cubicBezTo>
                    <a:pt x="6806" y="3529"/>
                    <a:pt x="6963" y="3372"/>
                    <a:pt x="7152" y="3372"/>
                  </a:cubicBezTo>
                  <a:lnTo>
                    <a:pt x="7467" y="3372"/>
                  </a:lnTo>
                  <a:cubicBezTo>
                    <a:pt x="7310" y="1576"/>
                    <a:pt x="5861" y="158"/>
                    <a:pt x="4096" y="1"/>
                  </a:cubicBezTo>
                  <a:lnTo>
                    <a:pt x="4096" y="316"/>
                  </a:lnTo>
                  <a:cubicBezTo>
                    <a:pt x="4096" y="505"/>
                    <a:pt x="3939" y="662"/>
                    <a:pt x="3750" y="662"/>
                  </a:cubicBezTo>
                  <a:cubicBezTo>
                    <a:pt x="3529" y="662"/>
                    <a:pt x="3372" y="505"/>
                    <a:pt x="3372" y="316"/>
                  </a:cubicBezTo>
                  <a:lnTo>
                    <a:pt x="33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82"/>
            <p:cNvSpPr/>
            <p:nvPr/>
          </p:nvSpPr>
          <p:spPr>
            <a:xfrm>
              <a:off x="-33944775" y="3945575"/>
              <a:ext cx="232375" cy="247350"/>
            </a:xfrm>
            <a:custGeom>
              <a:avLst/>
              <a:gdLst/>
              <a:ahLst/>
              <a:cxnLst/>
              <a:rect l="l" t="t" r="r" b="b"/>
              <a:pathLst>
                <a:path w="9295" h="9894" extrusionOk="0">
                  <a:moveTo>
                    <a:pt x="3466" y="1"/>
                  </a:moveTo>
                  <a:cubicBezTo>
                    <a:pt x="2490" y="1"/>
                    <a:pt x="1450" y="316"/>
                    <a:pt x="1103" y="536"/>
                  </a:cubicBezTo>
                  <a:lnTo>
                    <a:pt x="1040" y="410"/>
                  </a:lnTo>
                  <a:cubicBezTo>
                    <a:pt x="970" y="340"/>
                    <a:pt x="881" y="304"/>
                    <a:pt x="788" y="304"/>
                  </a:cubicBezTo>
                  <a:cubicBezTo>
                    <a:pt x="757" y="304"/>
                    <a:pt x="725" y="308"/>
                    <a:pt x="694" y="316"/>
                  </a:cubicBezTo>
                  <a:cubicBezTo>
                    <a:pt x="599" y="379"/>
                    <a:pt x="505" y="473"/>
                    <a:pt x="473" y="568"/>
                  </a:cubicBezTo>
                  <a:cubicBezTo>
                    <a:pt x="347" y="1041"/>
                    <a:pt x="442" y="726"/>
                    <a:pt x="32" y="2143"/>
                  </a:cubicBezTo>
                  <a:cubicBezTo>
                    <a:pt x="1" y="2269"/>
                    <a:pt x="32" y="2395"/>
                    <a:pt x="127" y="2458"/>
                  </a:cubicBezTo>
                  <a:cubicBezTo>
                    <a:pt x="253" y="2584"/>
                    <a:pt x="316" y="2584"/>
                    <a:pt x="473" y="2584"/>
                  </a:cubicBezTo>
                  <a:lnTo>
                    <a:pt x="2049" y="2332"/>
                  </a:lnTo>
                  <a:cubicBezTo>
                    <a:pt x="2238" y="2301"/>
                    <a:pt x="2395" y="2080"/>
                    <a:pt x="2332" y="1860"/>
                  </a:cubicBezTo>
                  <a:lnTo>
                    <a:pt x="2206" y="1545"/>
                  </a:lnTo>
                  <a:cubicBezTo>
                    <a:pt x="2647" y="1450"/>
                    <a:pt x="3057" y="1356"/>
                    <a:pt x="3529" y="1356"/>
                  </a:cubicBezTo>
                  <a:cubicBezTo>
                    <a:pt x="5987" y="1356"/>
                    <a:pt x="8003" y="3372"/>
                    <a:pt x="8003" y="5798"/>
                  </a:cubicBezTo>
                  <a:cubicBezTo>
                    <a:pt x="8003" y="6806"/>
                    <a:pt x="7688" y="7657"/>
                    <a:pt x="7152" y="8413"/>
                  </a:cubicBezTo>
                  <a:cubicBezTo>
                    <a:pt x="7278" y="8444"/>
                    <a:pt x="7404" y="8539"/>
                    <a:pt x="7530" y="8633"/>
                  </a:cubicBezTo>
                  <a:cubicBezTo>
                    <a:pt x="7751" y="8885"/>
                    <a:pt x="7845" y="9232"/>
                    <a:pt x="7751" y="9578"/>
                  </a:cubicBezTo>
                  <a:lnTo>
                    <a:pt x="7593" y="9893"/>
                  </a:lnTo>
                  <a:cubicBezTo>
                    <a:pt x="8633" y="8854"/>
                    <a:pt x="9295" y="7436"/>
                    <a:pt x="9295" y="5861"/>
                  </a:cubicBezTo>
                  <a:cubicBezTo>
                    <a:pt x="9295" y="2616"/>
                    <a:pt x="6648" y="1"/>
                    <a:pt x="3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82"/>
            <p:cNvSpPr/>
            <p:nvPr/>
          </p:nvSpPr>
          <p:spPr>
            <a:xfrm>
              <a:off x="-34005425" y="3987325"/>
              <a:ext cx="237100" cy="250500"/>
            </a:xfrm>
            <a:custGeom>
              <a:avLst/>
              <a:gdLst/>
              <a:ahLst/>
              <a:cxnLst/>
              <a:rect l="l" t="t" r="r" b="b"/>
              <a:pathLst>
                <a:path w="9484" h="10020" extrusionOk="0">
                  <a:moveTo>
                    <a:pt x="1797" y="1"/>
                  </a:moveTo>
                  <a:lnTo>
                    <a:pt x="1797" y="1"/>
                  </a:lnTo>
                  <a:cubicBezTo>
                    <a:pt x="694" y="1072"/>
                    <a:pt x="1" y="2521"/>
                    <a:pt x="1" y="4191"/>
                  </a:cubicBezTo>
                  <a:cubicBezTo>
                    <a:pt x="64" y="7373"/>
                    <a:pt x="2647" y="10019"/>
                    <a:pt x="5892" y="10019"/>
                  </a:cubicBezTo>
                  <a:cubicBezTo>
                    <a:pt x="6239" y="10019"/>
                    <a:pt x="7972" y="9736"/>
                    <a:pt x="8224" y="9547"/>
                  </a:cubicBezTo>
                  <a:cubicBezTo>
                    <a:pt x="8255" y="9547"/>
                    <a:pt x="8287" y="9484"/>
                    <a:pt x="8350" y="9484"/>
                  </a:cubicBezTo>
                  <a:lnTo>
                    <a:pt x="8507" y="9641"/>
                  </a:lnTo>
                  <a:cubicBezTo>
                    <a:pt x="8576" y="9710"/>
                    <a:pt x="8661" y="9741"/>
                    <a:pt x="8743" y="9741"/>
                  </a:cubicBezTo>
                  <a:cubicBezTo>
                    <a:pt x="8887" y="9741"/>
                    <a:pt x="9023" y="9644"/>
                    <a:pt x="9043" y="9484"/>
                  </a:cubicBezTo>
                  <a:lnTo>
                    <a:pt x="9169" y="9011"/>
                  </a:lnTo>
                  <a:lnTo>
                    <a:pt x="9452" y="7814"/>
                  </a:lnTo>
                  <a:cubicBezTo>
                    <a:pt x="9484" y="7688"/>
                    <a:pt x="9452" y="7562"/>
                    <a:pt x="9358" y="7467"/>
                  </a:cubicBezTo>
                  <a:cubicBezTo>
                    <a:pt x="9278" y="7407"/>
                    <a:pt x="9211" y="7385"/>
                    <a:pt x="9132" y="7385"/>
                  </a:cubicBezTo>
                  <a:cubicBezTo>
                    <a:pt x="9087" y="7385"/>
                    <a:pt x="9037" y="7393"/>
                    <a:pt x="8980" y="7404"/>
                  </a:cubicBezTo>
                  <a:lnTo>
                    <a:pt x="7310" y="7719"/>
                  </a:lnTo>
                  <a:cubicBezTo>
                    <a:pt x="7089" y="7751"/>
                    <a:pt x="6963" y="8034"/>
                    <a:pt x="7089" y="8223"/>
                  </a:cubicBezTo>
                  <a:lnTo>
                    <a:pt x="7184" y="8444"/>
                  </a:lnTo>
                  <a:cubicBezTo>
                    <a:pt x="6774" y="8538"/>
                    <a:pt x="6333" y="8633"/>
                    <a:pt x="5861" y="8633"/>
                  </a:cubicBezTo>
                  <a:cubicBezTo>
                    <a:pt x="3403" y="8633"/>
                    <a:pt x="1419" y="6648"/>
                    <a:pt x="1419" y="4191"/>
                  </a:cubicBezTo>
                  <a:cubicBezTo>
                    <a:pt x="1419" y="3183"/>
                    <a:pt x="1734" y="2269"/>
                    <a:pt x="2269" y="1544"/>
                  </a:cubicBezTo>
                  <a:cubicBezTo>
                    <a:pt x="2143" y="1481"/>
                    <a:pt x="2049" y="1418"/>
                    <a:pt x="1954" y="1292"/>
                  </a:cubicBezTo>
                  <a:cubicBezTo>
                    <a:pt x="1734" y="1009"/>
                    <a:pt x="1639" y="662"/>
                    <a:pt x="1734" y="316"/>
                  </a:cubicBezTo>
                  <a:lnTo>
                    <a:pt x="17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0" name="Google Shape;1820;p82"/>
          <p:cNvGrpSpPr/>
          <p:nvPr/>
        </p:nvGrpSpPr>
        <p:grpSpPr>
          <a:xfrm>
            <a:off x="4028608" y="3157448"/>
            <a:ext cx="358408" cy="355557"/>
            <a:chOff x="-32174975" y="3192625"/>
            <a:chExt cx="295375" cy="293025"/>
          </a:xfrm>
        </p:grpSpPr>
        <p:sp>
          <p:nvSpPr>
            <p:cNvPr id="1821" name="Google Shape;1821;p82"/>
            <p:cNvSpPr/>
            <p:nvPr/>
          </p:nvSpPr>
          <p:spPr>
            <a:xfrm>
              <a:off x="-32171050" y="3279250"/>
              <a:ext cx="291450" cy="153625"/>
            </a:xfrm>
            <a:custGeom>
              <a:avLst/>
              <a:gdLst/>
              <a:ahLst/>
              <a:cxnLst/>
              <a:rect l="l" t="t" r="r" b="b"/>
              <a:pathLst>
                <a:path w="11658" h="6145" extrusionOk="0">
                  <a:moveTo>
                    <a:pt x="5829" y="694"/>
                  </a:moveTo>
                  <a:cubicBezTo>
                    <a:pt x="7184" y="694"/>
                    <a:pt x="8255" y="1734"/>
                    <a:pt x="8255" y="3088"/>
                  </a:cubicBezTo>
                  <a:cubicBezTo>
                    <a:pt x="8255" y="4412"/>
                    <a:pt x="7153" y="5483"/>
                    <a:pt x="5829" y="5483"/>
                  </a:cubicBezTo>
                  <a:cubicBezTo>
                    <a:pt x="4506" y="5483"/>
                    <a:pt x="3435" y="4412"/>
                    <a:pt x="3435" y="3088"/>
                  </a:cubicBezTo>
                  <a:cubicBezTo>
                    <a:pt x="3435" y="1734"/>
                    <a:pt x="4506" y="694"/>
                    <a:pt x="5829" y="694"/>
                  </a:cubicBezTo>
                  <a:close/>
                  <a:moveTo>
                    <a:pt x="1" y="1"/>
                  </a:moveTo>
                  <a:lnTo>
                    <a:pt x="1" y="6144"/>
                  </a:lnTo>
                  <a:lnTo>
                    <a:pt x="11658" y="6144"/>
                  </a:lnTo>
                  <a:lnTo>
                    <a:pt x="116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82"/>
            <p:cNvSpPr/>
            <p:nvPr/>
          </p:nvSpPr>
          <p:spPr>
            <a:xfrm>
              <a:off x="-32067075" y="3313925"/>
              <a:ext cx="84300" cy="85075"/>
            </a:xfrm>
            <a:custGeom>
              <a:avLst/>
              <a:gdLst/>
              <a:ahLst/>
              <a:cxnLst/>
              <a:rect l="l" t="t" r="r" b="b"/>
              <a:pathLst>
                <a:path w="3372" h="3403" extrusionOk="0">
                  <a:moveTo>
                    <a:pt x="1670" y="662"/>
                  </a:moveTo>
                  <a:cubicBezTo>
                    <a:pt x="1891" y="662"/>
                    <a:pt x="2048" y="819"/>
                    <a:pt x="2048" y="1040"/>
                  </a:cubicBezTo>
                  <a:lnTo>
                    <a:pt x="2048" y="1386"/>
                  </a:lnTo>
                  <a:lnTo>
                    <a:pt x="2395" y="1386"/>
                  </a:lnTo>
                  <a:cubicBezTo>
                    <a:pt x="2584" y="1386"/>
                    <a:pt x="2741" y="1544"/>
                    <a:pt x="2741" y="1733"/>
                  </a:cubicBezTo>
                  <a:cubicBezTo>
                    <a:pt x="2710" y="1890"/>
                    <a:pt x="2552" y="2048"/>
                    <a:pt x="2363" y="2048"/>
                  </a:cubicBezTo>
                  <a:lnTo>
                    <a:pt x="1670" y="2048"/>
                  </a:lnTo>
                  <a:cubicBezTo>
                    <a:pt x="1481" y="2048"/>
                    <a:pt x="1324" y="1890"/>
                    <a:pt x="1324" y="1701"/>
                  </a:cubicBezTo>
                  <a:lnTo>
                    <a:pt x="1324" y="1040"/>
                  </a:lnTo>
                  <a:cubicBezTo>
                    <a:pt x="1324" y="819"/>
                    <a:pt x="1481" y="662"/>
                    <a:pt x="1670" y="662"/>
                  </a:cubicBezTo>
                  <a:close/>
                  <a:moveTo>
                    <a:pt x="1670" y="0"/>
                  </a:moveTo>
                  <a:cubicBezTo>
                    <a:pt x="725" y="0"/>
                    <a:pt x="1" y="756"/>
                    <a:pt x="1" y="1701"/>
                  </a:cubicBezTo>
                  <a:cubicBezTo>
                    <a:pt x="1" y="2646"/>
                    <a:pt x="725" y="3403"/>
                    <a:pt x="1670" y="3403"/>
                  </a:cubicBezTo>
                  <a:cubicBezTo>
                    <a:pt x="2615" y="3403"/>
                    <a:pt x="3372" y="2646"/>
                    <a:pt x="3372" y="1701"/>
                  </a:cubicBezTo>
                  <a:cubicBezTo>
                    <a:pt x="3372" y="756"/>
                    <a:pt x="2615" y="0"/>
                    <a:pt x="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82"/>
            <p:cNvSpPr/>
            <p:nvPr/>
          </p:nvSpPr>
          <p:spPr>
            <a:xfrm>
              <a:off x="-32171050" y="3450950"/>
              <a:ext cx="291450" cy="34700"/>
            </a:xfrm>
            <a:custGeom>
              <a:avLst/>
              <a:gdLst/>
              <a:ahLst/>
              <a:cxnLst/>
              <a:rect l="l" t="t" r="r" b="b"/>
              <a:pathLst>
                <a:path w="11658" h="1388" extrusionOk="0">
                  <a:moveTo>
                    <a:pt x="1" y="1"/>
                  </a:moveTo>
                  <a:lnTo>
                    <a:pt x="1" y="347"/>
                  </a:lnTo>
                  <a:cubicBezTo>
                    <a:pt x="1" y="915"/>
                    <a:pt x="442" y="1387"/>
                    <a:pt x="1041" y="1387"/>
                  </a:cubicBezTo>
                  <a:lnTo>
                    <a:pt x="10650" y="1387"/>
                  </a:lnTo>
                  <a:cubicBezTo>
                    <a:pt x="11217" y="1387"/>
                    <a:pt x="11658" y="915"/>
                    <a:pt x="11658" y="347"/>
                  </a:cubicBezTo>
                  <a:lnTo>
                    <a:pt x="116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82"/>
            <p:cNvSpPr/>
            <p:nvPr/>
          </p:nvSpPr>
          <p:spPr>
            <a:xfrm>
              <a:off x="-32174975" y="3192625"/>
              <a:ext cx="295375" cy="70125"/>
            </a:xfrm>
            <a:custGeom>
              <a:avLst/>
              <a:gdLst/>
              <a:ahLst/>
              <a:cxnLst/>
              <a:rect l="l" t="t" r="r" b="b"/>
              <a:pathLst>
                <a:path w="11815" h="2805" extrusionOk="0">
                  <a:moveTo>
                    <a:pt x="1733" y="0"/>
                  </a:moveTo>
                  <a:cubicBezTo>
                    <a:pt x="1544" y="0"/>
                    <a:pt x="1387" y="158"/>
                    <a:pt x="1387" y="378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73" y="725"/>
                    <a:pt x="0" y="1197"/>
                    <a:pt x="0" y="1733"/>
                  </a:cubicBezTo>
                  <a:lnTo>
                    <a:pt x="0" y="2804"/>
                  </a:lnTo>
                  <a:lnTo>
                    <a:pt x="11657" y="2804"/>
                  </a:lnTo>
                  <a:lnTo>
                    <a:pt x="11657" y="1733"/>
                  </a:lnTo>
                  <a:lnTo>
                    <a:pt x="11815" y="1733"/>
                  </a:lnTo>
                  <a:cubicBezTo>
                    <a:pt x="11815" y="1197"/>
                    <a:pt x="11374" y="725"/>
                    <a:pt x="10807" y="725"/>
                  </a:cubicBezTo>
                  <a:lnTo>
                    <a:pt x="10460" y="725"/>
                  </a:lnTo>
                  <a:lnTo>
                    <a:pt x="10460" y="378"/>
                  </a:lnTo>
                  <a:cubicBezTo>
                    <a:pt x="10460" y="158"/>
                    <a:pt x="10303" y="0"/>
                    <a:pt x="10082" y="0"/>
                  </a:cubicBezTo>
                  <a:cubicBezTo>
                    <a:pt x="9893" y="0"/>
                    <a:pt x="9735" y="158"/>
                    <a:pt x="9735" y="378"/>
                  </a:cubicBezTo>
                  <a:lnTo>
                    <a:pt x="9735" y="725"/>
                  </a:lnTo>
                  <a:lnTo>
                    <a:pt x="8349" y="725"/>
                  </a:lnTo>
                  <a:lnTo>
                    <a:pt x="8349" y="378"/>
                  </a:lnTo>
                  <a:cubicBezTo>
                    <a:pt x="8349" y="158"/>
                    <a:pt x="8192" y="0"/>
                    <a:pt x="8003" y="0"/>
                  </a:cubicBezTo>
                  <a:cubicBezTo>
                    <a:pt x="7814" y="0"/>
                    <a:pt x="7656" y="158"/>
                    <a:pt x="7656" y="378"/>
                  </a:cubicBezTo>
                  <a:lnTo>
                    <a:pt x="7656" y="725"/>
                  </a:lnTo>
                  <a:lnTo>
                    <a:pt x="6270" y="725"/>
                  </a:lnTo>
                  <a:lnTo>
                    <a:pt x="6270" y="378"/>
                  </a:lnTo>
                  <a:cubicBezTo>
                    <a:pt x="6270" y="158"/>
                    <a:pt x="6112" y="0"/>
                    <a:pt x="5923" y="0"/>
                  </a:cubicBezTo>
                  <a:cubicBezTo>
                    <a:pt x="5734" y="0"/>
                    <a:pt x="5577" y="158"/>
                    <a:pt x="5577" y="378"/>
                  </a:cubicBezTo>
                  <a:lnTo>
                    <a:pt x="5577" y="725"/>
                  </a:lnTo>
                  <a:lnTo>
                    <a:pt x="4191" y="725"/>
                  </a:lnTo>
                  <a:lnTo>
                    <a:pt x="4191" y="378"/>
                  </a:lnTo>
                  <a:cubicBezTo>
                    <a:pt x="4191" y="158"/>
                    <a:pt x="4033" y="0"/>
                    <a:pt x="3844" y="0"/>
                  </a:cubicBezTo>
                  <a:cubicBezTo>
                    <a:pt x="3623" y="0"/>
                    <a:pt x="3466" y="158"/>
                    <a:pt x="3466" y="378"/>
                  </a:cubicBezTo>
                  <a:lnTo>
                    <a:pt x="3466" y="725"/>
                  </a:lnTo>
                  <a:lnTo>
                    <a:pt x="2111" y="725"/>
                  </a:lnTo>
                  <a:lnTo>
                    <a:pt x="2111" y="378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5" name="Google Shape;1825;p82"/>
          <p:cNvSpPr/>
          <p:nvPr/>
        </p:nvSpPr>
        <p:spPr>
          <a:xfrm>
            <a:off x="5623771" y="2077523"/>
            <a:ext cx="363201" cy="354859"/>
          </a:xfrm>
          <a:custGeom>
            <a:avLst/>
            <a:gdLst/>
            <a:ahLst/>
            <a:cxnLst/>
            <a:rect l="l" t="t" r="r" b="b"/>
            <a:pathLst>
              <a:path w="11973" h="11698" extrusionOk="0">
                <a:moveTo>
                  <a:pt x="8928" y="1750"/>
                </a:moveTo>
                <a:cubicBezTo>
                  <a:pt x="9192" y="1750"/>
                  <a:pt x="9452" y="1852"/>
                  <a:pt x="9641" y="2057"/>
                </a:cubicBezTo>
                <a:cubicBezTo>
                  <a:pt x="10050" y="2435"/>
                  <a:pt x="10050" y="3096"/>
                  <a:pt x="9641" y="3506"/>
                </a:cubicBezTo>
                <a:cubicBezTo>
                  <a:pt x="9452" y="3695"/>
                  <a:pt x="9192" y="3790"/>
                  <a:pt x="8928" y="3790"/>
                </a:cubicBezTo>
                <a:cubicBezTo>
                  <a:pt x="8664" y="3790"/>
                  <a:pt x="8396" y="3695"/>
                  <a:pt x="8192" y="3506"/>
                </a:cubicBezTo>
                <a:cubicBezTo>
                  <a:pt x="7814" y="3096"/>
                  <a:pt x="7814" y="2435"/>
                  <a:pt x="8192" y="2057"/>
                </a:cubicBezTo>
                <a:cubicBezTo>
                  <a:pt x="8396" y="1852"/>
                  <a:pt x="8664" y="1750"/>
                  <a:pt x="8928" y="1750"/>
                </a:cubicBezTo>
                <a:close/>
                <a:moveTo>
                  <a:pt x="7901" y="1"/>
                </a:moveTo>
                <a:cubicBezTo>
                  <a:pt x="6958" y="1"/>
                  <a:pt x="6010" y="363"/>
                  <a:pt x="5293" y="1080"/>
                </a:cubicBezTo>
                <a:cubicBezTo>
                  <a:pt x="4285" y="2088"/>
                  <a:pt x="3939" y="3569"/>
                  <a:pt x="4380" y="4924"/>
                </a:cubicBezTo>
                <a:lnTo>
                  <a:pt x="126" y="9177"/>
                </a:lnTo>
                <a:cubicBezTo>
                  <a:pt x="32" y="9240"/>
                  <a:pt x="0" y="9334"/>
                  <a:pt x="0" y="9397"/>
                </a:cubicBezTo>
                <a:lnTo>
                  <a:pt x="0" y="11319"/>
                </a:lnTo>
                <a:cubicBezTo>
                  <a:pt x="0" y="11540"/>
                  <a:pt x="158" y="11697"/>
                  <a:pt x="347" y="11697"/>
                </a:cubicBezTo>
                <a:lnTo>
                  <a:pt x="2300" y="11697"/>
                </a:lnTo>
                <a:cubicBezTo>
                  <a:pt x="2363" y="11697"/>
                  <a:pt x="2489" y="11634"/>
                  <a:pt x="2521" y="11571"/>
                </a:cubicBezTo>
                <a:lnTo>
                  <a:pt x="2993" y="11099"/>
                </a:lnTo>
                <a:cubicBezTo>
                  <a:pt x="3088" y="11004"/>
                  <a:pt x="3119" y="10910"/>
                  <a:pt x="3088" y="10815"/>
                </a:cubicBezTo>
                <a:lnTo>
                  <a:pt x="2993" y="10311"/>
                </a:lnTo>
                <a:lnTo>
                  <a:pt x="3718" y="10217"/>
                </a:lnTo>
                <a:cubicBezTo>
                  <a:pt x="3876" y="10217"/>
                  <a:pt x="3970" y="10091"/>
                  <a:pt x="4033" y="9902"/>
                </a:cubicBezTo>
                <a:lnTo>
                  <a:pt x="4096" y="9208"/>
                </a:lnTo>
                <a:lnTo>
                  <a:pt x="4600" y="9271"/>
                </a:lnTo>
                <a:cubicBezTo>
                  <a:pt x="4695" y="9271"/>
                  <a:pt x="4821" y="9271"/>
                  <a:pt x="4884" y="9208"/>
                </a:cubicBezTo>
                <a:cubicBezTo>
                  <a:pt x="4978" y="9114"/>
                  <a:pt x="5010" y="9051"/>
                  <a:pt x="5010" y="8956"/>
                </a:cubicBezTo>
                <a:lnTo>
                  <a:pt x="5010" y="8326"/>
                </a:lnTo>
                <a:lnTo>
                  <a:pt x="5640" y="8326"/>
                </a:lnTo>
                <a:cubicBezTo>
                  <a:pt x="5703" y="8326"/>
                  <a:pt x="5829" y="8295"/>
                  <a:pt x="5860" y="8232"/>
                </a:cubicBezTo>
                <a:lnTo>
                  <a:pt x="6742" y="7350"/>
                </a:lnTo>
                <a:cubicBezTo>
                  <a:pt x="7131" y="7479"/>
                  <a:pt x="7533" y="7543"/>
                  <a:pt x="7931" y="7543"/>
                </a:cubicBezTo>
                <a:cubicBezTo>
                  <a:pt x="8891" y="7543"/>
                  <a:pt x="9833" y="7171"/>
                  <a:pt x="10523" y="6436"/>
                </a:cubicBezTo>
                <a:cubicBezTo>
                  <a:pt x="11972" y="4987"/>
                  <a:pt x="11972" y="2592"/>
                  <a:pt x="10523" y="1143"/>
                </a:cubicBezTo>
                <a:cubicBezTo>
                  <a:pt x="9823" y="379"/>
                  <a:pt x="8865" y="1"/>
                  <a:pt x="79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6" name="Google Shape;1826;p82"/>
          <p:cNvGrpSpPr/>
          <p:nvPr/>
        </p:nvGrpSpPr>
        <p:grpSpPr>
          <a:xfrm>
            <a:off x="6638356" y="2059576"/>
            <a:ext cx="354586" cy="353645"/>
            <a:chOff x="-30345325" y="3184750"/>
            <a:chExt cx="292225" cy="291450"/>
          </a:xfrm>
        </p:grpSpPr>
        <p:sp>
          <p:nvSpPr>
            <p:cNvPr id="1827" name="Google Shape;1827;p82"/>
            <p:cNvSpPr/>
            <p:nvPr/>
          </p:nvSpPr>
          <p:spPr>
            <a:xfrm>
              <a:off x="-30328000" y="3184750"/>
              <a:ext cx="258375" cy="120950"/>
            </a:xfrm>
            <a:custGeom>
              <a:avLst/>
              <a:gdLst/>
              <a:ahLst/>
              <a:cxnLst/>
              <a:rect l="l" t="t" r="r" b="b"/>
              <a:pathLst>
                <a:path w="10335" h="483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lnTo>
                    <a:pt x="1" y="2458"/>
                  </a:lnTo>
                  <a:cubicBezTo>
                    <a:pt x="1" y="2993"/>
                    <a:pt x="473" y="3466"/>
                    <a:pt x="1040" y="3466"/>
                  </a:cubicBezTo>
                  <a:lnTo>
                    <a:pt x="2048" y="3466"/>
                  </a:lnTo>
                  <a:lnTo>
                    <a:pt x="2048" y="4505"/>
                  </a:lnTo>
                  <a:cubicBezTo>
                    <a:pt x="2048" y="4663"/>
                    <a:pt x="2143" y="4757"/>
                    <a:pt x="2269" y="4820"/>
                  </a:cubicBezTo>
                  <a:cubicBezTo>
                    <a:pt x="2300" y="4831"/>
                    <a:pt x="2339" y="4838"/>
                    <a:pt x="2380" y="4838"/>
                  </a:cubicBezTo>
                  <a:cubicBezTo>
                    <a:pt x="2461" y="4838"/>
                    <a:pt x="2552" y="4810"/>
                    <a:pt x="2615" y="4726"/>
                  </a:cubicBezTo>
                  <a:lnTo>
                    <a:pt x="3876" y="3466"/>
                  </a:lnTo>
                  <a:lnTo>
                    <a:pt x="6365" y="3466"/>
                  </a:lnTo>
                  <a:lnTo>
                    <a:pt x="7625" y="4726"/>
                  </a:lnTo>
                  <a:cubicBezTo>
                    <a:pt x="7688" y="4810"/>
                    <a:pt x="7765" y="4838"/>
                    <a:pt x="7846" y="4838"/>
                  </a:cubicBezTo>
                  <a:cubicBezTo>
                    <a:pt x="7887" y="4838"/>
                    <a:pt x="7929" y="4831"/>
                    <a:pt x="7971" y="4820"/>
                  </a:cubicBezTo>
                  <a:cubicBezTo>
                    <a:pt x="8097" y="4789"/>
                    <a:pt x="8160" y="4631"/>
                    <a:pt x="8160" y="4505"/>
                  </a:cubicBezTo>
                  <a:lnTo>
                    <a:pt x="8160" y="3466"/>
                  </a:lnTo>
                  <a:lnTo>
                    <a:pt x="9231" y="3466"/>
                  </a:lnTo>
                  <a:cubicBezTo>
                    <a:pt x="9862" y="3466"/>
                    <a:pt x="10334" y="2993"/>
                    <a:pt x="10334" y="2458"/>
                  </a:cubicBezTo>
                  <a:lnTo>
                    <a:pt x="10334" y="1071"/>
                  </a:lnTo>
                  <a:cubicBezTo>
                    <a:pt x="10334" y="536"/>
                    <a:pt x="9862" y="0"/>
                    <a:pt x="9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82"/>
            <p:cNvSpPr/>
            <p:nvPr/>
          </p:nvSpPr>
          <p:spPr>
            <a:xfrm>
              <a:off x="-30310675" y="332257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87" y="1"/>
                  </a:moveTo>
                  <a:cubicBezTo>
                    <a:pt x="599" y="1"/>
                    <a:pt x="1" y="631"/>
                    <a:pt x="1" y="1387"/>
                  </a:cubicBezTo>
                  <a:cubicBezTo>
                    <a:pt x="1" y="2143"/>
                    <a:pt x="599" y="2773"/>
                    <a:pt x="1387" y="2773"/>
                  </a:cubicBezTo>
                  <a:cubicBezTo>
                    <a:pt x="2143" y="2773"/>
                    <a:pt x="2742" y="2143"/>
                    <a:pt x="2742" y="1387"/>
                  </a:cubicBezTo>
                  <a:cubicBezTo>
                    <a:pt x="2742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82"/>
            <p:cNvSpPr/>
            <p:nvPr/>
          </p:nvSpPr>
          <p:spPr>
            <a:xfrm>
              <a:off x="-30345325" y="3408425"/>
              <a:ext cx="137075" cy="67775"/>
            </a:xfrm>
            <a:custGeom>
              <a:avLst/>
              <a:gdLst/>
              <a:ahLst/>
              <a:cxnLst/>
              <a:rect l="l" t="t" r="r" b="b"/>
              <a:pathLst>
                <a:path w="5483" h="2711" extrusionOk="0">
                  <a:moveTo>
                    <a:pt x="2741" y="1"/>
                  </a:moveTo>
                  <a:cubicBezTo>
                    <a:pt x="1387" y="1"/>
                    <a:pt x="221" y="1040"/>
                    <a:pt x="32" y="2332"/>
                  </a:cubicBezTo>
                  <a:cubicBezTo>
                    <a:pt x="0" y="2521"/>
                    <a:pt x="158" y="2710"/>
                    <a:pt x="378" y="2710"/>
                  </a:cubicBezTo>
                  <a:lnTo>
                    <a:pt x="5104" y="2710"/>
                  </a:lnTo>
                  <a:cubicBezTo>
                    <a:pt x="5325" y="2710"/>
                    <a:pt x="5482" y="2521"/>
                    <a:pt x="5482" y="2332"/>
                  </a:cubicBezTo>
                  <a:cubicBezTo>
                    <a:pt x="5262" y="977"/>
                    <a:pt x="4128" y="1"/>
                    <a:pt x="27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82"/>
            <p:cNvSpPr/>
            <p:nvPr/>
          </p:nvSpPr>
          <p:spPr>
            <a:xfrm>
              <a:off x="-30156300" y="332257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87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82"/>
            <p:cNvSpPr/>
            <p:nvPr/>
          </p:nvSpPr>
          <p:spPr>
            <a:xfrm>
              <a:off x="-30190950" y="3408425"/>
              <a:ext cx="137850" cy="67775"/>
            </a:xfrm>
            <a:custGeom>
              <a:avLst/>
              <a:gdLst/>
              <a:ahLst/>
              <a:cxnLst/>
              <a:rect l="l" t="t" r="r" b="b"/>
              <a:pathLst>
                <a:path w="5514" h="2711" extrusionOk="0">
                  <a:moveTo>
                    <a:pt x="2773" y="1"/>
                  </a:moveTo>
                  <a:cubicBezTo>
                    <a:pt x="1387" y="1"/>
                    <a:pt x="252" y="1040"/>
                    <a:pt x="32" y="2332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67" y="2710"/>
                  </a:lnTo>
                  <a:cubicBezTo>
                    <a:pt x="5356" y="2710"/>
                    <a:pt x="5514" y="2521"/>
                    <a:pt x="5514" y="2332"/>
                  </a:cubicBezTo>
                  <a:cubicBezTo>
                    <a:pt x="5293" y="977"/>
                    <a:pt x="4128" y="1"/>
                    <a:pt x="27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2" name="Google Shape;1832;p82"/>
          <p:cNvGrpSpPr/>
          <p:nvPr/>
        </p:nvGrpSpPr>
        <p:grpSpPr>
          <a:xfrm>
            <a:off x="2793350" y="3696829"/>
            <a:ext cx="354586" cy="352675"/>
            <a:chOff x="-35482200" y="3561225"/>
            <a:chExt cx="292225" cy="290650"/>
          </a:xfrm>
        </p:grpSpPr>
        <p:sp>
          <p:nvSpPr>
            <p:cNvPr id="1833" name="Google Shape;1833;p82"/>
            <p:cNvSpPr/>
            <p:nvPr/>
          </p:nvSpPr>
          <p:spPr>
            <a:xfrm>
              <a:off x="-35482200" y="3749475"/>
              <a:ext cx="292225" cy="102400"/>
            </a:xfrm>
            <a:custGeom>
              <a:avLst/>
              <a:gdLst/>
              <a:ahLst/>
              <a:cxnLst/>
              <a:rect l="l" t="t" r="r" b="b"/>
              <a:pathLst>
                <a:path w="11689" h="4096" extrusionOk="0">
                  <a:moveTo>
                    <a:pt x="1701" y="0"/>
                  </a:moveTo>
                  <a:cubicBezTo>
                    <a:pt x="1040" y="0"/>
                    <a:pt x="473" y="315"/>
                    <a:pt x="63" y="819"/>
                  </a:cubicBezTo>
                  <a:cubicBezTo>
                    <a:pt x="0" y="945"/>
                    <a:pt x="0" y="1040"/>
                    <a:pt x="32" y="1166"/>
                  </a:cubicBezTo>
                  <a:cubicBezTo>
                    <a:pt x="63" y="1292"/>
                    <a:pt x="189" y="1355"/>
                    <a:pt x="347" y="1355"/>
                  </a:cubicBezTo>
                  <a:lnTo>
                    <a:pt x="1008" y="1355"/>
                  </a:lnTo>
                  <a:cubicBezTo>
                    <a:pt x="1418" y="1355"/>
                    <a:pt x="1670" y="1670"/>
                    <a:pt x="1670" y="2048"/>
                  </a:cubicBezTo>
                  <a:cubicBezTo>
                    <a:pt x="1670" y="2426"/>
                    <a:pt x="1355" y="2710"/>
                    <a:pt x="1008" y="2710"/>
                  </a:cubicBezTo>
                  <a:lnTo>
                    <a:pt x="347" y="2710"/>
                  </a:lnTo>
                  <a:cubicBezTo>
                    <a:pt x="221" y="2710"/>
                    <a:pt x="95" y="2773"/>
                    <a:pt x="32" y="2899"/>
                  </a:cubicBezTo>
                  <a:cubicBezTo>
                    <a:pt x="0" y="3025"/>
                    <a:pt x="0" y="3151"/>
                    <a:pt x="63" y="3245"/>
                  </a:cubicBezTo>
                  <a:cubicBezTo>
                    <a:pt x="410" y="3781"/>
                    <a:pt x="1040" y="4096"/>
                    <a:pt x="1701" y="4096"/>
                  </a:cubicBezTo>
                  <a:cubicBezTo>
                    <a:pt x="2615" y="4096"/>
                    <a:pt x="3371" y="3497"/>
                    <a:pt x="3655" y="2710"/>
                  </a:cubicBezTo>
                  <a:lnTo>
                    <a:pt x="8065" y="2710"/>
                  </a:lnTo>
                  <a:cubicBezTo>
                    <a:pt x="8317" y="3497"/>
                    <a:pt x="9073" y="4096"/>
                    <a:pt x="9987" y="4096"/>
                  </a:cubicBezTo>
                  <a:cubicBezTo>
                    <a:pt x="10649" y="4096"/>
                    <a:pt x="11247" y="3781"/>
                    <a:pt x="11594" y="3245"/>
                  </a:cubicBezTo>
                  <a:cubicBezTo>
                    <a:pt x="11688" y="3119"/>
                    <a:pt x="11688" y="3025"/>
                    <a:pt x="11625" y="2899"/>
                  </a:cubicBezTo>
                  <a:cubicBezTo>
                    <a:pt x="11594" y="2773"/>
                    <a:pt x="11468" y="2710"/>
                    <a:pt x="11310" y="2710"/>
                  </a:cubicBezTo>
                  <a:lnTo>
                    <a:pt x="10649" y="2710"/>
                  </a:lnTo>
                  <a:cubicBezTo>
                    <a:pt x="10271" y="2710"/>
                    <a:pt x="9987" y="2395"/>
                    <a:pt x="9987" y="2048"/>
                  </a:cubicBezTo>
                  <a:cubicBezTo>
                    <a:pt x="9987" y="1670"/>
                    <a:pt x="10302" y="1355"/>
                    <a:pt x="10649" y="1355"/>
                  </a:cubicBezTo>
                  <a:lnTo>
                    <a:pt x="11310" y="1355"/>
                  </a:lnTo>
                  <a:cubicBezTo>
                    <a:pt x="11436" y="1355"/>
                    <a:pt x="11562" y="1292"/>
                    <a:pt x="11625" y="1166"/>
                  </a:cubicBezTo>
                  <a:cubicBezTo>
                    <a:pt x="11688" y="1040"/>
                    <a:pt x="11688" y="945"/>
                    <a:pt x="11594" y="819"/>
                  </a:cubicBezTo>
                  <a:cubicBezTo>
                    <a:pt x="11247" y="315"/>
                    <a:pt x="10649" y="0"/>
                    <a:pt x="9987" y="0"/>
                  </a:cubicBezTo>
                  <a:cubicBezTo>
                    <a:pt x="9073" y="0"/>
                    <a:pt x="8349" y="567"/>
                    <a:pt x="8065" y="1355"/>
                  </a:cubicBezTo>
                  <a:lnTo>
                    <a:pt x="3655" y="1355"/>
                  </a:lnTo>
                  <a:cubicBezTo>
                    <a:pt x="3371" y="567"/>
                    <a:pt x="2615" y="0"/>
                    <a:pt x="1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82"/>
            <p:cNvSpPr/>
            <p:nvPr/>
          </p:nvSpPr>
          <p:spPr>
            <a:xfrm>
              <a:off x="-35371150" y="35612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1"/>
                    <a:pt x="630" y="2741"/>
                    <a:pt x="1355" y="2741"/>
                  </a:cubicBezTo>
                  <a:cubicBezTo>
                    <a:pt x="2111" y="2741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82"/>
            <p:cNvSpPr/>
            <p:nvPr/>
          </p:nvSpPr>
          <p:spPr>
            <a:xfrm>
              <a:off x="-35405025" y="3647075"/>
              <a:ext cx="136275" cy="119750"/>
            </a:xfrm>
            <a:custGeom>
              <a:avLst/>
              <a:gdLst/>
              <a:ahLst/>
              <a:cxnLst/>
              <a:rect l="l" t="t" r="r" b="b"/>
              <a:pathLst>
                <a:path w="5451" h="4790" extrusionOk="0">
                  <a:moveTo>
                    <a:pt x="2710" y="1"/>
                  </a:moveTo>
                  <a:cubicBezTo>
                    <a:pt x="1387" y="1"/>
                    <a:pt x="253" y="1009"/>
                    <a:pt x="32" y="2300"/>
                  </a:cubicBezTo>
                  <a:cubicBezTo>
                    <a:pt x="1" y="2521"/>
                    <a:pt x="158" y="2710"/>
                    <a:pt x="410" y="2710"/>
                  </a:cubicBezTo>
                  <a:lnTo>
                    <a:pt x="2395" y="2710"/>
                  </a:lnTo>
                  <a:lnTo>
                    <a:pt x="2395" y="4789"/>
                  </a:lnTo>
                  <a:lnTo>
                    <a:pt x="3088" y="4789"/>
                  </a:lnTo>
                  <a:lnTo>
                    <a:pt x="3088" y="2710"/>
                  </a:lnTo>
                  <a:lnTo>
                    <a:pt x="5073" y="2710"/>
                  </a:lnTo>
                  <a:cubicBezTo>
                    <a:pt x="5293" y="2710"/>
                    <a:pt x="5451" y="2521"/>
                    <a:pt x="5451" y="2300"/>
                  </a:cubicBezTo>
                  <a:cubicBezTo>
                    <a:pt x="5230" y="977"/>
                    <a:pt x="4096" y="1"/>
                    <a:pt x="27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6" name="Google Shape;1836;p82"/>
          <p:cNvGrpSpPr/>
          <p:nvPr/>
        </p:nvGrpSpPr>
        <p:grpSpPr>
          <a:xfrm>
            <a:off x="1639882" y="3212236"/>
            <a:ext cx="353645" cy="353615"/>
            <a:chOff x="-35481425" y="3919600"/>
            <a:chExt cx="291450" cy="291425"/>
          </a:xfrm>
        </p:grpSpPr>
        <p:sp>
          <p:nvSpPr>
            <p:cNvPr id="1837" name="Google Shape;1837;p82"/>
            <p:cNvSpPr/>
            <p:nvPr/>
          </p:nvSpPr>
          <p:spPr>
            <a:xfrm>
              <a:off x="-35327050" y="4125150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3025" y="1"/>
                  </a:moveTo>
                  <a:cubicBezTo>
                    <a:pt x="2836" y="1"/>
                    <a:pt x="2678" y="159"/>
                    <a:pt x="2678" y="348"/>
                  </a:cubicBezTo>
                  <a:lnTo>
                    <a:pt x="2678" y="1041"/>
                  </a:lnTo>
                  <a:cubicBezTo>
                    <a:pt x="2678" y="1576"/>
                    <a:pt x="2206" y="2049"/>
                    <a:pt x="1639" y="2049"/>
                  </a:cubicBezTo>
                  <a:lnTo>
                    <a:pt x="1103" y="2049"/>
                  </a:lnTo>
                  <a:lnTo>
                    <a:pt x="1229" y="1923"/>
                  </a:lnTo>
                  <a:cubicBezTo>
                    <a:pt x="1387" y="1860"/>
                    <a:pt x="1387" y="1608"/>
                    <a:pt x="1261" y="1513"/>
                  </a:cubicBezTo>
                  <a:cubicBezTo>
                    <a:pt x="1198" y="1450"/>
                    <a:pt x="1111" y="1419"/>
                    <a:pt x="1024" y="1419"/>
                  </a:cubicBezTo>
                  <a:cubicBezTo>
                    <a:pt x="938" y="1419"/>
                    <a:pt x="851" y="1450"/>
                    <a:pt x="788" y="1513"/>
                  </a:cubicBezTo>
                  <a:lnTo>
                    <a:pt x="127" y="2175"/>
                  </a:lnTo>
                  <a:cubicBezTo>
                    <a:pt x="1" y="2301"/>
                    <a:pt x="1" y="2521"/>
                    <a:pt x="127" y="2647"/>
                  </a:cubicBezTo>
                  <a:lnTo>
                    <a:pt x="788" y="3309"/>
                  </a:lnTo>
                  <a:cubicBezTo>
                    <a:pt x="851" y="3372"/>
                    <a:pt x="938" y="3404"/>
                    <a:pt x="1024" y="3404"/>
                  </a:cubicBezTo>
                  <a:cubicBezTo>
                    <a:pt x="1111" y="3404"/>
                    <a:pt x="1198" y="3372"/>
                    <a:pt x="1261" y="3309"/>
                  </a:cubicBezTo>
                  <a:cubicBezTo>
                    <a:pt x="1387" y="3183"/>
                    <a:pt x="1387" y="2962"/>
                    <a:pt x="1261" y="2836"/>
                  </a:cubicBezTo>
                  <a:lnTo>
                    <a:pt x="1135" y="2710"/>
                  </a:lnTo>
                  <a:lnTo>
                    <a:pt x="1702" y="2710"/>
                  </a:lnTo>
                  <a:cubicBezTo>
                    <a:pt x="2647" y="2710"/>
                    <a:pt x="3372" y="1986"/>
                    <a:pt x="3372" y="1041"/>
                  </a:cubicBezTo>
                  <a:lnTo>
                    <a:pt x="3372" y="348"/>
                  </a:lnTo>
                  <a:cubicBezTo>
                    <a:pt x="3372" y="159"/>
                    <a:pt x="3214" y="1"/>
                    <a:pt x="30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82"/>
            <p:cNvSpPr/>
            <p:nvPr/>
          </p:nvSpPr>
          <p:spPr>
            <a:xfrm>
              <a:off x="-35429450" y="3921175"/>
              <a:ext cx="84300" cy="85075"/>
            </a:xfrm>
            <a:custGeom>
              <a:avLst/>
              <a:gdLst/>
              <a:ahLst/>
              <a:cxnLst/>
              <a:rect l="l" t="t" r="r" b="b"/>
              <a:pathLst>
                <a:path w="3372" h="3403" extrusionOk="0">
                  <a:moveTo>
                    <a:pt x="2360" y="0"/>
                  </a:moveTo>
                  <a:cubicBezTo>
                    <a:pt x="2269" y="0"/>
                    <a:pt x="2175" y="32"/>
                    <a:pt x="2112" y="95"/>
                  </a:cubicBezTo>
                  <a:cubicBezTo>
                    <a:pt x="2017" y="221"/>
                    <a:pt x="2017" y="441"/>
                    <a:pt x="2112" y="567"/>
                  </a:cubicBezTo>
                  <a:lnTo>
                    <a:pt x="2238" y="693"/>
                  </a:lnTo>
                  <a:lnTo>
                    <a:pt x="1702" y="693"/>
                  </a:lnTo>
                  <a:cubicBezTo>
                    <a:pt x="757" y="693"/>
                    <a:pt x="1" y="1418"/>
                    <a:pt x="1" y="2363"/>
                  </a:cubicBezTo>
                  <a:lnTo>
                    <a:pt x="1" y="3056"/>
                  </a:lnTo>
                  <a:cubicBezTo>
                    <a:pt x="1" y="3245"/>
                    <a:pt x="158" y="3403"/>
                    <a:pt x="347" y="3403"/>
                  </a:cubicBezTo>
                  <a:cubicBezTo>
                    <a:pt x="536" y="3403"/>
                    <a:pt x="694" y="3245"/>
                    <a:pt x="694" y="3056"/>
                  </a:cubicBezTo>
                  <a:lnTo>
                    <a:pt x="694" y="2332"/>
                  </a:lnTo>
                  <a:cubicBezTo>
                    <a:pt x="694" y="1796"/>
                    <a:pt x="1167" y="1292"/>
                    <a:pt x="1734" y="1292"/>
                  </a:cubicBezTo>
                  <a:lnTo>
                    <a:pt x="2269" y="1292"/>
                  </a:lnTo>
                  <a:lnTo>
                    <a:pt x="2175" y="1418"/>
                  </a:lnTo>
                  <a:cubicBezTo>
                    <a:pt x="2017" y="1544"/>
                    <a:pt x="2017" y="1733"/>
                    <a:pt x="2112" y="1891"/>
                  </a:cubicBezTo>
                  <a:cubicBezTo>
                    <a:pt x="2175" y="1954"/>
                    <a:pt x="2269" y="1985"/>
                    <a:pt x="2360" y="1985"/>
                  </a:cubicBezTo>
                  <a:cubicBezTo>
                    <a:pt x="2450" y="1985"/>
                    <a:pt x="2537" y="1954"/>
                    <a:pt x="2584" y="1891"/>
                  </a:cubicBezTo>
                  <a:lnTo>
                    <a:pt x="3277" y="1229"/>
                  </a:lnTo>
                  <a:cubicBezTo>
                    <a:pt x="3372" y="1103"/>
                    <a:pt x="3372" y="882"/>
                    <a:pt x="3277" y="756"/>
                  </a:cubicBezTo>
                  <a:lnTo>
                    <a:pt x="2584" y="95"/>
                  </a:lnTo>
                  <a:cubicBezTo>
                    <a:pt x="2537" y="32"/>
                    <a:pt x="2450" y="0"/>
                    <a:pt x="2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82"/>
            <p:cNvSpPr/>
            <p:nvPr/>
          </p:nvSpPr>
          <p:spPr>
            <a:xfrm>
              <a:off x="-35481425" y="4021975"/>
              <a:ext cx="137075" cy="35475"/>
            </a:xfrm>
            <a:custGeom>
              <a:avLst/>
              <a:gdLst/>
              <a:ahLst/>
              <a:cxnLst/>
              <a:rect l="l" t="t" r="r" b="b"/>
              <a:pathLst>
                <a:path w="5483" h="1419" extrusionOk="0">
                  <a:moveTo>
                    <a:pt x="1009" y="1"/>
                  </a:moveTo>
                  <a:cubicBezTo>
                    <a:pt x="473" y="1"/>
                    <a:pt x="1" y="473"/>
                    <a:pt x="1" y="1072"/>
                  </a:cubicBezTo>
                  <a:lnTo>
                    <a:pt x="1" y="1419"/>
                  </a:lnTo>
                  <a:lnTo>
                    <a:pt x="5482" y="1419"/>
                  </a:lnTo>
                  <a:lnTo>
                    <a:pt x="5482" y="1072"/>
                  </a:lnTo>
                  <a:lnTo>
                    <a:pt x="5451" y="1072"/>
                  </a:lnTo>
                  <a:cubicBezTo>
                    <a:pt x="5451" y="505"/>
                    <a:pt x="5010" y="1"/>
                    <a:pt x="4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82"/>
            <p:cNvSpPr/>
            <p:nvPr/>
          </p:nvSpPr>
          <p:spPr>
            <a:xfrm>
              <a:off x="-35481425" y="4073975"/>
              <a:ext cx="136275" cy="85875"/>
            </a:xfrm>
            <a:custGeom>
              <a:avLst/>
              <a:gdLst/>
              <a:ahLst/>
              <a:cxnLst/>
              <a:rect l="l" t="t" r="r" b="b"/>
              <a:pathLst>
                <a:path w="5451" h="3435" extrusionOk="0">
                  <a:moveTo>
                    <a:pt x="1" y="0"/>
                  </a:moveTo>
                  <a:lnTo>
                    <a:pt x="1" y="3434"/>
                  </a:lnTo>
                  <a:lnTo>
                    <a:pt x="5451" y="3434"/>
                  </a:lnTo>
                  <a:lnTo>
                    <a:pt x="5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82"/>
            <p:cNvSpPr/>
            <p:nvPr/>
          </p:nvSpPr>
          <p:spPr>
            <a:xfrm>
              <a:off x="-35481425" y="4176350"/>
              <a:ext cx="136275" cy="34675"/>
            </a:xfrm>
            <a:custGeom>
              <a:avLst/>
              <a:gdLst/>
              <a:ahLst/>
              <a:cxnLst/>
              <a:rect l="l" t="t" r="r" b="b"/>
              <a:pathLst>
                <a:path w="5451" h="1387" extrusionOk="0">
                  <a:moveTo>
                    <a:pt x="1" y="1"/>
                  </a:moveTo>
                  <a:lnTo>
                    <a:pt x="1" y="347"/>
                  </a:lnTo>
                  <a:cubicBezTo>
                    <a:pt x="1" y="946"/>
                    <a:pt x="410" y="1387"/>
                    <a:pt x="1009" y="1387"/>
                  </a:cubicBezTo>
                  <a:lnTo>
                    <a:pt x="4443" y="1387"/>
                  </a:lnTo>
                  <a:cubicBezTo>
                    <a:pt x="4978" y="1387"/>
                    <a:pt x="5451" y="914"/>
                    <a:pt x="5451" y="347"/>
                  </a:cubicBezTo>
                  <a:lnTo>
                    <a:pt x="54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82"/>
            <p:cNvSpPr/>
            <p:nvPr/>
          </p:nvSpPr>
          <p:spPr>
            <a:xfrm>
              <a:off x="-35327050" y="3919600"/>
              <a:ext cx="137075" cy="33875"/>
            </a:xfrm>
            <a:custGeom>
              <a:avLst/>
              <a:gdLst/>
              <a:ahLst/>
              <a:cxnLst/>
              <a:rect l="l" t="t" r="r" b="b"/>
              <a:pathLst>
                <a:path w="5483" h="1355" extrusionOk="0"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1355"/>
                  </a:lnTo>
                  <a:lnTo>
                    <a:pt x="5482" y="1355"/>
                  </a:lnTo>
                  <a:lnTo>
                    <a:pt x="5482" y="1008"/>
                  </a:lnTo>
                  <a:cubicBezTo>
                    <a:pt x="5482" y="473"/>
                    <a:pt x="5010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82"/>
            <p:cNvSpPr/>
            <p:nvPr/>
          </p:nvSpPr>
          <p:spPr>
            <a:xfrm>
              <a:off x="-35327825" y="3970800"/>
              <a:ext cx="136275" cy="85875"/>
            </a:xfrm>
            <a:custGeom>
              <a:avLst/>
              <a:gdLst/>
              <a:ahLst/>
              <a:cxnLst/>
              <a:rect l="l" t="t" r="r" b="b"/>
              <a:pathLst>
                <a:path w="5451" h="3435" extrusionOk="0">
                  <a:moveTo>
                    <a:pt x="0" y="0"/>
                  </a:moveTo>
                  <a:lnTo>
                    <a:pt x="0" y="3434"/>
                  </a:lnTo>
                  <a:lnTo>
                    <a:pt x="5450" y="3434"/>
                  </a:lnTo>
                  <a:lnTo>
                    <a:pt x="5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82"/>
            <p:cNvSpPr/>
            <p:nvPr/>
          </p:nvSpPr>
          <p:spPr>
            <a:xfrm>
              <a:off x="-35327825" y="4073975"/>
              <a:ext cx="136275" cy="35450"/>
            </a:xfrm>
            <a:custGeom>
              <a:avLst/>
              <a:gdLst/>
              <a:ahLst/>
              <a:cxnLst/>
              <a:rect l="l" t="t" r="r" b="b"/>
              <a:pathLst>
                <a:path w="5451" h="1418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914"/>
                    <a:pt x="473" y="1418"/>
                    <a:pt x="1008" y="1418"/>
                  </a:cubicBezTo>
                  <a:lnTo>
                    <a:pt x="4442" y="1418"/>
                  </a:lnTo>
                  <a:cubicBezTo>
                    <a:pt x="4978" y="1418"/>
                    <a:pt x="5450" y="945"/>
                    <a:pt x="5450" y="347"/>
                  </a:cubicBezTo>
                  <a:lnTo>
                    <a:pt x="5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5" name="Google Shape;1845;p82"/>
          <p:cNvGrpSpPr/>
          <p:nvPr/>
        </p:nvGrpSpPr>
        <p:grpSpPr>
          <a:xfrm>
            <a:off x="4534928" y="3696829"/>
            <a:ext cx="357468" cy="352675"/>
            <a:chOff x="-33645475" y="3228075"/>
            <a:chExt cx="294600" cy="290650"/>
          </a:xfrm>
        </p:grpSpPr>
        <p:sp>
          <p:nvSpPr>
            <p:cNvPr id="1846" name="Google Shape;1846;p82"/>
            <p:cNvSpPr/>
            <p:nvPr/>
          </p:nvSpPr>
          <p:spPr>
            <a:xfrm>
              <a:off x="-33456450" y="3261925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09" y="694"/>
                  </a:lnTo>
                  <a:cubicBezTo>
                    <a:pt x="1576" y="694"/>
                    <a:pt x="2049" y="1166"/>
                    <a:pt x="2049" y="1733"/>
                  </a:cubicBezTo>
                  <a:lnTo>
                    <a:pt x="2049" y="2269"/>
                  </a:lnTo>
                  <a:lnTo>
                    <a:pt x="1923" y="2175"/>
                  </a:lnTo>
                  <a:cubicBezTo>
                    <a:pt x="1860" y="2112"/>
                    <a:pt x="1773" y="2080"/>
                    <a:pt x="1686" y="2080"/>
                  </a:cubicBezTo>
                  <a:cubicBezTo>
                    <a:pt x="1600" y="2080"/>
                    <a:pt x="1513" y="2112"/>
                    <a:pt x="1450" y="2175"/>
                  </a:cubicBezTo>
                  <a:cubicBezTo>
                    <a:pt x="1324" y="2269"/>
                    <a:pt x="1324" y="2521"/>
                    <a:pt x="1450" y="2647"/>
                  </a:cubicBezTo>
                  <a:lnTo>
                    <a:pt x="2112" y="3309"/>
                  </a:lnTo>
                  <a:cubicBezTo>
                    <a:pt x="2175" y="3372"/>
                    <a:pt x="2269" y="3403"/>
                    <a:pt x="2360" y="3403"/>
                  </a:cubicBezTo>
                  <a:cubicBezTo>
                    <a:pt x="2450" y="3403"/>
                    <a:pt x="2537" y="3372"/>
                    <a:pt x="2584" y="3309"/>
                  </a:cubicBezTo>
                  <a:lnTo>
                    <a:pt x="3277" y="2647"/>
                  </a:lnTo>
                  <a:cubicBezTo>
                    <a:pt x="3372" y="2521"/>
                    <a:pt x="3372" y="2269"/>
                    <a:pt x="3277" y="2175"/>
                  </a:cubicBezTo>
                  <a:cubicBezTo>
                    <a:pt x="3214" y="2112"/>
                    <a:pt x="3120" y="2080"/>
                    <a:pt x="3029" y="2080"/>
                  </a:cubicBezTo>
                  <a:cubicBezTo>
                    <a:pt x="2939" y="2080"/>
                    <a:pt x="2852" y="2112"/>
                    <a:pt x="2805" y="2175"/>
                  </a:cubicBezTo>
                  <a:lnTo>
                    <a:pt x="2679" y="2269"/>
                  </a:lnTo>
                  <a:lnTo>
                    <a:pt x="2679" y="1733"/>
                  </a:lnTo>
                  <a:cubicBezTo>
                    <a:pt x="2742" y="788"/>
                    <a:pt x="1954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82"/>
            <p:cNvSpPr/>
            <p:nvPr/>
          </p:nvSpPr>
          <p:spPr>
            <a:xfrm>
              <a:off x="-33575375" y="3433625"/>
              <a:ext cx="85075" cy="85100"/>
            </a:xfrm>
            <a:custGeom>
              <a:avLst/>
              <a:gdLst/>
              <a:ahLst/>
              <a:cxnLst/>
              <a:rect l="l" t="t" r="r" b="b"/>
              <a:pathLst>
                <a:path w="3403" h="3404" extrusionOk="0">
                  <a:moveTo>
                    <a:pt x="1013" y="1"/>
                  </a:moveTo>
                  <a:cubicBezTo>
                    <a:pt x="922" y="1"/>
                    <a:pt x="835" y="32"/>
                    <a:pt x="788" y="95"/>
                  </a:cubicBezTo>
                  <a:lnTo>
                    <a:pt x="127" y="757"/>
                  </a:lnTo>
                  <a:cubicBezTo>
                    <a:pt x="1" y="883"/>
                    <a:pt x="1" y="1135"/>
                    <a:pt x="127" y="1229"/>
                  </a:cubicBezTo>
                  <a:cubicBezTo>
                    <a:pt x="174" y="1292"/>
                    <a:pt x="260" y="1324"/>
                    <a:pt x="351" y="1324"/>
                  </a:cubicBezTo>
                  <a:cubicBezTo>
                    <a:pt x="442" y="1324"/>
                    <a:pt x="536" y="1292"/>
                    <a:pt x="599" y="1229"/>
                  </a:cubicBezTo>
                  <a:lnTo>
                    <a:pt x="694" y="1135"/>
                  </a:lnTo>
                  <a:lnTo>
                    <a:pt x="694" y="1671"/>
                  </a:lnTo>
                  <a:cubicBezTo>
                    <a:pt x="694" y="2616"/>
                    <a:pt x="1450" y="3372"/>
                    <a:pt x="2395" y="3372"/>
                  </a:cubicBezTo>
                  <a:lnTo>
                    <a:pt x="3057" y="3372"/>
                  </a:lnTo>
                  <a:lnTo>
                    <a:pt x="3057" y="3403"/>
                  </a:lnTo>
                  <a:cubicBezTo>
                    <a:pt x="3246" y="3403"/>
                    <a:pt x="3403" y="3246"/>
                    <a:pt x="3403" y="3057"/>
                  </a:cubicBezTo>
                  <a:cubicBezTo>
                    <a:pt x="3403" y="2868"/>
                    <a:pt x="3246" y="2710"/>
                    <a:pt x="3057" y="2710"/>
                  </a:cubicBezTo>
                  <a:lnTo>
                    <a:pt x="2363" y="2710"/>
                  </a:lnTo>
                  <a:cubicBezTo>
                    <a:pt x="1796" y="2710"/>
                    <a:pt x="1324" y="2238"/>
                    <a:pt x="1324" y="1671"/>
                  </a:cubicBezTo>
                  <a:lnTo>
                    <a:pt x="1324" y="1135"/>
                  </a:lnTo>
                  <a:lnTo>
                    <a:pt x="1450" y="1229"/>
                  </a:lnTo>
                  <a:cubicBezTo>
                    <a:pt x="1513" y="1292"/>
                    <a:pt x="1599" y="1324"/>
                    <a:pt x="1686" y="1324"/>
                  </a:cubicBezTo>
                  <a:cubicBezTo>
                    <a:pt x="1773" y="1324"/>
                    <a:pt x="1859" y="1292"/>
                    <a:pt x="1922" y="1229"/>
                  </a:cubicBezTo>
                  <a:cubicBezTo>
                    <a:pt x="2048" y="1135"/>
                    <a:pt x="2048" y="883"/>
                    <a:pt x="1922" y="757"/>
                  </a:cubicBezTo>
                  <a:lnTo>
                    <a:pt x="1261" y="95"/>
                  </a:lnTo>
                  <a:cubicBezTo>
                    <a:pt x="1198" y="32"/>
                    <a:pt x="1103" y="1"/>
                    <a:pt x="10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82"/>
            <p:cNvSpPr/>
            <p:nvPr/>
          </p:nvSpPr>
          <p:spPr>
            <a:xfrm>
              <a:off x="-33645475" y="3228075"/>
              <a:ext cx="206375" cy="153600"/>
            </a:xfrm>
            <a:custGeom>
              <a:avLst/>
              <a:gdLst/>
              <a:ahLst/>
              <a:cxnLst/>
              <a:rect l="l" t="t" r="r" b="b"/>
              <a:pathLst>
                <a:path w="8255" h="6144" extrusionOk="0">
                  <a:moveTo>
                    <a:pt x="4191" y="0"/>
                  </a:moveTo>
                  <a:cubicBezTo>
                    <a:pt x="2300" y="0"/>
                    <a:pt x="757" y="1544"/>
                    <a:pt x="757" y="3434"/>
                  </a:cubicBezTo>
                  <a:lnTo>
                    <a:pt x="757" y="3529"/>
                  </a:lnTo>
                  <a:cubicBezTo>
                    <a:pt x="347" y="3686"/>
                    <a:pt x="95" y="4033"/>
                    <a:pt x="95" y="4474"/>
                  </a:cubicBezTo>
                  <a:lnTo>
                    <a:pt x="95" y="5135"/>
                  </a:lnTo>
                  <a:cubicBezTo>
                    <a:pt x="1" y="5671"/>
                    <a:pt x="473" y="6143"/>
                    <a:pt x="1009" y="6143"/>
                  </a:cubicBezTo>
                  <a:cubicBezTo>
                    <a:pt x="1135" y="6143"/>
                    <a:pt x="1261" y="6112"/>
                    <a:pt x="1387" y="6080"/>
                  </a:cubicBezTo>
                  <a:lnTo>
                    <a:pt x="1387" y="3403"/>
                  </a:lnTo>
                  <a:cubicBezTo>
                    <a:pt x="1387" y="1890"/>
                    <a:pt x="2647" y="630"/>
                    <a:pt x="4128" y="630"/>
                  </a:cubicBezTo>
                  <a:cubicBezTo>
                    <a:pt x="5640" y="630"/>
                    <a:pt x="6900" y="1890"/>
                    <a:pt x="6900" y="3403"/>
                  </a:cubicBezTo>
                  <a:lnTo>
                    <a:pt x="6900" y="6080"/>
                  </a:lnTo>
                  <a:cubicBezTo>
                    <a:pt x="6995" y="6112"/>
                    <a:pt x="7121" y="6143"/>
                    <a:pt x="7247" y="6143"/>
                  </a:cubicBezTo>
                  <a:cubicBezTo>
                    <a:pt x="7782" y="6143"/>
                    <a:pt x="8255" y="5671"/>
                    <a:pt x="8255" y="5135"/>
                  </a:cubicBezTo>
                  <a:lnTo>
                    <a:pt x="8255" y="4474"/>
                  </a:lnTo>
                  <a:cubicBezTo>
                    <a:pt x="8255" y="4033"/>
                    <a:pt x="8003" y="3623"/>
                    <a:pt x="7593" y="3529"/>
                  </a:cubicBezTo>
                  <a:lnTo>
                    <a:pt x="7593" y="3434"/>
                  </a:lnTo>
                  <a:cubicBezTo>
                    <a:pt x="7593" y="1544"/>
                    <a:pt x="6050" y="0"/>
                    <a:pt x="4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82"/>
            <p:cNvSpPr/>
            <p:nvPr/>
          </p:nvSpPr>
          <p:spPr>
            <a:xfrm>
              <a:off x="-33593500" y="3279250"/>
              <a:ext cx="104775" cy="52275"/>
            </a:xfrm>
            <a:custGeom>
              <a:avLst/>
              <a:gdLst/>
              <a:ahLst/>
              <a:cxnLst/>
              <a:rect l="l" t="t" r="r" b="b"/>
              <a:pathLst>
                <a:path w="4191" h="2091" extrusionOk="0">
                  <a:moveTo>
                    <a:pt x="1734" y="1"/>
                  </a:moveTo>
                  <a:cubicBezTo>
                    <a:pt x="789" y="1"/>
                    <a:pt x="1" y="757"/>
                    <a:pt x="1" y="1702"/>
                  </a:cubicBezTo>
                  <a:lnTo>
                    <a:pt x="1" y="2049"/>
                  </a:lnTo>
                  <a:lnTo>
                    <a:pt x="1230" y="2049"/>
                  </a:lnTo>
                  <a:cubicBezTo>
                    <a:pt x="1545" y="2049"/>
                    <a:pt x="1891" y="2049"/>
                    <a:pt x="2017" y="1986"/>
                  </a:cubicBezTo>
                  <a:cubicBezTo>
                    <a:pt x="2049" y="1954"/>
                    <a:pt x="2080" y="1828"/>
                    <a:pt x="2080" y="1734"/>
                  </a:cubicBezTo>
                  <a:cubicBezTo>
                    <a:pt x="2080" y="1545"/>
                    <a:pt x="2238" y="1387"/>
                    <a:pt x="2458" y="1387"/>
                  </a:cubicBezTo>
                  <a:cubicBezTo>
                    <a:pt x="2647" y="1387"/>
                    <a:pt x="2805" y="1545"/>
                    <a:pt x="2805" y="1734"/>
                  </a:cubicBezTo>
                  <a:cubicBezTo>
                    <a:pt x="2805" y="1828"/>
                    <a:pt x="2805" y="1954"/>
                    <a:pt x="2868" y="1986"/>
                  </a:cubicBezTo>
                  <a:cubicBezTo>
                    <a:pt x="2942" y="2059"/>
                    <a:pt x="3091" y="2090"/>
                    <a:pt x="3266" y="2090"/>
                  </a:cubicBezTo>
                  <a:cubicBezTo>
                    <a:pt x="3389" y="2090"/>
                    <a:pt x="3525" y="2075"/>
                    <a:pt x="3656" y="2049"/>
                  </a:cubicBezTo>
                  <a:lnTo>
                    <a:pt x="4191" y="2049"/>
                  </a:lnTo>
                  <a:lnTo>
                    <a:pt x="4191" y="1702"/>
                  </a:lnTo>
                  <a:lnTo>
                    <a:pt x="4128" y="1702"/>
                  </a:lnTo>
                  <a:cubicBezTo>
                    <a:pt x="4128" y="757"/>
                    <a:pt x="3340" y="1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82"/>
            <p:cNvSpPr/>
            <p:nvPr/>
          </p:nvSpPr>
          <p:spPr>
            <a:xfrm>
              <a:off x="-33593500" y="3341475"/>
              <a:ext cx="104775" cy="74075"/>
            </a:xfrm>
            <a:custGeom>
              <a:avLst/>
              <a:gdLst/>
              <a:ahLst/>
              <a:cxnLst/>
              <a:rect l="l" t="t" r="r" b="b"/>
              <a:pathLst>
                <a:path w="4191" h="2963" extrusionOk="0">
                  <a:moveTo>
                    <a:pt x="2395" y="1"/>
                  </a:moveTo>
                  <a:cubicBezTo>
                    <a:pt x="2080" y="253"/>
                    <a:pt x="1671" y="253"/>
                    <a:pt x="1230" y="253"/>
                  </a:cubicBezTo>
                  <a:lnTo>
                    <a:pt x="1" y="253"/>
                  </a:lnTo>
                  <a:lnTo>
                    <a:pt x="1" y="914"/>
                  </a:lnTo>
                  <a:cubicBezTo>
                    <a:pt x="1" y="2049"/>
                    <a:pt x="946" y="2962"/>
                    <a:pt x="2112" y="2962"/>
                  </a:cubicBezTo>
                  <a:cubicBezTo>
                    <a:pt x="3246" y="2962"/>
                    <a:pt x="4191" y="2049"/>
                    <a:pt x="4191" y="914"/>
                  </a:cubicBezTo>
                  <a:lnTo>
                    <a:pt x="4191" y="253"/>
                  </a:lnTo>
                  <a:lnTo>
                    <a:pt x="3466" y="253"/>
                  </a:lnTo>
                  <a:cubicBezTo>
                    <a:pt x="3088" y="253"/>
                    <a:pt x="2679" y="190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82"/>
            <p:cNvSpPr/>
            <p:nvPr/>
          </p:nvSpPr>
          <p:spPr>
            <a:xfrm>
              <a:off x="-33455650" y="3381650"/>
              <a:ext cx="104775" cy="52250"/>
            </a:xfrm>
            <a:custGeom>
              <a:avLst/>
              <a:gdLst/>
              <a:ahLst/>
              <a:cxnLst/>
              <a:rect l="l" t="t" r="r" b="b"/>
              <a:pathLst>
                <a:path w="4191" h="2090" extrusionOk="0">
                  <a:moveTo>
                    <a:pt x="1702" y="0"/>
                  </a:moveTo>
                  <a:cubicBezTo>
                    <a:pt x="756" y="0"/>
                    <a:pt x="0" y="757"/>
                    <a:pt x="0" y="1702"/>
                  </a:cubicBezTo>
                  <a:lnTo>
                    <a:pt x="0" y="2048"/>
                  </a:lnTo>
                  <a:lnTo>
                    <a:pt x="1229" y="2048"/>
                  </a:lnTo>
                  <a:cubicBezTo>
                    <a:pt x="1544" y="2048"/>
                    <a:pt x="1891" y="2048"/>
                    <a:pt x="2017" y="1985"/>
                  </a:cubicBezTo>
                  <a:cubicBezTo>
                    <a:pt x="2048" y="1954"/>
                    <a:pt x="2080" y="1828"/>
                    <a:pt x="2080" y="1733"/>
                  </a:cubicBezTo>
                  <a:cubicBezTo>
                    <a:pt x="2080" y="1544"/>
                    <a:pt x="2237" y="1387"/>
                    <a:pt x="2458" y="1387"/>
                  </a:cubicBezTo>
                  <a:cubicBezTo>
                    <a:pt x="2647" y="1387"/>
                    <a:pt x="2804" y="1544"/>
                    <a:pt x="2804" y="1733"/>
                  </a:cubicBezTo>
                  <a:cubicBezTo>
                    <a:pt x="2804" y="1828"/>
                    <a:pt x="2804" y="1954"/>
                    <a:pt x="2867" y="1985"/>
                  </a:cubicBezTo>
                  <a:cubicBezTo>
                    <a:pt x="2941" y="2059"/>
                    <a:pt x="3091" y="2090"/>
                    <a:pt x="3265" y="2090"/>
                  </a:cubicBezTo>
                  <a:cubicBezTo>
                    <a:pt x="3388" y="2090"/>
                    <a:pt x="3524" y="2074"/>
                    <a:pt x="3655" y="2048"/>
                  </a:cubicBezTo>
                  <a:lnTo>
                    <a:pt x="4190" y="2048"/>
                  </a:lnTo>
                  <a:lnTo>
                    <a:pt x="4190" y="1702"/>
                  </a:lnTo>
                  <a:cubicBezTo>
                    <a:pt x="4096" y="757"/>
                    <a:pt x="3308" y="0"/>
                    <a:pt x="2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82"/>
            <p:cNvSpPr/>
            <p:nvPr/>
          </p:nvSpPr>
          <p:spPr>
            <a:xfrm>
              <a:off x="-33456450" y="3443875"/>
              <a:ext cx="102425" cy="74850"/>
            </a:xfrm>
            <a:custGeom>
              <a:avLst/>
              <a:gdLst/>
              <a:ahLst/>
              <a:cxnLst/>
              <a:rect l="l" t="t" r="r" b="b"/>
              <a:pathLst>
                <a:path w="4097" h="2994" extrusionOk="0">
                  <a:moveTo>
                    <a:pt x="2395" y="0"/>
                  </a:moveTo>
                  <a:cubicBezTo>
                    <a:pt x="2080" y="252"/>
                    <a:pt x="1639" y="252"/>
                    <a:pt x="1230" y="252"/>
                  </a:cubicBezTo>
                  <a:lnTo>
                    <a:pt x="1" y="252"/>
                  </a:lnTo>
                  <a:lnTo>
                    <a:pt x="1" y="914"/>
                  </a:lnTo>
                  <a:cubicBezTo>
                    <a:pt x="1" y="2048"/>
                    <a:pt x="914" y="2993"/>
                    <a:pt x="2049" y="2993"/>
                  </a:cubicBezTo>
                  <a:cubicBezTo>
                    <a:pt x="3183" y="2993"/>
                    <a:pt x="4096" y="2048"/>
                    <a:pt x="4096" y="914"/>
                  </a:cubicBezTo>
                  <a:lnTo>
                    <a:pt x="4096" y="252"/>
                  </a:lnTo>
                  <a:lnTo>
                    <a:pt x="3435" y="252"/>
                  </a:lnTo>
                  <a:cubicBezTo>
                    <a:pt x="3025" y="252"/>
                    <a:pt x="2679" y="189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3" name="Google Shape;1853;p82"/>
          <p:cNvGrpSpPr/>
          <p:nvPr/>
        </p:nvGrpSpPr>
        <p:grpSpPr>
          <a:xfrm>
            <a:off x="6637910" y="2684496"/>
            <a:ext cx="355526" cy="354586"/>
            <a:chOff x="-33646250" y="3586425"/>
            <a:chExt cx="293000" cy="292225"/>
          </a:xfrm>
        </p:grpSpPr>
        <p:sp>
          <p:nvSpPr>
            <p:cNvPr id="1854" name="Google Shape;1854;p82"/>
            <p:cNvSpPr/>
            <p:nvPr/>
          </p:nvSpPr>
          <p:spPr>
            <a:xfrm>
              <a:off x="-33646250" y="3739225"/>
              <a:ext cx="141775" cy="139425"/>
            </a:xfrm>
            <a:custGeom>
              <a:avLst/>
              <a:gdLst/>
              <a:ahLst/>
              <a:cxnLst/>
              <a:rect l="l" t="t" r="r" b="b"/>
              <a:pathLst>
                <a:path w="5671" h="5577" extrusionOk="0">
                  <a:moveTo>
                    <a:pt x="4190" y="1"/>
                  </a:moveTo>
                  <a:cubicBezTo>
                    <a:pt x="4001" y="316"/>
                    <a:pt x="3970" y="725"/>
                    <a:pt x="4127" y="1040"/>
                  </a:cubicBezTo>
                  <a:lnTo>
                    <a:pt x="3497" y="1670"/>
                  </a:lnTo>
                  <a:cubicBezTo>
                    <a:pt x="3345" y="1589"/>
                    <a:pt x="3194" y="1550"/>
                    <a:pt x="3047" y="1550"/>
                  </a:cubicBezTo>
                  <a:cubicBezTo>
                    <a:pt x="2797" y="1550"/>
                    <a:pt x="2561" y="1661"/>
                    <a:pt x="2363" y="1859"/>
                  </a:cubicBezTo>
                  <a:lnTo>
                    <a:pt x="378" y="3813"/>
                  </a:lnTo>
                  <a:cubicBezTo>
                    <a:pt x="0" y="4222"/>
                    <a:pt x="0" y="4884"/>
                    <a:pt x="378" y="5293"/>
                  </a:cubicBezTo>
                  <a:cubicBezTo>
                    <a:pt x="583" y="5482"/>
                    <a:pt x="851" y="5577"/>
                    <a:pt x="1115" y="5577"/>
                  </a:cubicBezTo>
                  <a:cubicBezTo>
                    <a:pt x="1378" y="5577"/>
                    <a:pt x="1638" y="5482"/>
                    <a:pt x="1827" y="5293"/>
                  </a:cubicBezTo>
                  <a:lnTo>
                    <a:pt x="3812" y="3309"/>
                  </a:lnTo>
                  <a:cubicBezTo>
                    <a:pt x="4096" y="3025"/>
                    <a:pt x="4190" y="2553"/>
                    <a:pt x="4001" y="2143"/>
                  </a:cubicBezTo>
                  <a:lnTo>
                    <a:pt x="4631" y="1513"/>
                  </a:lnTo>
                  <a:cubicBezTo>
                    <a:pt x="4789" y="1576"/>
                    <a:pt x="4915" y="1607"/>
                    <a:pt x="5072" y="1607"/>
                  </a:cubicBezTo>
                  <a:cubicBezTo>
                    <a:pt x="5261" y="1607"/>
                    <a:pt x="5450" y="1544"/>
                    <a:pt x="5671" y="1418"/>
                  </a:cubicBezTo>
                  <a:cubicBezTo>
                    <a:pt x="5041" y="1040"/>
                    <a:pt x="4568" y="568"/>
                    <a:pt x="4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82"/>
            <p:cNvSpPr/>
            <p:nvPr/>
          </p:nvSpPr>
          <p:spPr>
            <a:xfrm>
              <a:off x="-33541500" y="3586425"/>
              <a:ext cx="188250" cy="187475"/>
            </a:xfrm>
            <a:custGeom>
              <a:avLst/>
              <a:gdLst/>
              <a:ahLst/>
              <a:cxnLst/>
              <a:rect l="l" t="t" r="r" b="b"/>
              <a:pathLst>
                <a:path w="7530" h="7499" extrusionOk="0">
                  <a:moveTo>
                    <a:pt x="3718" y="1387"/>
                  </a:moveTo>
                  <a:cubicBezTo>
                    <a:pt x="4253" y="1387"/>
                    <a:pt x="4726" y="1859"/>
                    <a:pt x="4726" y="2427"/>
                  </a:cubicBezTo>
                  <a:cubicBezTo>
                    <a:pt x="4789" y="2805"/>
                    <a:pt x="4505" y="3214"/>
                    <a:pt x="4096" y="3372"/>
                  </a:cubicBezTo>
                  <a:lnTo>
                    <a:pt x="4096" y="3750"/>
                  </a:lnTo>
                  <a:cubicBezTo>
                    <a:pt x="4096" y="3939"/>
                    <a:pt x="3938" y="4096"/>
                    <a:pt x="3749" y="4096"/>
                  </a:cubicBezTo>
                  <a:cubicBezTo>
                    <a:pt x="3560" y="4096"/>
                    <a:pt x="3403" y="3939"/>
                    <a:pt x="3403" y="3750"/>
                  </a:cubicBezTo>
                  <a:lnTo>
                    <a:pt x="3403" y="3372"/>
                  </a:lnTo>
                  <a:cubicBezTo>
                    <a:pt x="3403" y="3088"/>
                    <a:pt x="3592" y="2805"/>
                    <a:pt x="3875" y="2742"/>
                  </a:cubicBezTo>
                  <a:cubicBezTo>
                    <a:pt x="4001" y="2679"/>
                    <a:pt x="4096" y="2521"/>
                    <a:pt x="4096" y="2427"/>
                  </a:cubicBezTo>
                  <a:cubicBezTo>
                    <a:pt x="4096" y="2206"/>
                    <a:pt x="3938" y="2049"/>
                    <a:pt x="3749" y="2049"/>
                  </a:cubicBezTo>
                  <a:cubicBezTo>
                    <a:pt x="3560" y="2049"/>
                    <a:pt x="3403" y="2206"/>
                    <a:pt x="3403" y="2427"/>
                  </a:cubicBezTo>
                  <a:cubicBezTo>
                    <a:pt x="3403" y="2616"/>
                    <a:pt x="3245" y="2773"/>
                    <a:pt x="3056" y="2773"/>
                  </a:cubicBezTo>
                  <a:cubicBezTo>
                    <a:pt x="2836" y="2773"/>
                    <a:pt x="2678" y="2616"/>
                    <a:pt x="2678" y="2427"/>
                  </a:cubicBezTo>
                  <a:cubicBezTo>
                    <a:pt x="2678" y="1859"/>
                    <a:pt x="3151" y="1387"/>
                    <a:pt x="3718" y="1387"/>
                  </a:cubicBezTo>
                  <a:close/>
                  <a:moveTo>
                    <a:pt x="3749" y="4726"/>
                  </a:moveTo>
                  <a:cubicBezTo>
                    <a:pt x="3938" y="4726"/>
                    <a:pt x="4096" y="4884"/>
                    <a:pt x="4096" y="5104"/>
                  </a:cubicBezTo>
                  <a:cubicBezTo>
                    <a:pt x="4096" y="5294"/>
                    <a:pt x="3938" y="5451"/>
                    <a:pt x="3749" y="5451"/>
                  </a:cubicBezTo>
                  <a:cubicBezTo>
                    <a:pt x="3560" y="5451"/>
                    <a:pt x="3403" y="5294"/>
                    <a:pt x="3403" y="5104"/>
                  </a:cubicBezTo>
                  <a:cubicBezTo>
                    <a:pt x="3403" y="4884"/>
                    <a:pt x="3560" y="4726"/>
                    <a:pt x="3749" y="4726"/>
                  </a:cubicBezTo>
                  <a:close/>
                  <a:moveTo>
                    <a:pt x="3749" y="1"/>
                  </a:moveTo>
                  <a:cubicBezTo>
                    <a:pt x="1670" y="1"/>
                    <a:pt x="0" y="1702"/>
                    <a:pt x="0" y="3750"/>
                  </a:cubicBezTo>
                  <a:cubicBezTo>
                    <a:pt x="0" y="5829"/>
                    <a:pt x="1702" y="7499"/>
                    <a:pt x="3749" y="7499"/>
                  </a:cubicBezTo>
                  <a:cubicBezTo>
                    <a:pt x="5829" y="7499"/>
                    <a:pt x="7498" y="5798"/>
                    <a:pt x="7498" y="3750"/>
                  </a:cubicBezTo>
                  <a:cubicBezTo>
                    <a:pt x="7530" y="1670"/>
                    <a:pt x="5829" y="1"/>
                    <a:pt x="37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6" name="Google Shape;1856;p82"/>
          <p:cNvGrpSpPr/>
          <p:nvPr/>
        </p:nvGrpSpPr>
        <p:grpSpPr>
          <a:xfrm>
            <a:off x="4536457" y="2634485"/>
            <a:ext cx="354586" cy="355557"/>
            <a:chOff x="-33645475" y="3944800"/>
            <a:chExt cx="292225" cy="293025"/>
          </a:xfrm>
        </p:grpSpPr>
        <p:sp>
          <p:nvSpPr>
            <p:cNvPr id="1857" name="Google Shape;1857;p82"/>
            <p:cNvSpPr/>
            <p:nvPr/>
          </p:nvSpPr>
          <p:spPr>
            <a:xfrm>
              <a:off x="-33549375" y="3944800"/>
              <a:ext cx="98475" cy="70900"/>
            </a:xfrm>
            <a:custGeom>
              <a:avLst/>
              <a:gdLst/>
              <a:ahLst/>
              <a:cxnLst/>
              <a:rect l="l" t="t" r="r" b="b"/>
              <a:pathLst>
                <a:path w="3939" h="2836" extrusionOk="0">
                  <a:moveTo>
                    <a:pt x="1985" y="0"/>
                  </a:moveTo>
                  <a:cubicBezTo>
                    <a:pt x="1260" y="0"/>
                    <a:pt x="473" y="946"/>
                    <a:pt x="0" y="2521"/>
                  </a:cubicBezTo>
                  <a:cubicBezTo>
                    <a:pt x="158" y="2615"/>
                    <a:pt x="284" y="2710"/>
                    <a:pt x="410" y="2836"/>
                  </a:cubicBezTo>
                  <a:cubicBezTo>
                    <a:pt x="914" y="2773"/>
                    <a:pt x="1481" y="2773"/>
                    <a:pt x="1985" y="2773"/>
                  </a:cubicBezTo>
                  <a:cubicBezTo>
                    <a:pt x="2489" y="2773"/>
                    <a:pt x="3056" y="2804"/>
                    <a:pt x="3560" y="2836"/>
                  </a:cubicBezTo>
                  <a:cubicBezTo>
                    <a:pt x="3623" y="2678"/>
                    <a:pt x="3781" y="2584"/>
                    <a:pt x="3938" y="2521"/>
                  </a:cubicBezTo>
                  <a:cubicBezTo>
                    <a:pt x="3529" y="946"/>
                    <a:pt x="2741" y="0"/>
                    <a:pt x="19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82"/>
            <p:cNvSpPr/>
            <p:nvPr/>
          </p:nvSpPr>
          <p:spPr>
            <a:xfrm>
              <a:off x="-33645475" y="4041675"/>
              <a:ext cx="70900" cy="98475"/>
            </a:xfrm>
            <a:custGeom>
              <a:avLst/>
              <a:gdLst/>
              <a:ahLst/>
              <a:cxnLst/>
              <a:rect l="l" t="t" r="r" b="b"/>
              <a:pathLst>
                <a:path w="2836" h="3939" extrusionOk="0">
                  <a:moveTo>
                    <a:pt x="2521" y="0"/>
                  </a:moveTo>
                  <a:cubicBezTo>
                    <a:pt x="946" y="473"/>
                    <a:pt x="32" y="1229"/>
                    <a:pt x="32" y="1954"/>
                  </a:cubicBezTo>
                  <a:cubicBezTo>
                    <a:pt x="1" y="2710"/>
                    <a:pt x="946" y="3466"/>
                    <a:pt x="2521" y="3939"/>
                  </a:cubicBezTo>
                  <a:cubicBezTo>
                    <a:pt x="2584" y="3781"/>
                    <a:pt x="2710" y="3655"/>
                    <a:pt x="2836" y="3529"/>
                  </a:cubicBezTo>
                  <a:cubicBezTo>
                    <a:pt x="2773" y="3025"/>
                    <a:pt x="2773" y="2521"/>
                    <a:pt x="2773" y="1954"/>
                  </a:cubicBezTo>
                  <a:cubicBezTo>
                    <a:pt x="2773" y="1418"/>
                    <a:pt x="2805" y="914"/>
                    <a:pt x="2836" y="379"/>
                  </a:cubicBezTo>
                  <a:cubicBezTo>
                    <a:pt x="2679" y="316"/>
                    <a:pt x="2553" y="158"/>
                    <a:pt x="2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82"/>
            <p:cNvSpPr/>
            <p:nvPr/>
          </p:nvSpPr>
          <p:spPr>
            <a:xfrm>
              <a:off x="-33424150" y="4042450"/>
              <a:ext cx="70900" cy="52025"/>
            </a:xfrm>
            <a:custGeom>
              <a:avLst/>
              <a:gdLst/>
              <a:ahLst/>
              <a:cxnLst/>
              <a:rect l="l" t="t" r="r" b="b"/>
              <a:pathLst>
                <a:path w="2836" h="2081" extrusionOk="0">
                  <a:moveTo>
                    <a:pt x="316" y="1"/>
                  </a:moveTo>
                  <a:cubicBezTo>
                    <a:pt x="253" y="159"/>
                    <a:pt x="127" y="285"/>
                    <a:pt x="1" y="379"/>
                  </a:cubicBezTo>
                  <a:cubicBezTo>
                    <a:pt x="32" y="600"/>
                    <a:pt x="32" y="789"/>
                    <a:pt x="32" y="978"/>
                  </a:cubicBezTo>
                  <a:cubicBezTo>
                    <a:pt x="158" y="978"/>
                    <a:pt x="284" y="946"/>
                    <a:pt x="442" y="946"/>
                  </a:cubicBezTo>
                  <a:cubicBezTo>
                    <a:pt x="1387" y="946"/>
                    <a:pt x="2237" y="1387"/>
                    <a:pt x="2804" y="2080"/>
                  </a:cubicBezTo>
                  <a:lnTo>
                    <a:pt x="2804" y="1954"/>
                  </a:lnTo>
                  <a:cubicBezTo>
                    <a:pt x="2836" y="1230"/>
                    <a:pt x="1891" y="474"/>
                    <a:pt x="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82"/>
            <p:cNvSpPr/>
            <p:nvPr/>
          </p:nvSpPr>
          <p:spPr>
            <a:xfrm>
              <a:off x="-33549375" y="4165325"/>
              <a:ext cx="86650" cy="70925"/>
            </a:xfrm>
            <a:custGeom>
              <a:avLst/>
              <a:gdLst/>
              <a:ahLst/>
              <a:cxnLst/>
              <a:rect l="l" t="t" r="r" b="b"/>
              <a:pathLst>
                <a:path w="3466" h="2837" extrusionOk="0">
                  <a:moveTo>
                    <a:pt x="410" y="1"/>
                  </a:moveTo>
                  <a:cubicBezTo>
                    <a:pt x="315" y="158"/>
                    <a:pt x="158" y="284"/>
                    <a:pt x="0" y="316"/>
                  </a:cubicBezTo>
                  <a:cubicBezTo>
                    <a:pt x="473" y="1891"/>
                    <a:pt x="1260" y="2836"/>
                    <a:pt x="1985" y="2836"/>
                  </a:cubicBezTo>
                  <a:cubicBezTo>
                    <a:pt x="2489" y="2836"/>
                    <a:pt x="3056" y="2364"/>
                    <a:pt x="3466" y="1544"/>
                  </a:cubicBezTo>
                  <a:lnTo>
                    <a:pt x="3119" y="1072"/>
                  </a:lnTo>
                  <a:cubicBezTo>
                    <a:pt x="2836" y="851"/>
                    <a:pt x="2678" y="473"/>
                    <a:pt x="2521" y="95"/>
                  </a:cubicBezTo>
                  <a:lnTo>
                    <a:pt x="1985" y="95"/>
                  </a:lnTo>
                  <a:cubicBezTo>
                    <a:pt x="1418" y="95"/>
                    <a:pt x="882" y="64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82"/>
            <p:cNvSpPr/>
            <p:nvPr/>
          </p:nvSpPr>
          <p:spPr>
            <a:xfrm>
              <a:off x="-33558825" y="4030650"/>
              <a:ext cx="118950" cy="120525"/>
            </a:xfrm>
            <a:custGeom>
              <a:avLst/>
              <a:gdLst/>
              <a:ahLst/>
              <a:cxnLst/>
              <a:rect l="l" t="t" r="r" b="b"/>
              <a:pathLst>
                <a:path w="4758" h="4821" extrusionOk="0">
                  <a:moveTo>
                    <a:pt x="2395" y="0"/>
                  </a:moveTo>
                  <a:cubicBezTo>
                    <a:pt x="1922" y="0"/>
                    <a:pt x="1418" y="32"/>
                    <a:pt x="1008" y="95"/>
                  </a:cubicBezTo>
                  <a:cubicBezTo>
                    <a:pt x="977" y="599"/>
                    <a:pt x="599" y="977"/>
                    <a:pt x="63" y="1040"/>
                  </a:cubicBezTo>
                  <a:cubicBezTo>
                    <a:pt x="32" y="1450"/>
                    <a:pt x="0" y="1922"/>
                    <a:pt x="0" y="2395"/>
                  </a:cubicBezTo>
                  <a:cubicBezTo>
                    <a:pt x="0" y="2867"/>
                    <a:pt x="32" y="3340"/>
                    <a:pt x="63" y="3781"/>
                  </a:cubicBezTo>
                  <a:cubicBezTo>
                    <a:pt x="599" y="3812"/>
                    <a:pt x="977" y="4222"/>
                    <a:pt x="1008" y="4726"/>
                  </a:cubicBezTo>
                  <a:cubicBezTo>
                    <a:pt x="1449" y="4758"/>
                    <a:pt x="1922" y="4821"/>
                    <a:pt x="2395" y="4821"/>
                  </a:cubicBezTo>
                  <a:lnTo>
                    <a:pt x="2804" y="4821"/>
                  </a:lnTo>
                  <a:cubicBezTo>
                    <a:pt x="2804" y="4695"/>
                    <a:pt x="2741" y="4569"/>
                    <a:pt x="2741" y="4506"/>
                  </a:cubicBezTo>
                  <a:cubicBezTo>
                    <a:pt x="2741" y="3151"/>
                    <a:pt x="3592" y="2017"/>
                    <a:pt x="4757" y="1576"/>
                  </a:cubicBezTo>
                  <a:cubicBezTo>
                    <a:pt x="4757" y="1387"/>
                    <a:pt x="4726" y="1229"/>
                    <a:pt x="4726" y="1040"/>
                  </a:cubicBezTo>
                  <a:cubicBezTo>
                    <a:pt x="4222" y="977"/>
                    <a:pt x="3812" y="599"/>
                    <a:pt x="3781" y="95"/>
                  </a:cubicBezTo>
                  <a:cubicBezTo>
                    <a:pt x="3340" y="32"/>
                    <a:pt x="2867" y="0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82"/>
            <p:cNvSpPr/>
            <p:nvPr/>
          </p:nvSpPr>
          <p:spPr>
            <a:xfrm>
              <a:off x="-33639950" y="4129900"/>
              <a:ext cx="100825" cy="100825"/>
            </a:xfrm>
            <a:custGeom>
              <a:avLst/>
              <a:gdLst/>
              <a:ahLst/>
              <a:cxnLst/>
              <a:rect l="l" t="t" r="r" b="b"/>
              <a:pathLst>
                <a:path w="4033" h="4033" extrusionOk="0">
                  <a:moveTo>
                    <a:pt x="0" y="0"/>
                  </a:moveTo>
                  <a:lnTo>
                    <a:pt x="0" y="0"/>
                  </a:lnTo>
                  <a:cubicBezTo>
                    <a:pt x="567" y="1953"/>
                    <a:pt x="2111" y="3466"/>
                    <a:pt x="4033" y="4033"/>
                  </a:cubicBezTo>
                  <a:cubicBezTo>
                    <a:pt x="3592" y="3466"/>
                    <a:pt x="3245" y="2741"/>
                    <a:pt x="2962" y="1827"/>
                  </a:cubicBezTo>
                  <a:cubicBezTo>
                    <a:pt x="2584" y="1733"/>
                    <a:pt x="2300" y="1481"/>
                    <a:pt x="2206" y="1071"/>
                  </a:cubicBezTo>
                  <a:cubicBezTo>
                    <a:pt x="1323" y="851"/>
                    <a:pt x="567" y="44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82"/>
            <p:cNvSpPr/>
            <p:nvPr/>
          </p:nvSpPr>
          <p:spPr>
            <a:xfrm>
              <a:off x="-33459600" y="3951875"/>
              <a:ext cx="100850" cy="100075"/>
            </a:xfrm>
            <a:custGeom>
              <a:avLst/>
              <a:gdLst/>
              <a:ahLst/>
              <a:cxnLst/>
              <a:rect l="l" t="t" r="r" b="b"/>
              <a:pathLst>
                <a:path w="4034" h="4003" extrusionOk="0">
                  <a:moveTo>
                    <a:pt x="1" y="1"/>
                  </a:moveTo>
                  <a:lnTo>
                    <a:pt x="1" y="1"/>
                  </a:lnTo>
                  <a:cubicBezTo>
                    <a:pt x="442" y="537"/>
                    <a:pt x="788" y="1293"/>
                    <a:pt x="1072" y="2206"/>
                  </a:cubicBezTo>
                  <a:cubicBezTo>
                    <a:pt x="1419" y="2238"/>
                    <a:pt x="1734" y="2553"/>
                    <a:pt x="1828" y="2962"/>
                  </a:cubicBezTo>
                  <a:cubicBezTo>
                    <a:pt x="2710" y="3183"/>
                    <a:pt x="3466" y="3592"/>
                    <a:pt x="4033" y="4002"/>
                  </a:cubicBezTo>
                  <a:cubicBezTo>
                    <a:pt x="3466" y="2080"/>
                    <a:pt x="1923" y="5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82"/>
            <p:cNvSpPr/>
            <p:nvPr/>
          </p:nvSpPr>
          <p:spPr>
            <a:xfrm>
              <a:off x="-33639950" y="3951100"/>
              <a:ext cx="100825" cy="100050"/>
            </a:xfrm>
            <a:custGeom>
              <a:avLst/>
              <a:gdLst/>
              <a:ahLst/>
              <a:cxnLst/>
              <a:rect l="l" t="t" r="r" b="b"/>
              <a:pathLst>
                <a:path w="4033" h="4002" extrusionOk="0">
                  <a:moveTo>
                    <a:pt x="4033" y="0"/>
                  </a:moveTo>
                  <a:lnTo>
                    <a:pt x="4033" y="0"/>
                  </a:lnTo>
                  <a:cubicBezTo>
                    <a:pt x="2111" y="536"/>
                    <a:pt x="567" y="2080"/>
                    <a:pt x="0" y="4002"/>
                  </a:cubicBezTo>
                  <a:cubicBezTo>
                    <a:pt x="567" y="3592"/>
                    <a:pt x="1323" y="3214"/>
                    <a:pt x="2206" y="2962"/>
                  </a:cubicBezTo>
                  <a:cubicBezTo>
                    <a:pt x="2300" y="2552"/>
                    <a:pt x="2615" y="2269"/>
                    <a:pt x="2962" y="2206"/>
                  </a:cubicBezTo>
                  <a:cubicBezTo>
                    <a:pt x="3214" y="1292"/>
                    <a:pt x="3592" y="505"/>
                    <a:pt x="40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82"/>
            <p:cNvSpPr/>
            <p:nvPr/>
          </p:nvSpPr>
          <p:spPr>
            <a:xfrm>
              <a:off x="-33472975" y="4082625"/>
              <a:ext cx="119725" cy="155200"/>
            </a:xfrm>
            <a:custGeom>
              <a:avLst/>
              <a:gdLst/>
              <a:ahLst/>
              <a:cxnLst/>
              <a:rect l="l" t="t" r="r" b="b"/>
              <a:pathLst>
                <a:path w="4789" h="6208" extrusionOk="0">
                  <a:moveTo>
                    <a:pt x="2395" y="1355"/>
                  </a:moveTo>
                  <a:cubicBezTo>
                    <a:pt x="2930" y="1355"/>
                    <a:pt x="3403" y="1828"/>
                    <a:pt x="3403" y="2364"/>
                  </a:cubicBezTo>
                  <a:cubicBezTo>
                    <a:pt x="3403" y="2962"/>
                    <a:pt x="2930" y="3403"/>
                    <a:pt x="2395" y="3403"/>
                  </a:cubicBezTo>
                  <a:cubicBezTo>
                    <a:pt x="1827" y="3403"/>
                    <a:pt x="1355" y="2931"/>
                    <a:pt x="1355" y="2364"/>
                  </a:cubicBezTo>
                  <a:cubicBezTo>
                    <a:pt x="1355" y="1828"/>
                    <a:pt x="1827" y="1355"/>
                    <a:pt x="2395" y="1355"/>
                  </a:cubicBezTo>
                  <a:close/>
                  <a:moveTo>
                    <a:pt x="2395" y="1"/>
                  </a:moveTo>
                  <a:cubicBezTo>
                    <a:pt x="1040" y="1"/>
                    <a:pt x="0" y="1072"/>
                    <a:pt x="0" y="2427"/>
                  </a:cubicBezTo>
                  <a:cubicBezTo>
                    <a:pt x="0" y="2994"/>
                    <a:pt x="221" y="3592"/>
                    <a:pt x="630" y="4002"/>
                  </a:cubicBezTo>
                  <a:lnTo>
                    <a:pt x="2111" y="6050"/>
                  </a:lnTo>
                  <a:cubicBezTo>
                    <a:pt x="2206" y="6113"/>
                    <a:pt x="2269" y="6207"/>
                    <a:pt x="2395" y="6207"/>
                  </a:cubicBezTo>
                  <a:cubicBezTo>
                    <a:pt x="2521" y="6207"/>
                    <a:pt x="2584" y="6144"/>
                    <a:pt x="2678" y="6050"/>
                  </a:cubicBezTo>
                  <a:lnTo>
                    <a:pt x="4442" y="3592"/>
                  </a:lnTo>
                  <a:cubicBezTo>
                    <a:pt x="4663" y="3246"/>
                    <a:pt x="4757" y="2805"/>
                    <a:pt x="4757" y="2364"/>
                  </a:cubicBezTo>
                  <a:cubicBezTo>
                    <a:pt x="4789" y="1072"/>
                    <a:pt x="3686" y="1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82"/>
            <p:cNvSpPr/>
            <p:nvPr/>
          </p:nvSpPr>
          <p:spPr>
            <a:xfrm>
              <a:off x="-33421775" y="41338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7" name="Google Shape;1867;p82"/>
          <p:cNvGrpSpPr/>
          <p:nvPr/>
        </p:nvGrpSpPr>
        <p:grpSpPr>
          <a:xfrm>
            <a:off x="4031569" y="3695493"/>
            <a:ext cx="352675" cy="355375"/>
            <a:chOff x="-31809525" y="3192625"/>
            <a:chExt cx="290650" cy="292875"/>
          </a:xfrm>
        </p:grpSpPr>
        <p:sp>
          <p:nvSpPr>
            <p:cNvPr id="1868" name="Google Shape;1868;p82"/>
            <p:cNvSpPr/>
            <p:nvPr/>
          </p:nvSpPr>
          <p:spPr>
            <a:xfrm>
              <a:off x="-31767775" y="3192625"/>
              <a:ext cx="204800" cy="153600"/>
            </a:xfrm>
            <a:custGeom>
              <a:avLst/>
              <a:gdLst/>
              <a:ahLst/>
              <a:cxnLst/>
              <a:rect l="l" t="t" r="r" b="b"/>
              <a:pathLst>
                <a:path w="8192" h="6144" extrusionOk="0">
                  <a:moveTo>
                    <a:pt x="4096" y="0"/>
                  </a:moveTo>
                  <a:cubicBezTo>
                    <a:pt x="2206" y="0"/>
                    <a:pt x="662" y="1544"/>
                    <a:pt x="662" y="3434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442"/>
                  </a:cubicBezTo>
                  <a:lnTo>
                    <a:pt x="0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35" y="6144"/>
                    <a:pt x="1261" y="6112"/>
                    <a:pt x="1387" y="6081"/>
                  </a:cubicBezTo>
                  <a:lnTo>
                    <a:pt x="1387" y="3403"/>
                  </a:lnTo>
                  <a:cubicBezTo>
                    <a:pt x="1387" y="1891"/>
                    <a:pt x="2584" y="630"/>
                    <a:pt x="4096" y="630"/>
                  </a:cubicBezTo>
                  <a:cubicBezTo>
                    <a:pt x="5577" y="630"/>
                    <a:pt x="6806" y="1891"/>
                    <a:pt x="6806" y="3403"/>
                  </a:cubicBezTo>
                  <a:lnTo>
                    <a:pt x="6806" y="6081"/>
                  </a:lnTo>
                  <a:cubicBezTo>
                    <a:pt x="6932" y="6112"/>
                    <a:pt x="7058" y="6144"/>
                    <a:pt x="7152" y="6144"/>
                  </a:cubicBezTo>
                  <a:cubicBezTo>
                    <a:pt x="7719" y="6144"/>
                    <a:pt x="8192" y="5671"/>
                    <a:pt x="8192" y="5136"/>
                  </a:cubicBezTo>
                  <a:lnTo>
                    <a:pt x="8192" y="4442"/>
                  </a:lnTo>
                  <a:cubicBezTo>
                    <a:pt x="8192" y="4033"/>
                    <a:pt x="7908" y="3623"/>
                    <a:pt x="7530" y="3497"/>
                  </a:cubicBezTo>
                  <a:lnTo>
                    <a:pt x="7530" y="3434"/>
                  </a:lnTo>
                  <a:cubicBezTo>
                    <a:pt x="7467" y="1576"/>
                    <a:pt x="5986" y="0"/>
                    <a:pt x="40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82"/>
            <p:cNvSpPr/>
            <p:nvPr/>
          </p:nvSpPr>
          <p:spPr>
            <a:xfrm>
              <a:off x="-31715000" y="3244600"/>
              <a:ext cx="101625" cy="52450"/>
            </a:xfrm>
            <a:custGeom>
              <a:avLst/>
              <a:gdLst/>
              <a:ahLst/>
              <a:cxnLst/>
              <a:rect l="l" t="t" r="r" b="b"/>
              <a:pathLst>
                <a:path w="4065" h="2098" extrusionOk="0">
                  <a:moveTo>
                    <a:pt x="1702" y="1"/>
                  </a:moveTo>
                  <a:cubicBezTo>
                    <a:pt x="756" y="1"/>
                    <a:pt x="0" y="757"/>
                    <a:pt x="0" y="1702"/>
                  </a:cubicBezTo>
                  <a:lnTo>
                    <a:pt x="0" y="2080"/>
                  </a:lnTo>
                  <a:lnTo>
                    <a:pt x="1229" y="2080"/>
                  </a:lnTo>
                  <a:cubicBezTo>
                    <a:pt x="1418" y="2080"/>
                    <a:pt x="1765" y="2080"/>
                    <a:pt x="1891" y="1985"/>
                  </a:cubicBezTo>
                  <a:cubicBezTo>
                    <a:pt x="1922" y="1954"/>
                    <a:pt x="1985" y="1828"/>
                    <a:pt x="1985" y="1765"/>
                  </a:cubicBezTo>
                  <a:cubicBezTo>
                    <a:pt x="1985" y="1544"/>
                    <a:pt x="2143" y="1387"/>
                    <a:pt x="2332" y="1387"/>
                  </a:cubicBezTo>
                  <a:cubicBezTo>
                    <a:pt x="2521" y="1387"/>
                    <a:pt x="2678" y="1544"/>
                    <a:pt x="2678" y="1765"/>
                  </a:cubicBezTo>
                  <a:cubicBezTo>
                    <a:pt x="2678" y="1828"/>
                    <a:pt x="2678" y="1954"/>
                    <a:pt x="2773" y="1985"/>
                  </a:cubicBezTo>
                  <a:cubicBezTo>
                    <a:pt x="2836" y="2069"/>
                    <a:pt x="3025" y="2097"/>
                    <a:pt x="3237" y="2097"/>
                  </a:cubicBezTo>
                  <a:cubicBezTo>
                    <a:pt x="3343" y="2097"/>
                    <a:pt x="3455" y="2090"/>
                    <a:pt x="3560" y="2080"/>
                  </a:cubicBezTo>
                  <a:lnTo>
                    <a:pt x="4064" y="2080"/>
                  </a:lnTo>
                  <a:lnTo>
                    <a:pt x="4064" y="1702"/>
                  </a:lnTo>
                  <a:cubicBezTo>
                    <a:pt x="4064" y="757"/>
                    <a:pt x="3308" y="1"/>
                    <a:pt x="2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82"/>
            <p:cNvSpPr/>
            <p:nvPr/>
          </p:nvSpPr>
          <p:spPr>
            <a:xfrm>
              <a:off x="-31716575" y="3308400"/>
              <a:ext cx="102400" cy="73275"/>
            </a:xfrm>
            <a:custGeom>
              <a:avLst/>
              <a:gdLst/>
              <a:ahLst/>
              <a:cxnLst/>
              <a:rect l="l" t="t" r="r" b="b"/>
              <a:pathLst>
                <a:path w="4096" h="2931" extrusionOk="0">
                  <a:moveTo>
                    <a:pt x="2395" y="1"/>
                  </a:moveTo>
                  <a:cubicBezTo>
                    <a:pt x="2080" y="221"/>
                    <a:pt x="1639" y="221"/>
                    <a:pt x="1197" y="221"/>
                  </a:cubicBezTo>
                  <a:lnTo>
                    <a:pt x="0" y="221"/>
                  </a:lnTo>
                  <a:lnTo>
                    <a:pt x="0" y="883"/>
                  </a:lnTo>
                  <a:cubicBezTo>
                    <a:pt x="0" y="2048"/>
                    <a:pt x="914" y="2930"/>
                    <a:pt x="2048" y="2930"/>
                  </a:cubicBezTo>
                  <a:cubicBezTo>
                    <a:pt x="3182" y="2930"/>
                    <a:pt x="4096" y="2048"/>
                    <a:pt x="4096" y="883"/>
                  </a:cubicBezTo>
                  <a:lnTo>
                    <a:pt x="4096" y="221"/>
                  </a:lnTo>
                  <a:lnTo>
                    <a:pt x="3403" y="221"/>
                  </a:lnTo>
                  <a:cubicBezTo>
                    <a:pt x="3025" y="221"/>
                    <a:pt x="2678" y="190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82"/>
            <p:cNvSpPr/>
            <p:nvPr/>
          </p:nvSpPr>
          <p:spPr>
            <a:xfrm>
              <a:off x="-31809525" y="3386375"/>
              <a:ext cx="290650" cy="99125"/>
            </a:xfrm>
            <a:custGeom>
              <a:avLst/>
              <a:gdLst/>
              <a:ahLst/>
              <a:cxnLst/>
              <a:rect l="l" t="t" r="r" b="b"/>
              <a:pathLst>
                <a:path w="11626" h="3965" extrusionOk="0">
                  <a:moveTo>
                    <a:pt x="2092" y="0"/>
                  </a:moveTo>
                  <a:cubicBezTo>
                    <a:pt x="1962" y="0"/>
                    <a:pt x="1828" y="63"/>
                    <a:pt x="1765" y="190"/>
                  </a:cubicBezTo>
                  <a:lnTo>
                    <a:pt x="1355" y="1072"/>
                  </a:lnTo>
                  <a:lnTo>
                    <a:pt x="316" y="1229"/>
                  </a:lnTo>
                  <a:cubicBezTo>
                    <a:pt x="190" y="1229"/>
                    <a:pt x="95" y="1355"/>
                    <a:pt x="64" y="1481"/>
                  </a:cubicBezTo>
                  <a:cubicBezTo>
                    <a:pt x="1" y="1607"/>
                    <a:pt x="64" y="1765"/>
                    <a:pt x="127" y="1828"/>
                  </a:cubicBezTo>
                  <a:lnTo>
                    <a:pt x="883" y="2552"/>
                  </a:lnTo>
                  <a:lnTo>
                    <a:pt x="725" y="3561"/>
                  </a:lnTo>
                  <a:cubicBezTo>
                    <a:pt x="694" y="3687"/>
                    <a:pt x="757" y="3844"/>
                    <a:pt x="851" y="3876"/>
                  </a:cubicBezTo>
                  <a:cubicBezTo>
                    <a:pt x="903" y="3928"/>
                    <a:pt x="965" y="3951"/>
                    <a:pt x="1031" y="3951"/>
                  </a:cubicBezTo>
                  <a:cubicBezTo>
                    <a:pt x="1085" y="3951"/>
                    <a:pt x="1141" y="3935"/>
                    <a:pt x="1198" y="3907"/>
                  </a:cubicBezTo>
                  <a:lnTo>
                    <a:pt x="2112" y="3435"/>
                  </a:lnTo>
                  <a:lnTo>
                    <a:pt x="2994" y="3907"/>
                  </a:lnTo>
                  <a:cubicBezTo>
                    <a:pt x="3046" y="3947"/>
                    <a:pt x="3099" y="3964"/>
                    <a:pt x="3152" y="3964"/>
                  </a:cubicBezTo>
                  <a:cubicBezTo>
                    <a:pt x="3225" y="3964"/>
                    <a:pt x="3298" y="3930"/>
                    <a:pt x="3372" y="3876"/>
                  </a:cubicBezTo>
                  <a:cubicBezTo>
                    <a:pt x="3466" y="3813"/>
                    <a:pt x="3529" y="3687"/>
                    <a:pt x="3466" y="3561"/>
                  </a:cubicBezTo>
                  <a:lnTo>
                    <a:pt x="3309" y="2552"/>
                  </a:lnTo>
                  <a:lnTo>
                    <a:pt x="4002" y="1891"/>
                  </a:lnTo>
                  <a:lnTo>
                    <a:pt x="4663" y="2552"/>
                  </a:lnTo>
                  <a:lnTo>
                    <a:pt x="4506" y="3561"/>
                  </a:lnTo>
                  <a:cubicBezTo>
                    <a:pt x="4474" y="3687"/>
                    <a:pt x="4537" y="3844"/>
                    <a:pt x="4632" y="3876"/>
                  </a:cubicBezTo>
                  <a:cubicBezTo>
                    <a:pt x="4684" y="3928"/>
                    <a:pt x="4746" y="3951"/>
                    <a:pt x="4811" y="3951"/>
                  </a:cubicBezTo>
                  <a:cubicBezTo>
                    <a:pt x="4865" y="3951"/>
                    <a:pt x="4922" y="3935"/>
                    <a:pt x="4978" y="3907"/>
                  </a:cubicBezTo>
                  <a:lnTo>
                    <a:pt x="5892" y="3435"/>
                  </a:lnTo>
                  <a:lnTo>
                    <a:pt x="6774" y="3907"/>
                  </a:lnTo>
                  <a:cubicBezTo>
                    <a:pt x="6827" y="3947"/>
                    <a:pt x="6880" y="3964"/>
                    <a:pt x="6933" y="3964"/>
                  </a:cubicBezTo>
                  <a:cubicBezTo>
                    <a:pt x="7006" y="3964"/>
                    <a:pt x="7079" y="3930"/>
                    <a:pt x="7152" y="3876"/>
                  </a:cubicBezTo>
                  <a:cubicBezTo>
                    <a:pt x="7247" y="3813"/>
                    <a:pt x="7310" y="3687"/>
                    <a:pt x="7247" y="3561"/>
                  </a:cubicBezTo>
                  <a:lnTo>
                    <a:pt x="7089" y="2552"/>
                  </a:lnTo>
                  <a:lnTo>
                    <a:pt x="7782" y="1891"/>
                  </a:lnTo>
                  <a:lnTo>
                    <a:pt x="8444" y="2552"/>
                  </a:lnTo>
                  <a:lnTo>
                    <a:pt x="8286" y="3561"/>
                  </a:lnTo>
                  <a:cubicBezTo>
                    <a:pt x="8255" y="3687"/>
                    <a:pt x="8318" y="3844"/>
                    <a:pt x="8413" y="3876"/>
                  </a:cubicBezTo>
                  <a:cubicBezTo>
                    <a:pt x="8465" y="3928"/>
                    <a:pt x="8526" y="3951"/>
                    <a:pt x="8592" y="3951"/>
                  </a:cubicBezTo>
                  <a:cubicBezTo>
                    <a:pt x="8646" y="3951"/>
                    <a:pt x="8702" y="3935"/>
                    <a:pt x="8759" y="3907"/>
                  </a:cubicBezTo>
                  <a:lnTo>
                    <a:pt x="9673" y="3435"/>
                  </a:lnTo>
                  <a:lnTo>
                    <a:pt x="10555" y="3907"/>
                  </a:lnTo>
                  <a:cubicBezTo>
                    <a:pt x="10608" y="3947"/>
                    <a:pt x="10660" y="3964"/>
                    <a:pt x="10713" y="3964"/>
                  </a:cubicBezTo>
                  <a:cubicBezTo>
                    <a:pt x="10786" y="3964"/>
                    <a:pt x="10860" y="3930"/>
                    <a:pt x="10933" y="3876"/>
                  </a:cubicBezTo>
                  <a:cubicBezTo>
                    <a:pt x="11027" y="3813"/>
                    <a:pt x="11090" y="3687"/>
                    <a:pt x="11027" y="3561"/>
                  </a:cubicBezTo>
                  <a:lnTo>
                    <a:pt x="10870" y="2552"/>
                  </a:lnTo>
                  <a:lnTo>
                    <a:pt x="11626" y="1828"/>
                  </a:lnTo>
                  <a:cubicBezTo>
                    <a:pt x="11532" y="1702"/>
                    <a:pt x="11595" y="1607"/>
                    <a:pt x="11532" y="1481"/>
                  </a:cubicBezTo>
                  <a:cubicBezTo>
                    <a:pt x="11500" y="1355"/>
                    <a:pt x="11374" y="1292"/>
                    <a:pt x="11279" y="1229"/>
                  </a:cubicBezTo>
                  <a:lnTo>
                    <a:pt x="10240" y="1072"/>
                  </a:lnTo>
                  <a:lnTo>
                    <a:pt x="9799" y="190"/>
                  </a:lnTo>
                  <a:cubicBezTo>
                    <a:pt x="9751" y="63"/>
                    <a:pt x="9625" y="0"/>
                    <a:pt x="9495" y="0"/>
                  </a:cubicBezTo>
                  <a:cubicBezTo>
                    <a:pt x="9366" y="0"/>
                    <a:pt x="9232" y="63"/>
                    <a:pt x="9169" y="190"/>
                  </a:cubicBezTo>
                  <a:lnTo>
                    <a:pt x="8759" y="1072"/>
                  </a:lnTo>
                  <a:lnTo>
                    <a:pt x="7782" y="1229"/>
                  </a:lnTo>
                  <a:cubicBezTo>
                    <a:pt x="7719" y="1229"/>
                    <a:pt x="7688" y="1292"/>
                    <a:pt x="7656" y="1292"/>
                  </a:cubicBezTo>
                  <a:cubicBezTo>
                    <a:pt x="7593" y="1229"/>
                    <a:pt x="7562" y="1229"/>
                    <a:pt x="7530" y="1229"/>
                  </a:cubicBezTo>
                  <a:lnTo>
                    <a:pt x="6554" y="1072"/>
                  </a:lnTo>
                  <a:lnTo>
                    <a:pt x="6113" y="190"/>
                  </a:lnTo>
                  <a:cubicBezTo>
                    <a:pt x="6050" y="63"/>
                    <a:pt x="5924" y="0"/>
                    <a:pt x="5798" y="0"/>
                  </a:cubicBezTo>
                  <a:cubicBezTo>
                    <a:pt x="5672" y="0"/>
                    <a:pt x="5546" y="63"/>
                    <a:pt x="5483" y="190"/>
                  </a:cubicBezTo>
                  <a:lnTo>
                    <a:pt x="5041" y="1072"/>
                  </a:lnTo>
                  <a:lnTo>
                    <a:pt x="4065" y="1229"/>
                  </a:lnTo>
                  <a:cubicBezTo>
                    <a:pt x="4033" y="1229"/>
                    <a:pt x="4002" y="1292"/>
                    <a:pt x="3939" y="1292"/>
                  </a:cubicBezTo>
                  <a:cubicBezTo>
                    <a:pt x="3907" y="1229"/>
                    <a:pt x="3876" y="1229"/>
                    <a:pt x="3813" y="1229"/>
                  </a:cubicBezTo>
                  <a:lnTo>
                    <a:pt x="2836" y="1072"/>
                  </a:lnTo>
                  <a:lnTo>
                    <a:pt x="2395" y="190"/>
                  </a:lnTo>
                  <a:cubicBezTo>
                    <a:pt x="2348" y="63"/>
                    <a:pt x="2222" y="0"/>
                    <a:pt x="20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2" name="Google Shape;1872;p82"/>
          <p:cNvGrpSpPr/>
          <p:nvPr/>
        </p:nvGrpSpPr>
        <p:grpSpPr>
          <a:xfrm>
            <a:off x="2213863" y="3211280"/>
            <a:ext cx="353645" cy="355557"/>
            <a:chOff x="-31811100" y="3550975"/>
            <a:chExt cx="291450" cy="293025"/>
          </a:xfrm>
        </p:grpSpPr>
        <p:sp>
          <p:nvSpPr>
            <p:cNvPr id="1873" name="Google Shape;1873;p82"/>
            <p:cNvSpPr/>
            <p:nvPr/>
          </p:nvSpPr>
          <p:spPr>
            <a:xfrm>
              <a:off x="-31554325" y="3595875"/>
              <a:ext cx="34675" cy="33900"/>
            </a:xfrm>
            <a:custGeom>
              <a:avLst/>
              <a:gdLst/>
              <a:ahLst/>
              <a:cxnLst/>
              <a:rect l="l" t="t" r="r" b="b"/>
              <a:pathLst>
                <a:path w="1387" h="1356" extrusionOk="0">
                  <a:moveTo>
                    <a:pt x="0" y="1"/>
                  </a:moveTo>
                  <a:lnTo>
                    <a:pt x="0" y="1355"/>
                  </a:lnTo>
                  <a:lnTo>
                    <a:pt x="662" y="1355"/>
                  </a:lnTo>
                  <a:cubicBezTo>
                    <a:pt x="1071" y="1355"/>
                    <a:pt x="1324" y="1040"/>
                    <a:pt x="1324" y="694"/>
                  </a:cubicBezTo>
                  <a:cubicBezTo>
                    <a:pt x="1387" y="316"/>
                    <a:pt x="1071" y="1"/>
                    <a:pt x="6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82"/>
            <p:cNvSpPr/>
            <p:nvPr/>
          </p:nvSpPr>
          <p:spPr>
            <a:xfrm>
              <a:off x="-31659075" y="3628650"/>
              <a:ext cx="139425" cy="71650"/>
            </a:xfrm>
            <a:custGeom>
              <a:avLst/>
              <a:gdLst/>
              <a:ahLst/>
              <a:cxnLst/>
              <a:rect l="l" t="t" r="r" b="b"/>
              <a:pathLst>
                <a:path w="5577" h="2866" extrusionOk="0">
                  <a:moveTo>
                    <a:pt x="1438" y="1"/>
                  </a:moveTo>
                  <a:cubicBezTo>
                    <a:pt x="1338" y="1"/>
                    <a:pt x="1235" y="30"/>
                    <a:pt x="1166" y="76"/>
                  </a:cubicBezTo>
                  <a:lnTo>
                    <a:pt x="126" y="1179"/>
                  </a:lnTo>
                  <a:cubicBezTo>
                    <a:pt x="0" y="1305"/>
                    <a:pt x="0" y="1525"/>
                    <a:pt x="126" y="1651"/>
                  </a:cubicBezTo>
                  <a:lnTo>
                    <a:pt x="1166" y="2754"/>
                  </a:lnTo>
                  <a:cubicBezTo>
                    <a:pt x="1208" y="2838"/>
                    <a:pt x="1292" y="2866"/>
                    <a:pt x="1390" y="2866"/>
                  </a:cubicBezTo>
                  <a:cubicBezTo>
                    <a:pt x="1439" y="2866"/>
                    <a:pt x="1491" y="2859"/>
                    <a:pt x="1544" y="2848"/>
                  </a:cubicBezTo>
                  <a:cubicBezTo>
                    <a:pt x="1670" y="2817"/>
                    <a:pt x="1796" y="2659"/>
                    <a:pt x="1796" y="2533"/>
                  </a:cubicBezTo>
                  <a:lnTo>
                    <a:pt x="1796" y="2124"/>
                  </a:lnTo>
                  <a:lnTo>
                    <a:pt x="4190" y="2124"/>
                  </a:lnTo>
                  <a:cubicBezTo>
                    <a:pt x="4946" y="2124"/>
                    <a:pt x="5577" y="1494"/>
                    <a:pt x="5577" y="769"/>
                  </a:cubicBezTo>
                  <a:lnTo>
                    <a:pt x="5577" y="549"/>
                  </a:lnTo>
                  <a:cubicBezTo>
                    <a:pt x="5356" y="675"/>
                    <a:pt x="5135" y="769"/>
                    <a:pt x="4883" y="769"/>
                  </a:cubicBezTo>
                  <a:cubicBezTo>
                    <a:pt x="3686" y="738"/>
                    <a:pt x="2930" y="738"/>
                    <a:pt x="1796" y="738"/>
                  </a:cubicBezTo>
                  <a:lnTo>
                    <a:pt x="1796" y="328"/>
                  </a:lnTo>
                  <a:cubicBezTo>
                    <a:pt x="1796" y="170"/>
                    <a:pt x="1701" y="44"/>
                    <a:pt x="1544" y="13"/>
                  </a:cubicBezTo>
                  <a:cubicBezTo>
                    <a:pt x="1510" y="5"/>
                    <a:pt x="1474" y="1"/>
                    <a:pt x="1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82"/>
            <p:cNvSpPr/>
            <p:nvPr/>
          </p:nvSpPr>
          <p:spPr>
            <a:xfrm>
              <a:off x="-31811100" y="364707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1"/>
                  </a:moveTo>
                  <a:cubicBezTo>
                    <a:pt x="253" y="1"/>
                    <a:pt x="1" y="316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lnTo>
                    <a:pt x="1324" y="1324"/>
                  </a:lnTo>
                  <a:lnTo>
                    <a:pt x="13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82"/>
            <p:cNvSpPr/>
            <p:nvPr/>
          </p:nvSpPr>
          <p:spPr>
            <a:xfrm>
              <a:off x="-31811100" y="3678325"/>
              <a:ext cx="138650" cy="72250"/>
            </a:xfrm>
            <a:custGeom>
              <a:avLst/>
              <a:gdLst/>
              <a:ahLst/>
              <a:cxnLst/>
              <a:rect l="l" t="t" r="r" b="b"/>
              <a:pathLst>
                <a:path w="5546" h="2890" extrusionOk="0">
                  <a:moveTo>
                    <a:pt x="4193" y="1"/>
                  </a:moveTo>
                  <a:cubicBezTo>
                    <a:pt x="4132" y="1"/>
                    <a:pt x="4067" y="16"/>
                    <a:pt x="4002" y="42"/>
                  </a:cubicBezTo>
                  <a:cubicBezTo>
                    <a:pt x="3876" y="74"/>
                    <a:pt x="3781" y="231"/>
                    <a:pt x="3781" y="357"/>
                  </a:cubicBezTo>
                  <a:lnTo>
                    <a:pt x="3781" y="735"/>
                  </a:lnTo>
                  <a:lnTo>
                    <a:pt x="662" y="735"/>
                  </a:lnTo>
                  <a:cubicBezTo>
                    <a:pt x="410" y="735"/>
                    <a:pt x="190" y="672"/>
                    <a:pt x="1" y="546"/>
                  </a:cubicBezTo>
                  <a:lnTo>
                    <a:pt x="1" y="767"/>
                  </a:lnTo>
                  <a:cubicBezTo>
                    <a:pt x="1" y="1523"/>
                    <a:pt x="631" y="2153"/>
                    <a:pt x="1355" y="2153"/>
                  </a:cubicBezTo>
                  <a:lnTo>
                    <a:pt x="3781" y="2153"/>
                  </a:lnTo>
                  <a:lnTo>
                    <a:pt x="3781" y="2563"/>
                  </a:lnTo>
                  <a:cubicBezTo>
                    <a:pt x="3781" y="2720"/>
                    <a:pt x="3844" y="2815"/>
                    <a:pt x="4002" y="2878"/>
                  </a:cubicBezTo>
                  <a:cubicBezTo>
                    <a:pt x="4033" y="2886"/>
                    <a:pt x="4067" y="2890"/>
                    <a:pt x="4101" y="2890"/>
                  </a:cubicBezTo>
                  <a:cubicBezTo>
                    <a:pt x="4205" y="2890"/>
                    <a:pt x="4317" y="2854"/>
                    <a:pt x="4411" y="2783"/>
                  </a:cubicBezTo>
                  <a:lnTo>
                    <a:pt x="5420" y="1681"/>
                  </a:lnTo>
                  <a:cubicBezTo>
                    <a:pt x="5546" y="1555"/>
                    <a:pt x="5546" y="1365"/>
                    <a:pt x="5420" y="1208"/>
                  </a:cubicBezTo>
                  <a:lnTo>
                    <a:pt x="4411" y="105"/>
                  </a:lnTo>
                  <a:cubicBezTo>
                    <a:pt x="4356" y="31"/>
                    <a:pt x="4279" y="1"/>
                    <a:pt x="4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82"/>
            <p:cNvSpPr/>
            <p:nvPr/>
          </p:nvSpPr>
          <p:spPr>
            <a:xfrm>
              <a:off x="-31759900" y="3791200"/>
              <a:ext cx="187475" cy="52800"/>
            </a:xfrm>
            <a:custGeom>
              <a:avLst/>
              <a:gdLst/>
              <a:ahLst/>
              <a:cxnLst/>
              <a:rect l="l" t="t" r="r" b="b"/>
              <a:pathLst>
                <a:path w="7499" h="2112" extrusionOk="0">
                  <a:moveTo>
                    <a:pt x="1" y="1"/>
                  </a:moveTo>
                  <a:lnTo>
                    <a:pt x="1" y="1072"/>
                  </a:lnTo>
                  <a:cubicBezTo>
                    <a:pt x="1" y="1639"/>
                    <a:pt x="473" y="2112"/>
                    <a:pt x="1009" y="2112"/>
                  </a:cubicBezTo>
                  <a:lnTo>
                    <a:pt x="6491" y="2112"/>
                  </a:lnTo>
                  <a:cubicBezTo>
                    <a:pt x="7026" y="2112"/>
                    <a:pt x="7499" y="1639"/>
                    <a:pt x="7499" y="1072"/>
                  </a:cubicBezTo>
                  <a:lnTo>
                    <a:pt x="74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82"/>
            <p:cNvSpPr/>
            <p:nvPr/>
          </p:nvSpPr>
          <p:spPr>
            <a:xfrm>
              <a:off x="-31759900" y="3550975"/>
              <a:ext cx="187475" cy="35475"/>
            </a:xfrm>
            <a:custGeom>
              <a:avLst/>
              <a:gdLst/>
              <a:ahLst/>
              <a:cxnLst/>
              <a:rect l="l" t="t" r="r" b="b"/>
              <a:pathLst>
                <a:path w="7499" h="1419" extrusionOk="0">
                  <a:moveTo>
                    <a:pt x="1009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1419"/>
                  </a:lnTo>
                  <a:lnTo>
                    <a:pt x="7499" y="1419"/>
                  </a:lnTo>
                  <a:lnTo>
                    <a:pt x="7499" y="1072"/>
                  </a:lnTo>
                  <a:cubicBezTo>
                    <a:pt x="7499" y="537"/>
                    <a:pt x="7026" y="1"/>
                    <a:pt x="6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82"/>
            <p:cNvSpPr/>
            <p:nvPr/>
          </p:nvSpPr>
          <p:spPr>
            <a:xfrm>
              <a:off x="-31759100" y="3602975"/>
              <a:ext cx="188250" cy="172500"/>
            </a:xfrm>
            <a:custGeom>
              <a:avLst/>
              <a:gdLst/>
              <a:ahLst/>
              <a:cxnLst/>
              <a:rect l="l" t="t" r="r" b="b"/>
              <a:pathLst>
                <a:path w="7530" h="6900" extrusionOk="0">
                  <a:moveTo>
                    <a:pt x="0" y="0"/>
                  </a:moveTo>
                  <a:lnTo>
                    <a:pt x="0" y="3088"/>
                  </a:lnTo>
                  <a:lnTo>
                    <a:pt x="1071" y="3088"/>
                  </a:lnTo>
                  <a:cubicBezTo>
                    <a:pt x="1134" y="2773"/>
                    <a:pt x="1386" y="2552"/>
                    <a:pt x="1701" y="2426"/>
                  </a:cubicBezTo>
                  <a:cubicBezTo>
                    <a:pt x="1822" y="2376"/>
                    <a:pt x="1952" y="2351"/>
                    <a:pt x="2083" y="2351"/>
                  </a:cubicBezTo>
                  <a:cubicBezTo>
                    <a:pt x="2361" y="2351"/>
                    <a:pt x="2642" y="2464"/>
                    <a:pt x="2835" y="2678"/>
                  </a:cubicBezTo>
                  <a:lnTo>
                    <a:pt x="3844" y="3781"/>
                  </a:lnTo>
                  <a:cubicBezTo>
                    <a:pt x="4222" y="4190"/>
                    <a:pt x="4222" y="4789"/>
                    <a:pt x="3844" y="5167"/>
                  </a:cubicBezTo>
                  <a:lnTo>
                    <a:pt x="2835" y="6270"/>
                  </a:lnTo>
                  <a:cubicBezTo>
                    <a:pt x="2635" y="6493"/>
                    <a:pt x="2339" y="6621"/>
                    <a:pt x="2050" y="6621"/>
                  </a:cubicBezTo>
                  <a:cubicBezTo>
                    <a:pt x="1930" y="6621"/>
                    <a:pt x="1812" y="6599"/>
                    <a:pt x="1701" y="6553"/>
                  </a:cubicBezTo>
                  <a:cubicBezTo>
                    <a:pt x="1386" y="6427"/>
                    <a:pt x="1134" y="6144"/>
                    <a:pt x="1071" y="5892"/>
                  </a:cubicBezTo>
                  <a:lnTo>
                    <a:pt x="0" y="5892"/>
                  </a:lnTo>
                  <a:lnTo>
                    <a:pt x="0" y="6900"/>
                  </a:lnTo>
                  <a:lnTo>
                    <a:pt x="7530" y="6900"/>
                  </a:lnTo>
                  <a:lnTo>
                    <a:pt x="7530" y="3844"/>
                  </a:lnTo>
                  <a:lnTo>
                    <a:pt x="6459" y="3844"/>
                  </a:lnTo>
                  <a:cubicBezTo>
                    <a:pt x="6364" y="4159"/>
                    <a:pt x="6143" y="4379"/>
                    <a:pt x="5828" y="4505"/>
                  </a:cubicBezTo>
                  <a:cubicBezTo>
                    <a:pt x="5709" y="4551"/>
                    <a:pt x="5589" y="4573"/>
                    <a:pt x="5472" y="4573"/>
                  </a:cubicBezTo>
                  <a:cubicBezTo>
                    <a:pt x="5188" y="4573"/>
                    <a:pt x="4917" y="4445"/>
                    <a:pt x="4694" y="4222"/>
                  </a:cubicBezTo>
                  <a:lnTo>
                    <a:pt x="3655" y="3119"/>
                  </a:lnTo>
                  <a:cubicBezTo>
                    <a:pt x="3308" y="2741"/>
                    <a:pt x="3308" y="2143"/>
                    <a:pt x="3655" y="1765"/>
                  </a:cubicBezTo>
                  <a:lnTo>
                    <a:pt x="4694" y="630"/>
                  </a:lnTo>
                  <a:cubicBezTo>
                    <a:pt x="4866" y="416"/>
                    <a:pt x="5140" y="304"/>
                    <a:pt x="5427" y="304"/>
                  </a:cubicBezTo>
                  <a:cubicBezTo>
                    <a:pt x="5561" y="304"/>
                    <a:pt x="5698" y="328"/>
                    <a:pt x="5828" y="378"/>
                  </a:cubicBezTo>
                  <a:cubicBezTo>
                    <a:pt x="6143" y="504"/>
                    <a:pt x="6364" y="756"/>
                    <a:pt x="6459" y="1040"/>
                  </a:cubicBezTo>
                  <a:lnTo>
                    <a:pt x="7530" y="1040"/>
                  </a:lnTo>
                  <a:lnTo>
                    <a:pt x="75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0" name="Google Shape;1880;p82"/>
          <p:cNvGrpSpPr/>
          <p:nvPr/>
        </p:nvGrpSpPr>
        <p:grpSpPr>
          <a:xfrm>
            <a:off x="6136698" y="2082454"/>
            <a:ext cx="366052" cy="356831"/>
            <a:chOff x="-31817400" y="3910025"/>
            <a:chExt cx="301675" cy="294075"/>
          </a:xfrm>
        </p:grpSpPr>
        <p:sp>
          <p:nvSpPr>
            <p:cNvPr id="1881" name="Google Shape;1881;p82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82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82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4" name="Google Shape;1884;p82"/>
          <p:cNvGrpSpPr/>
          <p:nvPr/>
        </p:nvGrpSpPr>
        <p:grpSpPr>
          <a:xfrm>
            <a:off x="5634231" y="2654827"/>
            <a:ext cx="342148" cy="353645"/>
            <a:chOff x="-35118325" y="3202075"/>
            <a:chExt cx="281975" cy="291450"/>
          </a:xfrm>
        </p:grpSpPr>
        <p:sp>
          <p:nvSpPr>
            <p:cNvPr id="1885" name="Google Shape;1885;p82"/>
            <p:cNvSpPr/>
            <p:nvPr/>
          </p:nvSpPr>
          <p:spPr>
            <a:xfrm>
              <a:off x="-35008050" y="3202075"/>
              <a:ext cx="171700" cy="171250"/>
            </a:xfrm>
            <a:custGeom>
              <a:avLst/>
              <a:gdLst/>
              <a:ahLst/>
              <a:cxnLst/>
              <a:rect l="l" t="t" r="r" b="b"/>
              <a:pathLst>
                <a:path w="6868" h="6850" extrusionOk="0">
                  <a:moveTo>
                    <a:pt x="3466" y="1355"/>
                  </a:moveTo>
                  <a:cubicBezTo>
                    <a:pt x="4222" y="1355"/>
                    <a:pt x="4852" y="1985"/>
                    <a:pt x="4852" y="2741"/>
                  </a:cubicBezTo>
                  <a:lnTo>
                    <a:pt x="4852" y="4127"/>
                  </a:lnTo>
                  <a:cubicBezTo>
                    <a:pt x="4852" y="4348"/>
                    <a:pt x="4757" y="4600"/>
                    <a:pt x="4631" y="4821"/>
                  </a:cubicBezTo>
                  <a:lnTo>
                    <a:pt x="4726" y="4915"/>
                  </a:lnTo>
                  <a:cubicBezTo>
                    <a:pt x="4852" y="5041"/>
                    <a:pt x="4852" y="5262"/>
                    <a:pt x="4726" y="5388"/>
                  </a:cubicBezTo>
                  <a:cubicBezTo>
                    <a:pt x="4663" y="5451"/>
                    <a:pt x="4576" y="5482"/>
                    <a:pt x="4489" y="5482"/>
                  </a:cubicBezTo>
                  <a:cubicBezTo>
                    <a:pt x="4403" y="5482"/>
                    <a:pt x="4316" y="5451"/>
                    <a:pt x="4253" y="5388"/>
                  </a:cubicBezTo>
                  <a:lnTo>
                    <a:pt x="4190" y="5293"/>
                  </a:lnTo>
                  <a:cubicBezTo>
                    <a:pt x="3970" y="5419"/>
                    <a:pt x="3749" y="5514"/>
                    <a:pt x="3466" y="5514"/>
                  </a:cubicBezTo>
                  <a:cubicBezTo>
                    <a:pt x="2709" y="5514"/>
                    <a:pt x="2079" y="4884"/>
                    <a:pt x="2079" y="4127"/>
                  </a:cubicBezTo>
                  <a:lnTo>
                    <a:pt x="2079" y="2741"/>
                  </a:lnTo>
                  <a:cubicBezTo>
                    <a:pt x="2079" y="1985"/>
                    <a:pt x="2709" y="1355"/>
                    <a:pt x="3466" y="1355"/>
                  </a:cubicBezTo>
                  <a:close/>
                  <a:moveTo>
                    <a:pt x="3466" y="0"/>
                  </a:moveTo>
                  <a:cubicBezTo>
                    <a:pt x="1575" y="0"/>
                    <a:pt x="32" y="1576"/>
                    <a:pt x="32" y="3403"/>
                  </a:cubicBezTo>
                  <a:cubicBezTo>
                    <a:pt x="32" y="4001"/>
                    <a:pt x="189" y="4569"/>
                    <a:pt x="473" y="5104"/>
                  </a:cubicBezTo>
                  <a:lnTo>
                    <a:pt x="32" y="6396"/>
                  </a:lnTo>
                  <a:cubicBezTo>
                    <a:pt x="0" y="6522"/>
                    <a:pt x="32" y="6679"/>
                    <a:pt x="126" y="6774"/>
                  </a:cubicBezTo>
                  <a:cubicBezTo>
                    <a:pt x="172" y="6820"/>
                    <a:pt x="269" y="6849"/>
                    <a:pt x="367" y="6849"/>
                  </a:cubicBezTo>
                  <a:cubicBezTo>
                    <a:pt x="403" y="6849"/>
                    <a:pt x="439" y="6845"/>
                    <a:pt x="473" y="6837"/>
                  </a:cubicBezTo>
                  <a:lnTo>
                    <a:pt x="1764" y="6396"/>
                  </a:lnTo>
                  <a:cubicBezTo>
                    <a:pt x="2300" y="6679"/>
                    <a:pt x="2867" y="6837"/>
                    <a:pt x="3466" y="6837"/>
                  </a:cubicBezTo>
                  <a:cubicBezTo>
                    <a:pt x="5356" y="6837"/>
                    <a:pt x="6868" y="5293"/>
                    <a:pt x="6868" y="3403"/>
                  </a:cubicBezTo>
                  <a:cubicBezTo>
                    <a:pt x="6868" y="1513"/>
                    <a:pt x="5356" y="0"/>
                    <a:pt x="3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82"/>
            <p:cNvSpPr/>
            <p:nvPr/>
          </p:nvSpPr>
          <p:spPr>
            <a:xfrm>
              <a:off x="-34937975" y="3254050"/>
              <a:ext cx="33125" cy="67775"/>
            </a:xfrm>
            <a:custGeom>
              <a:avLst/>
              <a:gdLst/>
              <a:ahLst/>
              <a:cxnLst/>
              <a:rect l="l" t="t" r="r" b="b"/>
              <a:pathLst>
                <a:path w="1325" h="2711" extrusionOk="0">
                  <a:moveTo>
                    <a:pt x="663" y="1"/>
                  </a:moveTo>
                  <a:cubicBezTo>
                    <a:pt x="253" y="1"/>
                    <a:pt x="1" y="316"/>
                    <a:pt x="1" y="662"/>
                  </a:cubicBezTo>
                  <a:lnTo>
                    <a:pt x="1" y="2048"/>
                  </a:lnTo>
                  <a:cubicBezTo>
                    <a:pt x="1" y="2427"/>
                    <a:pt x="316" y="2710"/>
                    <a:pt x="663" y="2710"/>
                  </a:cubicBezTo>
                  <a:cubicBezTo>
                    <a:pt x="694" y="2710"/>
                    <a:pt x="789" y="2710"/>
                    <a:pt x="820" y="2679"/>
                  </a:cubicBezTo>
                  <a:lnTo>
                    <a:pt x="757" y="2584"/>
                  </a:lnTo>
                  <a:cubicBezTo>
                    <a:pt x="631" y="2490"/>
                    <a:pt x="631" y="2238"/>
                    <a:pt x="757" y="2111"/>
                  </a:cubicBezTo>
                  <a:cubicBezTo>
                    <a:pt x="804" y="2064"/>
                    <a:pt x="891" y="2041"/>
                    <a:pt x="978" y="2041"/>
                  </a:cubicBezTo>
                  <a:cubicBezTo>
                    <a:pt x="1064" y="2041"/>
                    <a:pt x="1151" y="2064"/>
                    <a:pt x="1198" y="2111"/>
                  </a:cubicBezTo>
                  <a:lnTo>
                    <a:pt x="1293" y="2206"/>
                  </a:lnTo>
                  <a:cubicBezTo>
                    <a:pt x="1293" y="2175"/>
                    <a:pt x="1324" y="2080"/>
                    <a:pt x="1324" y="2048"/>
                  </a:cubicBezTo>
                  <a:lnTo>
                    <a:pt x="1324" y="662"/>
                  </a:lnTo>
                  <a:cubicBezTo>
                    <a:pt x="1324" y="284"/>
                    <a:pt x="1041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82"/>
            <p:cNvSpPr/>
            <p:nvPr/>
          </p:nvSpPr>
          <p:spPr>
            <a:xfrm>
              <a:off x="-35085250" y="3338325"/>
              <a:ext cx="69325" cy="69350"/>
            </a:xfrm>
            <a:custGeom>
              <a:avLst/>
              <a:gdLst/>
              <a:ahLst/>
              <a:cxnLst/>
              <a:rect l="l" t="t" r="r" b="b"/>
              <a:pathLst>
                <a:path w="2773" h="2774" extrusionOk="0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64" y="2143"/>
                    <a:pt x="631" y="2773"/>
                    <a:pt x="1387" y="2773"/>
                  </a:cubicBezTo>
                  <a:cubicBezTo>
                    <a:pt x="2143" y="2773"/>
                    <a:pt x="2773" y="2143"/>
                    <a:pt x="2773" y="1387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82"/>
            <p:cNvSpPr/>
            <p:nvPr/>
          </p:nvSpPr>
          <p:spPr>
            <a:xfrm>
              <a:off x="-35118325" y="3424175"/>
              <a:ext cx="137075" cy="69350"/>
            </a:xfrm>
            <a:custGeom>
              <a:avLst/>
              <a:gdLst/>
              <a:ahLst/>
              <a:cxnLst/>
              <a:rect l="l" t="t" r="r" b="b"/>
              <a:pathLst>
                <a:path w="5483" h="2774" extrusionOk="0">
                  <a:moveTo>
                    <a:pt x="2741" y="1"/>
                  </a:moveTo>
                  <a:cubicBezTo>
                    <a:pt x="1387" y="1"/>
                    <a:pt x="221" y="1040"/>
                    <a:pt x="32" y="2364"/>
                  </a:cubicBezTo>
                  <a:cubicBezTo>
                    <a:pt x="0" y="2553"/>
                    <a:pt x="158" y="2773"/>
                    <a:pt x="347" y="2773"/>
                  </a:cubicBezTo>
                  <a:lnTo>
                    <a:pt x="5104" y="2773"/>
                  </a:lnTo>
                  <a:cubicBezTo>
                    <a:pt x="5325" y="2773"/>
                    <a:pt x="5482" y="2553"/>
                    <a:pt x="5482" y="2364"/>
                  </a:cubicBezTo>
                  <a:cubicBezTo>
                    <a:pt x="5262" y="1040"/>
                    <a:pt x="4127" y="1"/>
                    <a:pt x="27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9" name="Google Shape;1889;p82"/>
          <p:cNvGrpSpPr/>
          <p:nvPr/>
        </p:nvGrpSpPr>
        <p:grpSpPr>
          <a:xfrm>
            <a:off x="7129794" y="2675412"/>
            <a:ext cx="354586" cy="353221"/>
            <a:chOff x="-35123050" y="3561225"/>
            <a:chExt cx="292225" cy="291100"/>
          </a:xfrm>
        </p:grpSpPr>
        <p:sp>
          <p:nvSpPr>
            <p:cNvPr id="1890" name="Google Shape;1890;p82"/>
            <p:cNvSpPr/>
            <p:nvPr/>
          </p:nvSpPr>
          <p:spPr>
            <a:xfrm>
              <a:off x="-35123050" y="3629750"/>
              <a:ext cx="205575" cy="222575"/>
            </a:xfrm>
            <a:custGeom>
              <a:avLst/>
              <a:gdLst/>
              <a:ahLst/>
              <a:cxnLst/>
              <a:rect l="l" t="t" r="r" b="b"/>
              <a:pathLst>
                <a:path w="8223" h="8903" extrusionOk="0">
                  <a:moveTo>
                    <a:pt x="2080" y="2710"/>
                  </a:moveTo>
                  <a:cubicBezTo>
                    <a:pt x="2458" y="2710"/>
                    <a:pt x="2741" y="3056"/>
                    <a:pt x="2741" y="3403"/>
                  </a:cubicBezTo>
                  <a:cubicBezTo>
                    <a:pt x="2741" y="3781"/>
                    <a:pt x="2426" y="4065"/>
                    <a:pt x="2080" y="4065"/>
                  </a:cubicBezTo>
                  <a:cubicBezTo>
                    <a:pt x="1733" y="4065"/>
                    <a:pt x="1418" y="3750"/>
                    <a:pt x="1418" y="3403"/>
                  </a:cubicBezTo>
                  <a:cubicBezTo>
                    <a:pt x="1418" y="3056"/>
                    <a:pt x="1670" y="2710"/>
                    <a:pt x="2080" y="2710"/>
                  </a:cubicBezTo>
                  <a:close/>
                  <a:moveTo>
                    <a:pt x="4127" y="2710"/>
                  </a:moveTo>
                  <a:cubicBezTo>
                    <a:pt x="4506" y="2710"/>
                    <a:pt x="4789" y="3056"/>
                    <a:pt x="4789" y="3403"/>
                  </a:cubicBezTo>
                  <a:cubicBezTo>
                    <a:pt x="4789" y="3781"/>
                    <a:pt x="4474" y="4065"/>
                    <a:pt x="4127" y="4065"/>
                  </a:cubicBezTo>
                  <a:cubicBezTo>
                    <a:pt x="3718" y="4065"/>
                    <a:pt x="3466" y="3750"/>
                    <a:pt x="3466" y="3403"/>
                  </a:cubicBezTo>
                  <a:cubicBezTo>
                    <a:pt x="3466" y="3056"/>
                    <a:pt x="3718" y="2710"/>
                    <a:pt x="4127" y="2710"/>
                  </a:cubicBezTo>
                  <a:close/>
                  <a:moveTo>
                    <a:pt x="6207" y="2710"/>
                  </a:moveTo>
                  <a:cubicBezTo>
                    <a:pt x="6616" y="2710"/>
                    <a:pt x="6868" y="3056"/>
                    <a:pt x="6868" y="3403"/>
                  </a:cubicBezTo>
                  <a:cubicBezTo>
                    <a:pt x="6868" y="3781"/>
                    <a:pt x="6553" y="4065"/>
                    <a:pt x="6207" y="4065"/>
                  </a:cubicBezTo>
                  <a:cubicBezTo>
                    <a:pt x="5829" y="4065"/>
                    <a:pt x="5545" y="3750"/>
                    <a:pt x="5545" y="3403"/>
                  </a:cubicBezTo>
                  <a:cubicBezTo>
                    <a:pt x="5514" y="3056"/>
                    <a:pt x="5829" y="2710"/>
                    <a:pt x="6207" y="2710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57"/>
                    <a:pt x="0" y="1702"/>
                  </a:cubicBezTo>
                  <a:lnTo>
                    <a:pt x="0" y="5136"/>
                  </a:lnTo>
                  <a:cubicBezTo>
                    <a:pt x="0" y="5955"/>
                    <a:pt x="630" y="6616"/>
                    <a:pt x="1418" y="6774"/>
                  </a:cubicBezTo>
                  <a:lnTo>
                    <a:pt x="1418" y="8570"/>
                  </a:lnTo>
                  <a:cubicBezTo>
                    <a:pt x="1418" y="8696"/>
                    <a:pt x="1481" y="8822"/>
                    <a:pt x="1607" y="8885"/>
                  </a:cubicBezTo>
                  <a:cubicBezTo>
                    <a:pt x="1649" y="8895"/>
                    <a:pt x="1695" y="8902"/>
                    <a:pt x="1739" y="8902"/>
                  </a:cubicBezTo>
                  <a:cubicBezTo>
                    <a:pt x="1828" y="8902"/>
                    <a:pt x="1912" y="8874"/>
                    <a:pt x="1954" y="8790"/>
                  </a:cubicBezTo>
                  <a:lnTo>
                    <a:pt x="3938" y="6837"/>
                  </a:lnTo>
                  <a:lnTo>
                    <a:pt x="6522" y="6837"/>
                  </a:lnTo>
                  <a:cubicBezTo>
                    <a:pt x="7467" y="6837"/>
                    <a:pt x="8223" y="6081"/>
                    <a:pt x="8223" y="5136"/>
                  </a:cubicBezTo>
                  <a:lnTo>
                    <a:pt x="8223" y="1702"/>
                  </a:lnTo>
                  <a:cubicBezTo>
                    <a:pt x="8223" y="757"/>
                    <a:pt x="7467" y="0"/>
                    <a:pt x="65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82"/>
            <p:cNvSpPr/>
            <p:nvPr/>
          </p:nvSpPr>
          <p:spPr>
            <a:xfrm>
              <a:off x="-35053750" y="3561225"/>
              <a:ext cx="222925" cy="221825"/>
            </a:xfrm>
            <a:custGeom>
              <a:avLst/>
              <a:gdLst/>
              <a:ahLst/>
              <a:cxnLst/>
              <a:rect l="l" t="t" r="r" b="b"/>
              <a:pathLst>
                <a:path w="8917" h="8873" extrusionOk="0">
                  <a:moveTo>
                    <a:pt x="1702" y="1"/>
                  </a:moveTo>
                  <a:cubicBezTo>
                    <a:pt x="757" y="1"/>
                    <a:pt x="1" y="725"/>
                    <a:pt x="1" y="1702"/>
                  </a:cubicBezTo>
                  <a:lnTo>
                    <a:pt x="1" y="2048"/>
                  </a:lnTo>
                  <a:lnTo>
                    <a:pt x="3781" y="2048"/>
                  </a:lnTo>
                  <a:cubicBezTo>
                    <a:pt x="5136" y="2048"/>
                    <a:pt x="6207" y="3088"/>
                    <a:pt x="6207" y="4443"/>
                  </a:cubicBezTo>
                  <a:lnTo>
                    <a:pt x="6207" y="7877"/>
                  </a:lnTo>
                  <a:lnTo>
                    <a:pt x="6207" y="8003"/>
                  </a:lnTo>
                  <a:lnTo>
                    <a:pt x="6995" y="8790"/>
                  </a:lnTo>
                  <a:cubicBezTo>
                    <a:pt x="7055" y="8850"/>
                    <a:pt x="7127" y="8872"/>
                    <a:pt x="7205" y="8872"/>
                  </a:cubicBezTo>
                  <a:cubicBezTo>
                    <a:pt x="7249" y="8872"/>
                    <a:pt x="7295" y="8865"/>
                    <a:pt x="7341" y="8853"/>
                  </a:cubicBezTo>
                  <a:cubicBezTo>
                    <a:pt x="7467" y="8822"/>
                    <a:pt x="7530" y="8664"/>
                    <a:pt x="7530" y="8538"/>
                  </a:cubicBezTo>
                  <a:lnTo>
                    <a:pt x="7530" y="6806"/>
                  </a:lnTo>
                  <a:cubicBezTo>
                    <a:pt x="8318" y="6648"/>
                    <a:pt x="8917" y="5955"/>
                    <a:pt x="8917" y="5104"/>
                  </a:cubicBezTo>
                  <a:lnTo>
                    <a:pt x="8917" y="1702"/>
                  </a:lnTo>
                  <a:cubicBezTo>
                    <a:pt x="8917" y="725"/>
                    <a:pt x="8129" y="1"/>
                    <a:pt x="7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2" name="Google Shape;1892;p82"/>
          <p:cNvGrpSpPr/>
          <p:nvPr/>
        </p:nvGrpSpPr>
        <p:grpSpPr>
          <a:xfrm>
            <a:off x="5670159" y="3178811"/>
            <a:ext cx="270467" cy="353615"/>
            <a:chOff x="-35089175" y="3919600"/>
            <a:chExt cx="222900" cy="291425"/>
          </a:xfrm>
        </p:grpSpPr>
        <p:sp>
          <p:nvSpPr>
            <p:cNvPr id="1893" name="Google Shape;1893;p82"/>
            <p:cNvSpPr/>
            <p:nvPr/>
          </p:nvSpPr>
          <p:spPr>
            <a:xfrm>
              <a:off x="-35089175" y="3919600"/>
              <a:ext cx="222900" cy="291425"/>
            </a:xfrm>
            <a:custGeom>
              <a:avLst/>
              <a:gdLst/>
              <a:ahLst/>
              <a:cxnLst/>
              <a:rect l="l" t="t" r="r" b="b"/>
              <a:pathLst>
                <a:path w="8916" h="11657" extrusionOk="0">
                  <a:moveTo>
                    <a:pt x="4474" y="1418"/>
                  </a:moveTo>
                  <a:cubicBezTo>
                    <a:pt x="6143" y="1418"/>
                    <a:pt x="7530" y="2804"/>
                    <a:pt x="7530" y="4474"/>
                  </a:cubicBezTo>
                  <a:cubicBezTo>
                    <a:pt x="7561" y="6175"/>
                    <a:pt x="6143" y="7561"/>
                    <a:pt x="4474" y="7561"/>
                  </a:cubicBezTo>
                  <a:cubicBezTo>
                    <a:pt x="2772" y="7561"/>
                    <a:pt x="1386" y="6175"/>
                    <a:pt x="1386" y="4474"/>
                  </a:cubicBezTo>
                  <a:cubicBezTo>
                    <a:pt x="1386" y="2804"/>
                    <a:pt x="2772" y="1418"/>
                    <a:pt x="4474" y="1418"/>
                  </a:cubicBezTo>
                  <a:close/>
                  <a:moveTo>
                    <a:pt x="4474" y="0"/>
                  </a:moveTo>
                  <a:cubicBezTo>
                    <a:pt x="2016" y="0"/>
                    <a:pt x="0" y="2017"/>
                    <a:pt x="0" y="4442"/>
                  </a:cubicBezTo>
                  <a:cubicBezTo>
                    <a:pt x="0" y="5419"/>
                    <a:pt x="315" y="6333"/>
                    <a:pt x="914" y="7120"/>
                  </a:cubicBezTo>
                  <a:lnTo>
                    <a:pt x="4190" y="11531"/>
                  </a:lnTo>
                  <a:cubicBezTo>
                    <a:pt x="4253" y="11626"/>
                    <a:pt x="4348" y="11657"/>
                    <a:pt x="4474" y="11657"/>
                  </a:cubicBezTo>
                  <a:cubicBezTo>
                    <a:pt x="4568" y="11657"/>
                    <a:pt x="4663" y="11626"/>
                    <a:pt x="4726" y="11531"/>
                  </a:cubicBezTo>
                  <a:lnTo>
                    <a:pt x="8002" y="7120"/>
                  </a:lnTo>
                  <a:cubicBezTo>
                    <a:pt x="8601" y="6333"/>
                    <a:pt x="8916" y="5419"/>
                    <a:pt x="8916" y="4442"/>
                  </a:cubicBezTo>
                  <a:cubicBezTo>
                    <a:pt x="8916" y="2017"/>
                    <a:pt x="6931" y="0"/>
                    <a:pt x="4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82"/>
            <p:cNvSpPr/>
            <p:nvPr/>
          </p:nvSpPr>
          <p:spPr>
            <a:xfrm>
              <a:off x="-35038000" y="3971575"/>
              <a:ext cx="120525" cy="120525"/>
            </a:xfrm>
            <a:custGeom>
              <a:avLst/>
              <a:gdLst/>
              <a:ahLst/>
              <a:cxnLst/>
              <a:rect l="l" t="t" r="r" b="b"/>
              <a:pathLst>
                <a:path w="4821" h="4821" extrusionOk="0">
                  <a:moveTo>
                    <a:pt x="2427" y="662"/>
                  </a:moveTo>
                  <a:cubicBezTo>
                    <a:pt x="2616" y="662"/>
                    <a:pt x="2773" y="820"/>
                    <a:pt x="2773" y="1040"/>
                  </a:cubicBezTo>
                  <a:cubicBezTo>
                    <a:pt x="2773" y="1229"/>
                    <a:pt x="2616" y="1387"/>
                    <a:pt x="2427" y="1387"/>
                  </a:cubicBezTo>
                  <a:cubicBezTo>
                    <a:pt x="2206" y="1387"/>
                    <a:pt x="2049" y="1229"/>
                    <a:pt x="2049" y="1040"/>
                  </a:cubicBezTo>
                  <a:cubicBezTo>
                    <a:pt x="2049" y="820"/>
                    <a:pt x="2206" y="662"/>
                    <a:pt x="2427" y="662"/>
                  </a:cubicBezTo>
                  <a:close/>
                  <a:moveTo>
                    <a:pt x="2427" y="2017"/>
                  </a:moveTo>
                  <a:cubicBezTo>
                    <a:pt x="2616" y="2017"/>
                    <a:pt x="2773" y="2174"/>
                    <a:pt x="2773" y="2363"/>
                  </a:cubicBezTo>
                  <a:lnTo>
                    <a:pt x="2773" y="3750"/>
                  </a:lnTo>
                  <a:cubicBezTo>
                    <a:pt x="2773" y="3939"/>
                    <a:pt x="2616" y="4096"/>
                    <a:pt x="2427" y="4096"/>
                  </a:cubicBezTo>
                  <a:cubicBezTo>
                    <a:pt x="2206" y="4096"/>
                    <a:pt x="2049" y="3939"/>
                    <a:pt x="2049" y="3750"/>
                  </a:cubicBezTo>
                  <a:lnTo>
                    <a:pt x="2049" y="2363"/>
                  </a:lnTo>
                  <a:cubicBezTo>
                    <a:pt x="2049" y="2174"/>
                    <a:pt x="2206" y="2017"/>
                    <a:pt x="2427" y="2017"/>
                  </a:cubicBezTo>
                  <a:close/>
                  <a:moveTo>
                    <a:pt x="2427" y="1"/>
                  </a:moveTo>
                  <a:cubicBezTo>
                    <a:pt x="1072" y="1"/>
                    <a:pt x="1" y="1072"/>
                    <a:pt x="1" y="2395"/>
                  </a:cubicBezTo>
                  <a:cubicBezTo>
                    <a:pt x="1" y="3750"/>
                    <a:pt x="1072" y="4821"/>
                    <a:pt x="2427" y="4821"/>
                  </a:cubicBezTo>
                  <a:cubicBezTo>
                    <a:pt x="3750" y="4821"/>
                    <a:pt x="4821" y="3750"/>
                    <a:pt x="4821" y="2395"/>
                  </a:cubicBezTo>
                  <a:cubicBezTo>
                    <a:pt x="4821" y="1072"/>
                    <a:pt x="3750" y="1"/>
                    <a:pt x="2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5" name="Google Shape;1895;p82"/>
          <p:cNvGrpSpPr/>
          <p:nvPr/>
        </p:nvGrpSpPr>
        <p:grpSpPr>
          <a:xfrm>
            <a:off x="5637108" y="3696109"/>
            <a:ext cx="336445" cy="354131"/>
            <a:chOff x="-33277650" y="3226875"/>
            <a:chExt cx="277275" cy="291850"/>
          </a:xfrm>
        </p:grpSpPr>
        <p:sp>
          <p:nvSpPr>
            <p:cNvPr id="1896" name="Google Shape;1896;p82"/>
            <p:cNvSpPr/>
            <p:nvPr/>
          </p:nvSpPr>
          <p:spPr>
            <a:xfrm>
              <a:off x="-33071300" y="3440725"/>
              <a:ext cx="33100" cy="33900"/>
            </a:xfrm>
            <a:custGeom>
              <a:avLst/>
              <a:gdLst/>
              <a:ahLst/>
              <a:cxnLst/>
              <a:rect l="l" t="t" r="r" b="b"/>
              <a:pathLst>
                <a:path w="1324" h="1356" extrusionOk="0">
                  <a:moveTo>
                    <a:pt x="662" y="0"/>
                  </a:moveTo>
                  <a:cubicBezTo>
                    <a:pt x="284" y="0"/>
                    <a:pt x="1" y="315"/>
                    <a:pt x="1" y="693"/>
                  </a:cubicBezTo>
                  <a:cubicBezTo>
                    <a:pt x="1" y="1040"/>
                    <a:pt x="284" y="1355"/>
                    <a:pt x="662" y="1355"/>
                  </a:cubicBezTo>
                  <a:cubicBezTo>
                    <a:pt x="1040" y="1355"/>
                    <a:pt x="1324" y="1040"/>
                    <a:pt x="1324" y="693"/>
                  </a:cubicBezTo>
                  <a:cubicBezTo>
                    <a:pt x="1324" y="315"/>
                    <a:pt x="1040" y="0"/>
                    <a:pt x="6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82"/>
            <p:cNvSpPr/>
            <p:nvPr/>
          </p:nvSpPr>
          <p:spPr>
            <a:xfrm>
              <a:off x="-33157925" y="3227275"/>
              <a:ext cx="17350" cy="103200"/>
            </a:xfrm>
            <a:custGeom>
              <a:avLst/>
              <a:gdLst/>
              <a:ahLst/>
              <a:cxnLst/>
              <a:rect l="l" t="t" r="r" b="b"/>
              <a:pathLst>
                <a:path w="694" h="4128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4128"/>
                  </a:lnTo>
                  <a:cubicBezTo>
                    <a:pt x="95" y="4096"/>
                    <a:pt x="221" y="4096"/>
                    <a:pt x="347" y="4096"/>
                  </a:cubicBezTo>
                  <a:cubicBezTo>
                    <a:pt x="473" y="4096"/>
                    <a:pt x="567" y="4096"/>
                    <a:pt x="693" y="412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82"/>
            <p:cNvSpPr/>
            <p:nvPr/>
          </p:nvSpPr>
          <p:spPr>
            <a:xfrm>
              <a:off x="-33175250" y="3347650"/>
              <a:ext cx="51200" cy="51350"/>
            </a:xfrm>
            <a:custGeom>
              <a:avLst/>
              <a:gdLst/>
              <a:ahLst/>
              <a:cxnLst/>
              <a:rect l="l" t="t" r="r" b="b"/>
              <a:pathLst>
                <a:path w="2048" h="2054" extrusionOk="0">
                  <a:moveTo>
                    <a:pt x="938" y="0"/>
                  </a:moveTo>
                  <a:cubicBezTo>
                    <a:pt x="417" y="0"/>
                    <a:pt x="0" y="451"/>
                    <a:pt x="0" y="1014"/>
                  </a:cubicBezTo>
                  <a:cubicBezTo>
                    <a:pt x="0" y="1549"/>
                    <a:pt x="473" y="2054"/>
                    <a:pt x="1040" y="2054"/>
                  </a:cubicBezTo>
                  <a:cubicBezTo>
                    <a:pt x="1575" y="2054"/>
                    <a:pt x="2048" y="1581"/>
                    <a:pt x="2048" y="1014"/>
                  </a:cubicBezTo>
                  <a:cubicBezTo>
                    <a:pt x="2048" y="447"/>
                    <a:pt x="1575" y="6"/>
                    <a:pt x="1040" y="6"/>
                  </a:cubicBezTo>
                  <a:cubicBezTo>
                    <a:pt x="1006" y="2"/>
                    <a:pt x="972" y="0"/>
                    <a:pt x="9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82"/>
            <p:cNvSpPr/>
            <p:nvPr/>
          </p:nvSpPr>
          <p:spPr>
            <a:xfrm>
              <a:off x="-33224875" y="3404500"/>
              <a:ext cx="159900" cy="114225"/>
            </a:xfrm>
            <a:custGeom>
              <a:avLst/>
              <a:gdLst/>
              <a:ahLst/>
              <a:cxnLst/>
              <a:rect l="l" t="t" r="r" b="b"/>
              <a:pathLst>
                <a:path w="6396" h="4569" extrusionOk="0">
                  <a:moveTo>
                    <a:pt x="1954" y="0"/>
                  </a:moveTo>
                  <a:lnTo>
                    <a:pt x="0" y="2520"/>
                  </a:lnTo>
                  <a:lnTo>
                    <a:pt x="0" y="4222"/>
                  </a:lnTo>
                  <a:cubicBezTo>
                    <a:pt x="0" y="4411"/>
                    <a:pt x="158" y="4568"/>
                    <a:pt x="347" y="4568"/>
                  </a:cubicBezTo>
                  <a:lnTo>
                    <a:pt x="3781" y="4568"/>
                  </a:lnTo>
                  <a:cubicBezTo>
                    <a:pt x="3970" y="4568"/>
                    <a:pt x="4127" y="4411"/>
                    <a:pt x="4127" y="4222"/>
                  </a:cubicBezTo>
                  <a:lnTo>
                    <a:pt x="4127" y="3875"/>
                  </a:lnTo>
                  <a:lnTo>
                    <a:pt x="5136" y="3875"/>
                  </a:lnTo>
                  <a:cubicBezTo>
                    <a:pt x="5577" y="3844"/>
                    <a:pt x="6018" y="3718"/>
                    <a:pt x="6396" y="3434"/>
                  </a:cubicBezTo>
                  <a:cubicBezTo>
                    <a:pt x="5986" y="3277"/>
                    <a:pt x="5608" y="2930"/>
                    <a:pt x="5514" y="2489"/>
                  </a:cubicBezTo>
                  <a:lnTo>
                    <a:pt x="4442" y="2489"/>
                  </a:lnTo>
                  <a:cubicBezTo>
                    <a:pt x="3497" y="2489"/>
                    <a:pt x="2741" y="1733"/>
                    <a:pt x="2741" y="788"/>
                  </a:cubicBezTo>
                  <a:lnTo>
                    <a:pt x="2741" y="410"/>
                  </a:lnTo>
                  <a:cubicBezTo>
                    <a:pt x="2426" y="315"/>
                    <a:pt x="2206" y="189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82"/>
            <p:cNvSpPr/>
            <p:nvPr/>
          </p:nvSpPr>
          <p:spPr>
            <a:xfrm>
              <a:off x="-33141400" y="3312350"/>
              <a:ext cx="127625" cy="138625"/>
            </a:xfrm>
            <a:custGeom>
              <a:avLst/>
              <a:gdLst/>
              <a:ahLst/>
              <a:cxnLst/>
              <a:rect l="l" t="t" r="r" b="b"/>
              <a:pathLst>
                <a:path w="5105" h="5545" extrusionOk="0">
                  <a:moveTo>
                    <a:pt x="4128" y="0"/>
                  </a:moveTo>
                  <a:lnTo>
                    <a:pt x="694" y="662"/>
                  </a:lnTo>
                  <a:lnTo>
                    <a:pt x="694" y="1040"/>
                  </a:lnTo>
                  <a:cubicBezTo>
                    <a:pt x="1103" y="1355"/>
                    <a:pt x="1387" y="1827"/>
                    <a:pt x="1387" y="2426"/>
                  </a:cubicBezTo>
                  <a:cubicBezTo>
                    <a:pt x="1387" y="3245"/>
                    <a:pt x="788" y="3938"/>
                    <a:pt x="1" y="4127"/>
                  </a:cubicBezTo>
                  <a:lnTo>
                    <a:pt x="1" y="4505"/>
                  </a:lnTo>
                  <a:cubicBezTo>
                    <a:pt x="1" y="5072"/>
                    <a:pt x="473" y="5545"/>
                    <a:pt x="1009" y="5545"/>
                  </a:cubicBezTo>
                  <a:lnTo>
                    <a:pt x="2080" y="5545"/>
                  </a:lnTo>
                  <a:cubicBezTo>
                    <a:pt x="2238" y="4946"/>
                    <a:pt x="2742" y="4505"/>
                    <a:pt x="3372" y="4505"/>
                  </a:cubicBezTo>
                  <a:cubicBezTo>
                    <a:pt x="3624" y="4505"/>
                    <a:pt x="3844" y="4600"/>
                    <a:pt x="4065" y="4726"/>
                  </a:cubicBezTo>
                  <a:lnTo>
                    <a:pt x="4065" y="4127"/>
                  </a:lnTo>
                  <a:lnTo>
                    <a:pt x="4128" y="4127"/>
                  </a:lnTo>
                  <a:cubicBezTo>
                    <a:pt x="4443" y="4064"/>
                    <a:pt x="4758" y="3938"/>
                    <a:pt x="4916" y="3655"/>
                  </a:cubicBezTo>
                  <a:cubicBezTo>
                    <a:pt x="5105" y="3340"/>
                    <a:pt x="5105" y="2993"/>
                    <a:pt x="4947" y="2678"/>
                  </a:cubicBezTo>
                  <a:lnTo>
                    <a:pt x="4128" y="1008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82"/>
            <p:cNvSpPr/>
            <p:nvPr/>
          </p:nvSpPr>
          <p:spPr>
            <a:xfrm>
              <a:off x="-33122500" y="3226875"/>
              <a:ext cx="122125" cy="83925"/>
            </a:xfrm>
            <a:custGeom>
              <a:avLst/>
              <a:gdLst/>
              <a:ahLst/>
              <a:cxnLst/>
              <a:rect l="l" t="t" r="r" b="b"/>
              <a:pathLst>
                <a:path w="4885" h="3357" extrusionOk="0">
                  <a:moveTo>
                    <a:pt x="3376" y="1"/>
                  </a:moveTo>
                  <a:cubicBezTo>
                    <a:pt x="3025" y="1"/>
                    <a:pt x="2679" y="143"/>
                    <a:pt x="2427" y="426"/>
                  </a:cubicBezTo>
                  <a:lnTo>
                    <a:pt x="2143" y="678"/>
                  </a:lnTo>
                  <a:lnTo>
                    <a:pt x="1" y="678"/>
                  </a:lnTo>
                  <a:lnTo>
                    <a:pt x="1" y="3356"/>
                  </a:lnTo>
                  <a:lnTo>
                    <a:pt x="4191" y="2537"/>
                  </a:lnTo>
                  <a:lnTo>
                    <a:pt x="4349" y="2379"/>
                  </a:lnTo>
                  <a:cubicBezTo>
                    <a:pt x="4884" y="1844"/>
                    <a:pt x="4884" y="962"/>
                    <a:pt x="4349" y="426"/>
                  </a:cubicBezTo>
                  <a:cubicBezTo>
                    <a:pt x="4081" y="143"/>
                    <a:pt x="3726" y="1"/>
                    <a:pt x="33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82"/>
            <p:cNvSpPr/>
            <p:nvPr/>
          </p:nvSpPr>
          <p:spPr>
            <a:xfrm>
              <a:off x="-33277650" y="3245400"/>
              <a:ext cx="102400" cy="198500"/>
            </a:xfrm>
            <a:custGeom>
              <a:avLst/>
              <a:gdLst/>
              <a:ahLst/>
              <a:cxnLst/>
              <a:rect l="l" t="t" r="r" b="b"/>
              <a:pathLst>
                <a:path w="4096" h="7940" extrusionOk="0">
                  <a:moveTo>
                    <a:pt x="4096" y="0"/>
                  </a:moveTo>
                  <a:cubicBezTo>
                    <a:pt x="1828" y="95"/>
                    <a:pt x="0" y="1985"/>
                    <a:pt x="0" y="4316"/>
                  </a:cubicBezTo>
                  <a:cubicBezTo>
                    <a:pt x="0" y="5766"/>
                    <a:pt x="757" y="7120"/>
                    <a:pt x="1954" y="7939"/>
                  </a:cubicBezTo>
                  <a:lnTo>
                    <a:pt x="3592" y="5829"/>
                  </a:lnTo>
                  <a:cubicBezTo>
                    <a:pt x="3466" y="5576"/>
                    <a:pt x="3434" y="5356"/>
                    <a:pt x="3434" y="5104"/>
                  </a:cubicBezTo>
                  <a:cubicBezTo>
                    <a:pt x="3434" y="4568"/>
                    <a:pt x="3718" y="4033"/>
                    <a:pt x="4096" y="3718"/>
                  </a:cubicBezTo>
                  <a:lnTo>
                    <a:pt x="4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3" name="Google Shape;1903;p82"/>
          <p:cNvGrpSpPr/>
          <p:nvPr/>
        </p:nvGrpSpPr>
        <p:grpSpPr>
          <a:xfrm>
            <a:off x="3374670" y="3696349"/>
            <a:ext cx="353645" cy="353645"/>
            <a:chOff x="-33286325" y="3586425"/>
            <a:chExt cx="291450" cy="291450"/>
          </a:xfrm>
        </p:grpSpPr>
        <p:sp>
          <p:nvSpPr>
            <p:cNvPr id="1904" name="Google Shape;1904;p82"/>
            <p:cNvSpPr/>
            <p:nvPr/>
          </p:nvSpPr>
          <p:spPr>
            <a:xfrm>
              <a:off x="-33114625" y="3586425"/>
              <a:ext cx="119750" cy="120525"/>
            </a:xfrm>
            <a:custGeom>
              <a:avLst/>
              <a:gdLst/>
              <a:ahLst/>
              <a:cxnLst/>
              <a:rect l="l" t="t" r="r" b="b"/>
              <a:pathLst>
                <a:path w="4790" h="4821" extrusionOk="0">
                  <a:moveTo>
                    <a:pt x="2395" y="631"/>
                  </a:moveTo>
                  <a:cubicBezTo>
                    <a:pt x="2584" y="631"/>
                    <a:pt x="2742" y="788"/>
                    <a:pt x="2742" y="1009"/>
                  </a:cubicBezTo>
                  <a:lnTo>
                    <a:pt x="2742" y="2017"/>
                  </a:lnTo>
                  <a:lnTo>
                    <a:pt x="3782" y="2017"/>
                  </a:lnTo>
                  <a:cubicBezTo>
                    <a:pt x="3971" y="2017"/>
                    <a:pt x="4128" y="2175"/>
                    <a:pt x="4128" y="2364"/>
                  </a:cubicBezTo>
                  <a:cubicBezTo>
                    <a:pt x="4128" y="2584"/>
                    <a:pt x="3971" y="2742"/>
                    <a:pt x="3782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64"/>
                  </a:cubicBezTo>
                  <a:lnTo>
                    <a:pt x="2049" y="1009"/>
                  </a:lnTo>
                  <a:cubicBezTo>
                    <a:pt x="2049" y="788"/>
                    <a:pt x="2206" y="631"/>
                    <a:pt x="2395" y="631"/>
                  </a:cubicBezTo>
                  <a:close/>
                  <a:moveTo>
                    <a:pt x="2395" y="1"/>
                  </a:moveTo>
                  <a:cubicBezTo>
                    <a:pt x="1041" y="1"/>
                    <a:pt x="1" y="1072"/>
                    <a:pt x="1" y="2427"/>
                  </a:cubicBezTo>
                  <a:cubicBezTo>
                    <a:pt x="1" y="3750"/>
                    <a:pt x="1041" y="4821"/>
                    <a:pt x="2395" y="4821"/>
                  </a:cubicBezTo>
                  <a:cubicBezTo>
                    <a:pt x="3719" y="4821"/>
                    <a:pt x="4790" y="3750"/>
                    <a:pt x="4790" y="2427"/>
                  </a:cubicBezTo>
                  <a:cubicBezTo>
                    <a:pt x="4790" y="1072"/>
                    <a:pt x="3719" y="1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82"/>
            <p:cNvSpPr/>
            <p:nvPr/>
          </p:nvSpPr>
          <p:spPr>
            <a:xfrm>
              <a:off x="-33286325" y="3825875"/>
              <a:ext cx="241050" cy="52000"/>
            </a:xfrm>
            <a:custGeom>
              <a:avLst/>
              <a:gdLst/>
              <a:ahLst/>
              <a:cxnLst/>
              <a:rect l="l" t="t" r="r" b="b"/>
              <a:pathLst>
                <a:path w="9642" h="2080" extrusionOk="0">
                  <a:moveTo>
                    <a:pt x="32" y="0"/>
                  </a:moveTo>
                  <a:lnTo>
                    <a:pt x="32" y="1764"/>
                  </a:lnTo>
                  <a:cubicBezTo>
                    <a:pt x="1" y="1922"/>
                    <a:pt x="158" y="2079"/>
                    <a:pt x="347" y="2079"/>
                  </a:cubicBezTo>
                  <a:lnTo>
                    <a:pt x="9295" y="2079"/>
                  </a:lnTo>
                  <a:cubicBezTo>
                    <a:pt x="9484" y="2079"/>
                    <a:pt x="9641" y="1922"/>
                    <a:pt x="9641" y="1733"/>
                  </a:cubicBezTo>
                  <a:lnTo>
                    <a:pt x="9641" y="1040"/>
                  </a:lnTo>
                  <a:cubicBezTo>
                    <a:pt x="9641" y="473"/>
                    <a:pt x="9169" y="0"/>
                    <a:pt x="8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82"/>
            <p:cNvSpPr/>
            <p:nvPr/>
          </p:nvSpPr>
          <p:spPr>
            <a:xfrm>
              <a:off x="-33183925" y="3756550"/>
              <a:ext cx="103200" cy="52025"/>
            </a:xfrm>
            <a:custGeom>
              <a:avLst/>
              <a:gdLst/>
              <a:ahLst/>
              <a:cxnLst/>
              <a:rect l="l" t="t" r="r" b="b"/>
              <a:pathLst>
                <a:path w="4128" h="2081" extrusionOk="0">
                  <a:moveTo>
                    <a:pt x="1040" y="1"/>
                  </a:moveTo>
                  <a:cubicBezTo>
                    <a:pt x="473" y="1"/>
                    <a:pt x="1" y="505"/>
                    <a:pt x="1" y="1040"/>
                  </a:cubicBezTo>
                  <a:lnTo>
                    <a:pt x="1" y="2080"/>
                  </a:lnTo>
                  <a:lnTo>
                    <a:pt x="4128" y="2080"/>
                  </a:lnTo>
                  <a:lnTo>
                    <a:pt x="4128" y="1040"/>
                  </a:lnTo>
                  <a:cubicBezTo>
                    <a:pt x="4128" y="505"/>
                    <a:pt x="3687" y="1"/>
                    <a:pt x="3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82"/>
            <p:cNvSpPr/>
            <p:nvPr/>
          </p:nvSpPr>
          <p:spPr>
            <a:xfrm>
              <a:off x="-33252450" y="3636850"/>
              <a:ext cx="68550" cy="69325"/>
            </a:xfrm>
            <a:custGeom>
              <a:avLst/>
              <a:gdLst/>
              <a:ahLst/>
              <a:cxnLst/>
              <a:rect l="l" t="t" r="r" b="b"/>
              <a:pathLst>
                <a:path w="2742" h="2773" extrusionOk="0">
                  <a:moveTo>
                    <a:pt x="1387" y="0"/>
                  </a:moveTo>
                  <a:cubicBezTo>
                    <a:pt x="599" y="0"/>
                    <a:pt x="1" y="630"/>
                    <a:pt x="1" y="1386"/>
                  </a:cubicBezTo>
                  <a:cubicBezTo>
                    <a:pt x="1" y="2142"/>
                    <a:pt x="599" y="2772"/>
                    <a:pt x="1387" y="2772"/>
                  </a:cubicBezTo>
                  <a:cubicBezTo>
                    <a:pt x="2143" y="2772"/>
                    <a:pt x="2742" y="2142"/>
                    <a:pt x="2742" y="1386"/>
                  </a:cubicBezTo>
                  <a:cubicBezTo>
                    <a:pt x="2742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82"/>
            <p:cNvSpPr/>
            <p:nvPr/>
          </p:nvSpPr>
          <p:spPr>
            <a:xfrm>
              <a:off x="-33286325" y="3723050"/>
              <a:ext cx="116600" cy="85525"/>
            </a:xfrm>
            <a:custGeom>
              <a:avLst/>
              <a:gdLst/>
              <a:ahLst/>
              <a:cxnLst/>
              <a:rect l="l" t="t" r="r" b="b"/>
              <a:pathLst>
                <a:path w="4664" h="3421" extrusionOk="0">
                  <a:moveTo>
                    <a:pt x="2788" y="1"/>
                  </a:moveTo>
                  <a:cubicBezTo>
                    <a:pt x="2690" y="1"/>
                    <a:pt x="2591" y="6"/>
                    <a:pt x="2490" y="18"/>
                  </a:cubicBezTo>
                  <a:cubicBezTo>
                    <a:pt x="1072" y="144"/>
                    <a:pt x="1" y="1435"/>
                    <a:pt x="1" y="2853"/>
                  </a:cubicBezTo>
                  <a:lnTo>
                    <a:pt x="1" y="3105"/>
                  </a:lnTo>
                  <a:cubicBezTo>
                    <a:pt x="1" y="3263"/>
                    <a:pt x="158" y="3420"/>
                    <a:pt x="347" y="3420"/>
                  </a:cubicBezTo>
                  <a:lnTo>
                    <a:pt x="3435" y="3420"/>
                  </a:lnTo>
                  <a:lnTo>
                    <a:pt x="3435" y="2380"/>
                  </a:lnTo>
                  <a:cubicBezTo>
                    <a:pt x="3435" y="1624"/>
                    <a:pt x="3939" y="963"/>
                    <a:pt x="4664" y="774"/>
                  </a:cubicBezTo>
                  <a:cubicBezTo>
                    <a:pt x="4164" y="302"/>
                    <a:pt x="3517" y="1"/>
                    <a:pt x="2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9" name="Google Shape;1909;p82"/>
          <p:cNvGrpSpPr/>
          <p:nvPr/>
        </p:nvGrpSpPr>
        <p:grpSpPr>
          <a:xfrm>
            <a:off x="4031031" y="2076873"/>
            <a:ext cx="353645" cy="355557"/>
            <a:chOff x="-33286325" y="3944800"/>
            <a:chExt cx="291450" cy="293025"/>
          </a:xfrm>
        </p:grpSpPr>
        <p:sp>
          <p:nvSpPr>
            <p:cNvPr id="1910" name="Google Shape;1910;p82"/>
            <p:cNvSpPr/>
            <p:nvPr/>
          </p:nvSpPr>
          <p:spPr>
            <a:xfrm>
              <a:off x="-33194950" y="3996000"/>
              <a:ext cx="200075" cy="241825"/>
            </a:xfrm>
            <a:custGeom>
              <a:avLst/>
              <a:gdLst/>
              <a:ahLst/>
              <a:cxnLst/>
              <a:rect l="l" t="t" r="r" b="b"/>
              <a:pathLst>
                <a:path w="8003" h="9673" extrusionOk="0">
                  <a:moveTo>
                    <a:pt x="2300" y="0"/>
                  </a:moveTo>
                  <a:cubicBezTo>
                    <a:pt x="2017" y="0"/>
                    <a:pt x="1796" y="252"/>
                    <a:pt x="1796" y="536"/>
                  </a:cubicBezTo>
                  <a:lnTo>
                    <a:pt x="1796" y="2962"/>
                  </a:lnTo>
                  <a:lnTo>
                    <a:pt x="694" y="4064"/>
                  </a:lnTo>
                  <a:cubicBezTo>
                    <a:pt x="95" y="4663"/>
                    <a:pt x="0" y="5640"/>
                    <a:pt x="536" y="6301"/>
                  </a:cubicBezTo>
                  <a:lnTo>
                    <a:pt x="1576" y="7719"/>
                  </a:lnTo>
                  <a:cubicBezTo>
                    <a:pt x="1702" y="7876"/>
                    <a:pt x="1796" y="8128"/>
                    <a:pt x="1796" y="8349"/>
                  </a:cubicBezTo>
                  <a:lnTo>
                    <a:pt x="1796" y="9294"/>
                  </a:lnTo>
                  <a:cubicBezTo>
                    <a:pt x="1796" y="9515"/>
                    <a:pt x="1954" y="9672"/>
                    <a:pt x="2143" y="9672"/>
                  </a:cubicBezTo>
                  <a:lnTo>
                    <a:pt x="6932" y="9672"/>
                  </a:lnTo>
                  <a:cubicBezTo>
                    <a:pt x="7152" y="9672"/>
                    <a:pt x="7310" y="9515"/>
                    <a:pt x="7310" y="9294"/>
                  </a:cubicBezTo>
                  <a:lnTo>
                    <a:pt x="7310" y="8349"/>
                  </a:lnTo>
                  <a:cubicBezTo>
                    <a:pt x="7310" y="8128"/>
                    <a:pt x="7373" y="7939"/>
                    <a:pt x="7530" y="7782"/>
                  </a:cubicBezTo>
                  <a:cubicBezTo>
                    <a:pt x="7814" y="7498"/>
                    <a:pt x="7971" y="7089"/>
                    <a:pt x="7971" y="6711"/>
                  </a:cubicBezTo>
                  <a:lnTo>
                    <a:pt x="7971" y="3938"/>
                  </a:lnTo>
                  <a:cubicBezTo>
                    <a:pt x="8003" y="3686"/>
                    <a:pt x="7782" y="3434"/>
                    <a:pt x="7499" y="3434"/>
                  </a:cubicBezTo>
                  <a:cubicBezTo>
                    <a:pt x="7215" y="3434"/>
                    <a:pt x="6995" y="3686"/>
                    <a:pt x="6995" y="3938"/>
                  </a:cubicBezTo>
                  <a:lnTo>
                    <a:pt x="6995" y="4474"/>
                  </a:lnTo>
                  <a:cubicBezTo>
                    <a:pt x="6995" y="4663"/>
                    <a:pt x="6837" y="4820"/>
                    <a:pt x="6617" y="4820"/>
                  </a:cubicBezTo>
                  <a:cubicBezTo>
                    <a:pt x="6427" y="4820"/>
                    <a:pt x="6270" y="4663"/>
                    <a:pt x="6270" y="4474"/>
                  </a:cubicBezTo>
                  <a:lnTo>
                    <a:pt x="6270" y="3277"/>
                  </a:lnTo>
                  <a:cubicBezTo>
                    <a:pt x="6270" y="2993"/>
                    <a:pt x="6049" y="2773"/>
                    <a:pt x="5766" y="2773"/>
                  </a:cubicBezTo>
                  <a:cubicBezTo>
                    <a:pt x="5482" y="2773"/>
                    <a:pt x="5262" y="2993"/>
                    <a:pt x="5262" y="3277"/>
                  </a:cubicBezTo>
                  <a:lnTo>
                    <a:pt x="5262" y="4474"/>
                  </a:lnTo>
                  <a:cubicBezTo>
                    <a:pt x="5262" y="4663"/>
                    <a:pt x="5104" y="4820"/>
                    <a:pt x="4884" y="4820"/>
                  </a:cubicBezTo>
                  <a:cubicBezTo>
                    <a:pt x="4695" y="4820"/>
                    <a:pt x="4537" y="4663"/>
                    <a:pt x="4537" y="4474"/>
                  </a:cubicBezTo>
                  <a:lnTo>
                    <a:pt x="4537" y="1890"/>
                  </a:lnTo>
                  <a:cubicBezTo>
                    <a:pt x="4537" y="1638"/>
                    <a:pt x="4317" y="1386"/>
                    <a:pt x="4033" y="1386"/>
                  </a:cubicBezTo>
                  <a:cubicBezTo>
                    <a:pt x="3750" y="1386"/>
                    <a:pt x="3529" y="1638"/>
                    <a:pt x="3529" y="1890"/>
                  </a:cubicBezTo>
                  <a:lnTo>
                    <a:pt x="3529" y="4474"/>
                  </a:lnTo>
                  <a:cubicBezTo>
                    <a:pt x="3529" y="4663"/>
                    <a:pt x="3371" y="4820"/>
                    <a:pt x="3151" y="4820"/>
                  </a:cubicBezTo>
                  <a:cubicBezTo>
                    <a:pt x="2962" y="4820"/>
                    <a:pt x="2804" y="4663"/>
                    <a:pt x="2804" y="4474"/>
                  </a:cubicBezTo>
                  <a:lnTo>
                    <a:pt x="2804" y="4159"/>
                  </a:lnTo>
                  <a:lnTo>
                    <a:pt x="2804" y="536"/>
                  </a:lnTo>
                  <a:cubicBezTo>
                    <a:pt x="2804" y="252"/>
                    <a:pt x="2584" y="0"/>
                    <a:pt x="2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82"/>
            <p:cNvSpPr/>
            <p:nvPr/>
          </p:nvSpPr>
          <p:spPr>
            <a:xfrm>
              <a:off x="-33027975" y="3962900"/>
              <a:ext cx="33100" cy="105575"/>
            </a:xfrm>
            <a:custGeom>
              <a:avLst/>
              <a:gdLst/>
              <a:ahLst/>
              <a:cxnLst/>
              <a:rect l="l" t="t" r="r" b="b"/>
              <a:pathLst>
                <a:path w="1324" h="4223" extrusionOk="0">
                  <a:moveTo>
                    <a:pt x="1" y="1"/>
                  </a:moveTo>
                  <a:lnTo>
                    <a:pt x="1" y="3782"/>
                  </a:lnTo>
                  <a:cubicBezTo>
                    <a:pt x="95" y="3908"/>
                    <a:pt x="221" y="4065"/>
                    <a:pt x="253" y="4223"/>
                  </a:cubicBezTo>
                  <a:cubicBezTo>
                    <a:pt x="410" y="4128"/>
                    <a:pt x="631" y="4065"/>
                    <a:pt x="820" y="4065"/>
                  </a:cubicBezTo>
                  <a:cubicBezTo>
                    <a:pt x="1009" y="4065"/>
                    <a:pt x="1166" y="4097"/>
                    <a:pt x="1324" y="4160"/>
                  </a:cubicBezTo>
                  <a:lnTo>
                    <a:pt x="1324" y="285"/>
                  </a:lnTo>
                  <a:cubicBezTo>
                    <a:pt x="1324" y="127"/>
                    <a:pt x="1166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82"/>
            <p:cNvSpPr/>
            <p:nvPr/>
          </p:nvSpPr>
          <p:spPr>
            <a:xfrm>
              <a:off x="-33286325" y="3962125"/>
              <a:ext cx="96125" cy="205600"/>
            </a:xfrm>
            <a:custGeom>
              <a:avLst/>
              <a:gdLst/>
              <a:ahLst/>
              <a:cxnLst/>
              <a:rect l="l" t="t" r="r" b="b"/>
              <a:pathLst>
                <a:path w="3845" h="8224" extrusionOk="0">
                  <a:moveTo>
                    <a:pt x="379" y="0"/>
                  </a:moveTo>
                  <a:cubicBezTo>
                    <a:pt x="158" y="0"/>
                    <a:pt x="1" y="127"/>
                    <a:pt x="1" y="347"/>
                  </a:cubicBezTo>
                  <a:lnTo>
                    <a:pt x="1" y="7877"/>
                  </a:lnTo>
                  <a:cubicBezTo>
                    <a:pt x="1" y="8066"/>
                    <a:pt x="158" y="8223"/>
                    <a:pt x="347" y="8223"/>
                  </a:cubicBezTo>
                  <a:lnTo>
                    <a:pt x="3844" y="8223"/>
                  </a:lnTo>
                  <a:lnTo>
                    <a:pt x="3718" y="8066"/>
                  </a:lnTo>
                  <a:cubicBezTo>
                    <a:pt x="3435" y="7719"/>
                    <a:pt x="3277" y="7278"/>
                    <a:pt x="3246" y="6837"/>
                  </a:cubicBezTo>
                  <a:lnTo>
                    <a:pt x="2458" y="6837"/>
                  </a:lnTo>
                  <a:cubicBezTo>
                    <a:pt x="1891" y="6837"/>
                    <a:pt x="1419" y="6364"/>
                    <a:pt x="1419" y="5829"/>
                  </a:cubicBezTo>
                  <a:lnTo>
                    <a:pt x="1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82"/>
            <p:cNvSpPr/>
            <p:nvPr/>
          </p:nvSpPr>
          <p:spPr>
            <a:xfrm>
              <a:off x="-33235125" y="3944800"/>
              <a:ext cx="189050" cy="171725"/>
            </a:xfrm>
            <a:custGeom>
              <a:avLst/>
              <a:gdLst/>
              <a:ahLst/>
              <a:cxnLst/>
              <a:rect l="l" t="t" r="r" b="b"/>
              <a:pathLst>
                <a:path w="7562" h="6869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522"/>
                  </a:lnTo>
                  <a:cubicBezTo>
                    <a:pt x="1" y="6711"/>
                    <a:pt x="158" y="6868"/>
                    <a:pt x="379" y="6868"/>
                  </a:cubicBezTo>
                  <a:lnTo>
                    <a:pt x="1198" y="6868"/>
                  </a:lnTo>
                  <a:cubicBezTo>
                    <a:pt x="1261" y="6427"/>
                    <a:pt x="1513" y="5986"/>
                    <a:pt x="1828" y="5640"/>
                  </a:cubicBezTo>
                  <a:lnTo>
                    <a:pt x="2742" y="4726"/>
                  </a:lnTo>
                  <a:lnTo>
                    <a:pt x="2742" y="2584"/>
                  </a:lnTo>
                  <a:cubicBezTo>
                    <a:pt x="2742" y="1891"/>
                    <a:pt x="3277" y="1387"/>
                    <a:pt x="3907" y="1387"/>
                  </a:cubicBezTo>
                  <a:cubicBezTo>
                    <a:pt x="4537" y="1387"/>
                    <a:pt x="5105" y="1922"/>
                    <a:pt x="5105" y="2584"/>
                  </a:cubicBezTo>
                  <a:lnTo>
                    <a:pt x="5105" y="2836"/>
                  </a:lnTo>
                  <a:cubicBezTo>
                    <a:pt x="5262" y="2773"/>
                    <a:pt x="5420" y="2710"/>
                    <a:pt x="5609" y="2710"/>
                  </a:cubicBezTo>
                  <a:cubicBezTo>
                    <a:pt x="6270" y="2710"/>
                    <a:pt x="6774" y="3277"/>
                    <a:pt x="6774" y="3907"/>
                  </a:cubicBezTo>
                  <a:lnTo>
                    <a:pt x="6774" y="4191"/>
                  </a:lnTo>
                  <a:cubicBezTo>
                    <a:pt x="7058" y="4159"/>
                    <a:pt x="7215" y="4096"/>
                    <a:pt x="7404" y="4096"/>
                  </a:cubicBezTo>
                  <a:cubicBezTo>
                    <a:pt x="7499" y="4096"/>
                    <a:pt x="7530" y="4096"/>
                    <a:pt x="7562" y="4159"/>
                  </a:cubicBezTo>
                  <a:lnTo>
                    <a:pt x="7562" y="347"/>
                  </a:lnTo>
                  <a:cubicBezTo>
                    <a:pt x="7562" y="158"/>
                    <a:pt x="7404" y="0"/>
                    <a:pt x="7215" y="0"/>
                  </a:cubicBezTo>
                  <a:lnTo>
                    <a:pt x="5168" y="0"/>
                  </a:lnTo>
                  <a:cubicBezTo>
                    <a:pt x="4600" y="0"/>
                    <a:pt x="4096" y="284"/>
                    <a:pt x="3781" y="725"/>
                  </a:cubicBezTo>
                  <a:cubicBezTo>
                    <a:pt x="3466" y="284"/>
                    <a:pt x="2994" y="0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4" name="Google Shape;1914;p82"/>
          <p:cNvGrpSpPr/>
          <p:nvPr/>
        </p:nvGrpSpPr>
        <p:grpSpPr>
          <a:xfrm>
            <a:off x="3374670" y="2634004"/>
            <a:ext cx="353645" cy="356527"/>
            <a:chOff x="-31452725" y="3191825"/>
            <a:chExt cx="291450" cy="293825"/>
          </a:xfrm>
        </p:grpSpPr>
        <p:sp>
          <p:nvSpPr>
            <p:cNvPr id="1915" name="Google Shape;1915;p82"/>
            <p:cNvSpPr/>
            <p:nvPr/>
          </p:nvSpPr>
          <p:spPr>
            <a:xfrm>
              <a:off x="-31314900" y="3278475"/>
              <a:ext cx="103200" cy="18125"/>
            </a:xfrm>
            <a:custGeom>
              <a:avLst/>
              <a:gdLst/>
              <a:ahLst/>
              <a:cxnLst/>
              <a:rect l="l" t="t" r="r" b="b"/>
              <a:pathLst>
                <a:path w="4128" h="725" extrusionOk="0">
                  <a:moveTo>
                    <a:pt x="1" y="0"/>
                  </a:moveTo>
                  <a:lnTo>
                    <a:pt x="1" y="725"/>
                  </a:lnTo>
                  <a:lnTo>
                    <a:pt x="4128" y="725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82"/>
            <p:cNvSpPr/>
            <p:nvPr/>
          </p:nvSpPr>
          <p:spPr>
            <a:xfrm>
              <a:off x="-31367675" y="3227275"/>
              <a:ext cx="206400" cy="221350"/>
            </a:xfrm>
            <a:custGeom>
              <a:avLst/>
              <a:gdLst/>
              <a:ahLst/>
              <a:cxnLst/>
              <a:rect l="l" t="t" r="r" b="b"/>
              <a:pathLst>
                <a:path w="8256" h="8854" extrusionOk="0">
                  <a:moveTo>
                    <a:pt x="6554" y="1387"/>
                  </a:moveTo>
                  <a:cubicBezTo>
                    <a:pt x="6743" y="1387"/>
                    <a:pt x="6901" y="1544"/>
                    <a:pt x="6901" y="1733"/>
                  </a:cubicBezTo>
                  <a:lnTo>
                    <a:pt x="6901" y="3119"/>
                  </a:lnTo>
                  <a:cubicBezTo>
                    <a:pt x="6901" y="3309"/>
                    <a:pt x="6743" y="3466"/>
                    <a:pt x="6554" y="3466"/>
                  </a:cubicBezTo>
                  <a:lnTo>
                    <a:pt x="1734" y="3466"/>
                  </a:lnTo>
                  <a:cubicBezTo>
                    <a:pt x="1545" y="3466"/>
                    <a:pt x="1387" y="3309"/>
                    <a:pt x="1387" y="3119"/>
                  </a:cubicBezTo>
                  <a:lnTo>
                    <a:pt x="1387" y="1733"/>
                  </a:lnTo>
                  <a:cubicBezTo>
                    <a:pt x="1387" y="1544"/>
                    <a:pt x="1545" y="1387"/>
                    <a:pt x="1734" y="1387"/>
                  </a:cubicBezTo>
                  <a:close/>
                  <a:moveTo>
                    <a:pt x="2427" y="4096"/>
                  </a:moveTo>
                  <a:cubicBezTo>
                    <a:pt x="2616" y="4096"/>
                    <a:pt x="2773" y="4254"/>
                    <a:pt x="2773" y="4443"/>
                  </a:cubicBezTo>
                  <a:cubicBezTo>
                    <a:pt x="2773" y="4663"/>
                    <a:pt x="2616" y="4821"/>
                    <a:pt x="2427" y="4821"/>
                  </a:cubicBezTo>
                  <a:lnTo>
                    <a:pt x="1734" y="4821"/>
                  </a:lnTo>
                  <a:cubicBezTo>
                    <a:pt x="1545" y="4821"/>
                    <a:pt x="1387" y="4663"/>
                    <a:pt x="1387" y="4443"/>
                  </a:cubicBezTo>
                  <a:cubicBezTo>
                    <a:pt x="1387" y="4254"/>
                    <a:pt x="1545" y="4096"/>
                    <a:pt x="1734" y="4096"/>
                  </a:cubicBezTo>
                  <a:close/>
                  <a:moveTo>
                    <a:pt x="4475" y="4096"/>
                  </a:moveTo>
                  <a:cubicBezTo>
                    <a:pt x="4664" y="4096"/>
                    <a:pt x="4821" y="4254"/>
                    <a:pt x="4821" y="4443"/>
                  </a:cubicBezTo>
                  <a:cubicBezTo>
                    <a:pt x="4821" y="4663"/>
                    <a:pt x="4664" y="4821"/>
                    <a:pt x="4475" y="4821"/>
                  </a:cubicBezTo>
                  <a:lnTo>
                    <a:pt x="3782" y="4821"/>
                  </a:lnTo>
                  <a:cubicBezTo>
                    <a:pt x="3593" y="4821"/>
                    <a:pt x="3435" y="4663"/>
                    <a:pt x="3435" y="4443"/>
                  </a:cubicBezTo>
                  <a:cubicBezTo>
                    <a:pt x="3435" y="4254"/>
                    <a:pt x="3593" y="4096"/>
                    <a:pt x="3782" y="4096"/>
                  </a:cubicBezTo>
                  <a:close/>
                  <a:moveTo>
                    <a:pt x="6554" y="4096"/>
                  </a:moveTo>
                  <a:cubicBezTo>
                    <a:pt x="6743" y="4096"/>
                    <a:pt x="6901" y="4254"/>
                    <a:pt x="6901" y="4443"/>
                  </a:cubicBezTo>
                  <a:cubicBezTo>
                    <a:pt x="6901" y="4663"/>
                    <a:pt x="6743" y="4821"/>
                    <a:pt x="6554" y="4821"/>
                  </a:cubicBezTo>
                  <a:lnTo>
                    <a:pt x="5892" y="4821"/>
                  </a:lnTo>
                  <a:cubicBezTo>
                    <a:pt x="5672" y="4821"/>
                    <a:pt x="5514" y="4663"/>
                    <a:pt x="5514" y="4443"/>
                  </a:cubicBezTo>
                  <a:cubicBezTo>
                    <a:pt x="5514" y="4254"/>
                    <a:pt x="5672" y="4096"/>
                    <a:pt x="5892" y="4096"/>
                  </a:cubicBezTo>
                  <a:close/>
                  <a:moveTo>
                    <a:pt x="2427" y="5482"/>
                  </a:moveTo>
                  <a:cubicBezTo>
                    <a:pt x="2616" y="5482"/>
                    <a:pt x="2773" y="5640"/>
                    <a:pt x="2773" y="5829"/>
                  </a:cubicBezTo>
                  <a:cubicBezTo>
                    <a:pt x="2773" y="6018"/>
                    <a:pt x="2616" y="6175"/>
                    <a:pt x="2427" y="6175"/>
                  </a:cubicBezTo>
                  <a:lnTo>
                    <a:pt x="1734" y="6175"/>
                  </a:lnTo>
                  <a:cubicBezTo>
                    <a:pt x="1545" y="6175"/>
                    <a:pt x="1387" y="6018"/>
                    <a:pt x="1387" y="5829"/>
                  </a:cubicBezTo>
                  <a:cubicBezTo>
                    <a:pt x="1387" y="5640"/>
                    <a:pt x="1545" y="5482"/>
                    <a:pt x="1734" y="5482"/>
                  </a:cubicBezTo>
                  <a:close/>
                  <a:moveTo>
                    <a:pt x="4475" y="5482"/>
                  </a:moveTo>
                  <a:cubicBezTo>
                    <a:pt x="4664" y="5482"/>
                    <a:pt x="4821" y="5640"/>
                    <a:pt x="4821" y="5829"/>
                  </a:cubicBezTo>
                  <a:cubicBezTo>
                    <a:pt x="4821" y="6018"/>
                    <a:pt x="4664" y="6175"/>
                    <a:pt x="4475" y="6175"/>
                  </a:cubicBezTo>
                  <a:lnTo>
                    <a:pt x="3782" y="6175"/>
                  </a:lnTo>
                  <a:cubicBezTo>
                    <a:pt x="3593" y="6175"/>
                    <a:pt x="3435" y="6018"/>
                    <a:pt x="3435" y="5829"/>
                  </a:cubicBezTo>
                  <a:cubicBezTo>
                    <a:pt x="3435" y="5640"/>
                    <a:pt x="3593" y="5482"/>
                    <a:pt x="3782" y="5482"/>
                  </a:cubicBezTo>
                  <a:close/>
                  <a:moveTo>
                    <a:pt x="6554" y="5482"/>
                  </a:moveTo>
                  <a:cubicBezTo>
                    <a:pt x="6743" y="5482"/>
                    <a:pt x="6901" y="5640"/>
                    <a:pt x="6901" y="5829"/>
                  </a:cubicBezTo>
                  <a:cubicBezTo>
                    <a:pt x="6901" y="6018"/>
                    <a:pt x="6743" y="6175"/>
                    <a:pt x="6554" y="6175"/>
                  </a:cubicBezTo>
                  <a:lnTo>
                    <a:pt x="5892" y="6175"/>
                  </a:lnTo>
                  <a:cubicBezTo>
                    <a:pt x="5672" y="6175"/>
                    <a:pt x="5514" y="6018"/>
                    <a:pt x="5514" y="5829"/>
                  </a:cubicBezTo>
                  <a:cubicBezTo>
                    <a:pt x="5514" y="5640"/>
                    <a:pt x="5672" y="5482"/>
                    <a:pt x="5892" y="5482"/>
                  </a:cubicBezTo>
                  <a:close/>
                  <a:moveTo>
                    <a:pt x="2427" y="6869"/>
                  </a:moveTo>
                  <a:cubicBezTo>
                    <a:pt x="2616" y="6869"/>
                    <a:pt x="2773" y="7026"/>
                    <a:pt x="2773" y="7215"/>
                  </a:cubicBezTo>
                  <a:cubicBezTo>
                    <a:pt x="2773" y="7404"/>
                    <a:pt x="2616" y="7562"/>
                    <a:pt x="2427" y="7562"/>
                  </a:cubicBezTo>
                  <a:lnTo>
                    <a:pt x="1734" y="7562"/>
                  </a:lnTo>
                  <a:cubicBezTo>
                    <a:pt x="1545" y="7562"/>
                    <a:pt x="1387" y="7404"/>
                    <a:pt x="1387" y="7215"/>
                  </a:cubicBezTo>
                  <a:cubicBezTo>
                    <a:pt x="1387" y="7026"/>
                    <a:pt x="1545" y="6869"/>
                    <a:pt x="1734" y="6869"/>
                  </a:cubicBezTo>
                  <a:close/>
                  <a:moveTo>
                    <a:pt x="4475" y="6869"/>
                  </a:moveTo>
                  <a:cubicBezTo>
                    <a:pt x="4664" y="6869"/>
                    <a:pt x="4821" y="7026"/>
                    <a:pt x="4821" y="7215"/>
                  </a:cubicBezTo>
                  <a:cubicBezTo>
                    <a:pt x="4821" y="7404"/>
                    <a:pt x="4664" y="7562"/>
                    <a:pt x="4475" y="7562"/>
                  </a:cubicBezTo>
                  <a:lnTo>
                    <a:pt x="3782" y="7562"/>
                  </a:lnTo>
                  <a:cubicBezTo>
                    <a:pt x="3593" y="7562"/>
                    <a:pt x="3435" y="7404"/>
                    <a:pt x="3435" y="7215"/>
                  </a:cubicBezTo>
                  <a:cubicBezTo>
                    <a:pt x="3435" y="7026"/>
                    <a:pt x="3593" y="6869"/>
                    <a:pt x="3782" y="6869"/>
                  </a:cubicBezTo>
                  <a:close/>
                  <a:moveTo>
                    <a:pt x="6554" y="6869"/>
                  </a:moveTo>
                  <a:cubicBezTo>
                    <a:pt x="6743" y="6869"/>
                    <a:pt x="6901" y="7026"/>
                    <a:pt x="6901" y="7215"/>
                  </a:cubicBezTo>
                  <a:cubicBezTo>
                    <a:pt x="6901" y="7404"/>
                    <a:pt x="6743" y="7562"/>
                    <a:pt x="6554" y="7562"/>
                  </a:cubicBezTo>
                  <a:lnTo>
                    <a:pt x="5892" y="7562"/>
                  </a:lnTo>
                  <a:cubicBezTo>
                    <a:pt x="5672" y="7562"/>
                    <a:pt x="5514" y="7404"/>
                    <a:pt x="5514" y="7215"/>
                  </a:cubicBezTo>
                  <a:cubicBezTo>
                    <a:pt x="5514" y="7026"/>
                    <a:pt x="5672" y="6869"/>
                    <a:pt x="5892" y="6869"/>
                  </a:cubicBezTo>
                  <a:close/>
                  <a:moveTo>
                    <a:pt x="694" y="1"/>
                  </a:moveTo>
                  <a:lnTo>
                    <a:pt x="694" y="95"/>
                  </a:lnTo>
                  <a:cubicBezTo>
                    <a:pt x="694" y="631"/>
                    <a:pt x="442" y="1198"/>
                    <a:pt x="64" y="1576"/>
                  </a:cubicBezTo>
                  <a:lnTo>
                    <a:pt x="1" y="1607"/>
                  </a:lnTo>
                  <a:lnTo>
                    <a:pt x="1" y="5860"/>
                  </a:lnTo>
                  <a:lnTo>
                    <a:pt x="64" y="5923"/>
                  </a:lnTo>
                  <a:cubicBezTo>
                    <a:pt x="442" y="6301"/>
                    <a:pt x="694" y="6869"/>
                    <a:pt x="694" y="7404"/>
                  </a:cubicBezTo>
                  <a:cubicBezTo>
                    <a:pt x="694" y="7971"/>
                    <a:pt x="442" y="8475"/>
                    <a:pt x="95" y="8853"/>
                  </a:cubicBezTo>
                  <a:lnTo>
                    <a:pt x="7184" y="8853"/>
                  </a:lnTo>
                  <a:cubicBezTo>
                    <a:pt x="7720" y="8853"/>
                    <a:pt x="8192" y="8381"/>
                    <a:pt x="8192" y="7845"/>
                  </a:cubicBezTo>
                  <a:lnTo>
                    <a:pt x="8192" y="946"/>
                  </a:lnTo>
                  <a:cubicBezTo>
                    <a:pt x="8255" y="473"/>
                    <a:pt x="7814" y="1"/>
                    <a:pt x="7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82"/>
            <p:cNvSpPr/>
            <p:nvPr/>
          </p:nvSpPr>
          <p:spPr>
            <a:xfrm>
              <a:off x="-31452725" y="3191825"/>
              <a:ext cx="86650" cy="259150"/>
            </a:xfrm>
            <a:custGeom>
              <a:avLst/>
              <a:gdLst/>
              <a:ahLst/>
              <a:cxnLst/>
              <a:rect l="l" t="t" r="r" b="b"/>
              <a:pathLst>
                <a:path w="3466" h="10366" extrusionOk="0">
                  <a:moveTo>
                    <a:pt x="1450" y="1"/>
                  </a:moveTo>
                  <a:cubicBezTo>
                    <a:pt x="662" y="1"/>
                    <a:pt x="0" y="662"/>
                    <a:pt x="0" y="1450"/>
                  </a:cubicBezTo>
                  <a:cubicBezTo>
                    <a:pt x="0" y="1860"/>
                    <a:pt x="158" y="2206"/>
                    <a:pt x="410" y="2490"/>
                  </a:cubicBezTo>
                  <a:lnTo>
                    <a:pt x="694" y="2773"/>
                  </a:lnTo>
                  <a:lnTo>
                    <a:pt x="694" y="7593"/>
                  </a:lnTo>
                  <a:lnTo>
                    <a:pt x="410" y="7877"/>
                  </a:lnTo>
                  <a:cubicBezTo>
                    <a:pt x="158" y="8161"/>
                    <a:pt x="0" y="8507"/>
                    <a:pt x="0" y="8917"/>
                  </a:cubicBezTo>
                  <a:cubicBezTo>
                    <a:pt x="0" y="9704"/>
                    <a:pt x="662" y="10366"/>
                    <a:pt x="1450" y="10366"/>
                  </a:cubicBezTo>
                  <a:lnTo>
                    <a:pt x="1985" y="10366"/>
                  </a:lnTo>
                  <a:cubicBezTo>
                    <a:pt x="2773" y="10366"/>
                    <a:pt x="3466" y="9704"/>
                    <a:pt x="3466" y="8917"/>
                  </a:cubicBezTo>
                  <a:cubicBezTo>
                    <a:pt x="3466" y="8507"/>
                    <a:pt x="3308" y="8161"/>
                    <a:pt x="3025" y="7877"/>
                  </a:cubicBezTo>
                  <a:lnTo>
                    <a:pt x="2741" y="7593"/>
                  </a:lnTo>
                  <a:lnTo>
                    <a:pt x="2741" y="2773"/>
                  </a:lnTo>
                  <a:lnTo>
                    <a:pt x="3025" y="2490"/>
                  </a:lnTo>
                  <a:cubicBezTo>
                    <a:pt x="3308" y="2206"/>
                    <a:pt x="3466" y="1860"/>
                    <a:pt x="3466" y="1450"/>
                  </a:cubicBezTo>
                  <a:cubicBezTo>
                    <a:pt x="3466" y="662"/>
                    <a:pt x="2773" y="1"/>
                    <a:pt x="19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82"/>
            <p:cNvSpPr/>
            <p:nvPr/>
          </p:nvSpPr>
          <p:spPr>
            <a:xfrm>
              <a:off x="-31409400" y="3468275"/>
              <a:ext cx="92950" cy="17375"/>
            </a:xfrm>
            <a:custGeom>
              <a:avLst/>
              <a:gdLst/>
              <a:ahLst/>
              <a:cxnLst/>
              <a:rect l="l" t="t" r="r" b="b"/>
              <a:pathLst>
                <a:path w="3718" h="695" extrusionOk="0">
                  <a:moveTo>
                    <a:pt x="0" y="1"/>
                  </a:moveTo>
                  <a:cubicBezTo>
                    <a:pt x="0" y="379"/>
                    <a:pt x="315" y="694"/>
                    <a:pt x="662" y="694"/>
                  </a:cubicBezTo>
                  <a:lnTo>
                    <a:pt x="3056" y="694"/>
                  </a:lnTo>
                  <a:cubicBezTo>
                    <a:pt x="3466" y="694"/>
                    <a:pt x="3718" y="379"/>
                    <a:pt x="37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9" name="Google Shape;1919;p82"/>
          <p:cNvGrpSpPr/>
          <p:nvPr/>
        </p:nvGrpSpPr>
        <p:grpSpPr>
          <a:xfrm>
            <a:off x="2793347" y="2086359"/>
            <a:ext cx="354586" cy="354586"/>
            <a:chOff x="-31452725" y="3551775"/>
            <a:chExt cx="292225" cy="292225"/>
          </a:xfrm>
        </p:grpSpPr>
        <p:sp>
          <p:nvSpPr>
            <p:cNvPr id="1920" name="Google Shape;1920;p82"/>
            <p:cNvSpPr/>
            <p:nvPr/>
          </p:nvSpPr>
          <p:spPr>
            <a:xfrm>
              <a:off x="-31452725" y="3756550"/>
              <a:ext cx="155175" cy="34675"/>
            </a:xfrm>
            <a:custGeom>
              <a:avLst/>
              <a:gdLst/>
              <a:ahLst/>
              <a:cxnLst/>
              <a:rect l="l" t="t" r="r" b="b"/>
              <a:pathLst>
                <a:path w="6207" h="1387" extrusionOk="0">
                  <a:moveTo>
                    <a:pt x="32" y="1"/>
                  </a:moveTo>
                  <a:lnTo>
                    <a:pt x="32" y="1040"/>
                  </a:lnTo>
                  <a:cubicBezTo>
                    <a:pt x="0" y="1292"/>
                    <a:pt x="158" y="1387"/>
                    <a:pt x="347" y="1387"/>
                  </a:cubicBezTo>
                  <a:lnTo>
                    <a:pt x="6207" y="1387"/>
                  </a:lnTo>
                  <a:lnTo>
                    <a:pt x="62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82"/>
            <p:cNvSpPr/>
            <p:nvPr/>
          </p:nvSpPr>
          <p:spPr>
            <a:xfrm>
              <a:off x="-31452725" y="3551775"/>
              <a:ext cx="183525" cy="188275"/>
            </a:xfrm>
            <a:custGeom>
              <a:avLst/>
              <a:gdLst/>
              <a:ahLst/>
              <a:cxnLst/>
              <a:rect l="l" t="t" r="r" b="b"/>
              <a:pathLst>
                <a:path w="7341" h="7531" extrusionOk="0">
                  <a:moveTo>
                    <a:pt x="4474" y="0"/>
                  </a:moveTo>
                  <a:cubicBezTo>
                    <a:pt x="3939" y="0"/>
                    <a:pt x="3466" y="473"/>
                    <a:pt x="3466" y="1040"/>
                  </a:cubicBezTo>
                  <a:cubicBezTo>
                    <a:pt x="3466" y="1576"/>
                    <a:pt x="3939" y="2080"/>
                    <a:pt x="4474" y="2080"/>
                  </a:cubicBezTo>
                  <a:cubicBezTo>
                    <a:pt x="4600" y="2080"/>
                    <a:pt x="4726" y="2017"/>
                    <a:pt x="4852" y="1985"/>
                  </a:cubicBezTo>
                  <a:lnTo>
                    <a:pt x="4852" y="2773"/>
                  </a:lnTo>
                  <a:lnTo>
                    <a:pt x="2741" y="2773"/>
                  </a:lnTo>
                  <a:cubicBezTo>
                    <a:pt x="1261" y="2773"/>
                    <a:pt x="0" y="4002"/>
                    <a:pt x="0" y="5482"/>
                  </a:cubicBezTo>
                  <a:lnTo>
                    <a:pt x="0" y="7530"/>
                  </a:lnTo>
                  <a:lnTo>
                    <a:pt x="6175" y="7530"/>
                  </a:lnTo>
                  <a:lnTo>
                    <a:pt x="6175" y="5167"/>
                  </a:lnTo>
                  <a:cubicBezTo>
                    <a:pt x="6175" y="4191"/>
                    <a:pt x="6648" y="3372"/>
                    <a:pt x="7341" y="2773"/>
                  </a:cubicBezTo>
                  <a:lnTo>
                    <a:pt x="5514" y="2773"/>
                  </a:lnTo>
                  <a:lnTo>
                    <a:pt x="5514" y="1040"/>
                  </a:lnTo>
                  <a:cubicBezTo>
                    <a:pt x="5514" y="505"/>
                    <a:pt x="5041" y="0"/>
                    <a:pt x="4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82"/>
            <p:cNvSpPr/>
            <p:nvPr/>
          </p:nvSpPr>
          <p:spPr>
            <a:xfrm>
              <a:off x="-31366100" y="3808550"/>
              <a:ext cx="52025" cy="35450"/>
            </a:xfrm>
            <a:custGeom>
              <a:avLst/>
              <a:gdLst/>
              <a:ahLst/>
              <a:cxnLst/>
              <a:rect l="l" t="t" r="r" b="b"/>
              <a:pathLst>
                <a:path w="2081" h="1418" extrusionOk="0">
                  <a:moveTo>
                    <a:pt x="32" y="0"/>
                  </a:moveTo>
                  <a:lnTo>
                    <a:pt x="32" y="1040"/>
                  </a:lnTo>
                  <a:lnTo>
                    <a:pt x="1" y="1040"/>
                  </a:lnTo>
                  <a:cubicBezTo>
                    <a:pt x="1" y="1260"/>
                    <a:pt x="159" y="1418"/>
                    <a:pt x="348" y="1418"/>
                  </a:cubicBezTo>
                  <a:lnTo>
                    <a:pt x="1734" y="1418"/>
                  </a:lnTo>
                  <a:cubicBezTo>
                    <a:pt x="1923" y="1418"/>
                    <a:pt x="2080" y="1260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82"/>
            <p:cNvSpPr/>
            <p:nvPr/>
          </p:nvSpPr>
          <p:spPr>
            <a:xfrm>
              <a:off x="-31281025" y="3621075"/>
              <a:ext cx="120525" cy="171725"/>
            </a:xfrm>
            <a:custGeom>
              <a:avLst/>
              <a:gdLst/>
              <a:ahLst/>
              <a:cxnLst/>
              <a:rect l="l" t="t" r="r" b="b"/>
              <a:pathLst>
                <a:path w="4821" h="6869" extrusionOk="0">
                  <a:moveTo>
                    <a:pt x="3435" y="2017"/>
                  </a:moveTo>
                  <a:cubicBezTo>
                    <a:pt x="3624" y="2017"/>
                    <a:pt x="3781" y="2175"/>
                    <a:pt x="3781" y="2364"/>
                  </a:cubicBezTo>
                  <a:cubicBezTo>
                    <a:pt x="3750" y="2553"/>
                    <a:pt x="3592" y="2710"/>
                    <a:pt x="3435" y="2710"/>
                  </a:cubicBezTo>
                  <a:lnTo>
                    <a:pt x="1387" y="2710"/>
                  </a:lnTo>
                  <a:cubicBezTo>
                    <a:pt x="1198" y="2710"/>
                    <a:pt x="1040" y="2553"/>
                    <a:pt x="1040" y="2364"/>
                  </a:cubicBezTo>
                  <a:cubicBezTo>
                    <a:pt x="1040" y="2175"/>
                    <a:pt x="1198" y="2017"/>
                    <a:pt x="1387" y="2017"/>
                  </a:cubicBezTo>
                  <a:close/>
                  <a:moveTo>
                    <a:pt x="3088" y="4128"/>
                  </a:moveTo>
                  <a:cubicBezTo>
                    <a:pt x="3466" y="4128"/>
                    <a:pt x="3750" y="4443"/>
                    <a:pt x="3750" y="4821"/>
                  </a:cubicBezTo>
                  <a:cubicBezTo>
                    <a:pt x="3750" y="5168"/>
                    <a:pt x="3466" y="5483"/>
                    <a:pt x="3088" y="5483"/>
                  </a:cubicBezTo>
                  <a:lnTo>
                    <a:pt x="1702" y="5483"/>
                  </a:lnTo>
                  <a:cubicBezTo>
                    <a:pt x="1324" y="5483"/>
                    <a:pt x="1040" y="5168"/>
                    <a:pt x="1040" y="4821"/>
                  </a:cubicBezTo>
                  <a:cubicBezTo>
                    <a:pt x="1040" y="4412"/>
                    <a:pt x="1355" y="4128"/>
                    <a:pt x="1702" y="4128"/>
                  </a:cubicBezTo>
                  <a:close/>
                  <a:moveTo>
                    <a:pt x="2426" y="1"/>
                  </a:moveTo>
                  <a:cubicBezTo>
                    <a:pt x="1072" y="1"/>
                    <a:pt x="1" y="1072"/>
                    <a:pt x="1" y="2395"/>
                  </a:cubicBezTo>
                  <a:lnTo>
                    <a:pt x="1" y="6869"/>
                  </a:lnTo>
                  <a:lnTo>
                    <a:pt x="4474" y="6869"/>
                  </a:lnTo>
                  <a:cubicBezTo>
                    <a:pt x="4663" y="6869"/>
                    <a:pt x="4821" y="6711"/>
                    <a:pt x="4821" y="6491"/>
                  </a:cubicBezTo>
                  <a:lnTo>
                    <a:pt x="4821" y="2395"/>
                  </a:lnTo>
                  <a:cubicBezTo>
                    <a:pt x="4789" y="1072"/>
                    <a:pt x="3718" y="1"/>
                    <a:pt x="2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4" name="Google Shape;1924;p82"/>
          <p:cNvGrpSpPr/>
          <p:nvPr/>
        </p:nvGrpSpPr>
        <p:grpSpPr>
          <a:xfrm>
            <a:off x="2213863" y="2059592"/>
            <a:ext cx="353645" cy="353645"/>
            <a:chOff x="-34763900" y="3561225"/>
            <a:chExt cx="291450" cy="291450"/>
          </a:xfrm>
        </p:grpSpPr>
        <p:sp>
          <p:nvSpPr>
            <p:cNvPr id="1925" name="Google Shape;1925;p82"/>
            <p:cNvSpPr/>
            <p:nvPr/>
          </p:nvSpPr>
          <p:spPr>
            <a:xfrm>
              <a:off x="-34693800" y="3629750"/>
              <a:ext cx="152025" cy="152825"/>
            </a:xfrm>
            <a:custGeom>
              <a:avLst/>
              <a:gdLst/>
              <a:ahLst/>
              <a:cxnLst/>
              <a:rect l="l" t="t" r="r" b="b"/>
              <a:pathLst>
                <a:path w="6081" h="6113" extrusionOk="0">
                  <a:moveTo>
                    <a:pt x="3025" y="1387"/>
                  </a:moveTo>
                  <a:cubicBezTo>
                    <a:pt x="3970" y="1387"/>
                    <a:pt x="4726" y="2143"/>
                    <a:pt x="4726" y="3088"/>
                  </a:cubicBezTo>
                  <a:cubicBezTo>
                    <a:pt x="4726" y="4033"/>
                    <a:pt x="3970" y="4789"/>
                    <a:pt x="3025" y="4789"/>
                  </a:cubicBezTo>
                  <a:cubicBezTo>
                    <a:pt x="2080" y="4789"/>
                    <a:pt x="1324" y="4033"/>
                    <a:pt x="1324" y="3088"/>
                  </a:cubicBezTo>
                  <a:cubicBezTo>
                    <a:pt x="1324" y="2143"/>
                    <a:pt x="2080" y="1387"/>
                    <a:pt x="3025" y="1387"/>
                  </a:cubicBezTo>
                  <a:close/>
                  <a:moveTo>
                    <a:pt x="2710" y="0"/>
                  </a:moveTo>
                  <a:lnTo>
                    <a:pt x="2710" y="442"/>
                  </a:lnTo>
                  <a:cubicBezTo>
                    <a:pt x="2710" y="599"/>
                    <a:pt x="2584" y="725"/>
                    <a:pt x="2426" y="757"/>
                  </a:cubicBezTo>
                  <a:cubicBezTo>
                    <a:pt x="2237" y="788"/>
                    <a:pt x="2017" y="914"/>
                    <a:pt x="1859" y="1009"/>
                  </a:cubicBezTo>
                  <a:cubicBezTo>
                    <a:pt x="1815" y="1031"/>
                    <a:pt x="1762" y="1041"/>
                    <a:pt x="1707" y="1041"/>
                  </a:cubicBezTo>
                  <a:cubicBezTo>
                    <a:pt x="1607" y="1041"/>
                    <a:pt x="1500" y="1007"/>
                    <a:pt x="1418" y="946"/>
                  </a:cubicBezTo>
                  <a:lnTo>
                    <a:pt x="1103" y="631"/>
                  </a:lnTo>
                  <a:lnTo>
                    <a:pt x="631" y="1103"/>
                  </a:lnTo>
                  <a:lnTo>
                    <a:pt x="946" y="1418"/>
                  </a:lnTo>
                  <a:cubicBezTo>
                    <a:pt x="1072" y="1544"/>
                    <a:pt x="1072" y="1702"/>
                    <a:pt x="977" y="1859"/>
                  </a:cubicBezTo>
                  <a:cubicBezTo>
                    <a:pt x="851" y="2048"/>
                    <a:pt x="788" y="2269"/>
                    <a:pt x="757" y="2458"/>
                  </a:cubicBezTo>
                  <a:cubicBezTo>
                    <a:pt x="694" y="2615"/>
                    <a:pt x="599" y="2710"/>
                    <a:pt x="442" y="2710"/>
                  </a:cubicBezTo>
                  <a:lnTo>
                    <a:pt x="1" y="2710"/>
                  </a:lnTo>
                  <a:lnTo>
                    <a:pt x="1" y="3403"/>
                  </a:lnTo>
                  <a:lnTo>
                    <a:pt x="442" y="3403"/>
                  </a:lnTo>
                  <a:cubicBezTo>
                    <a:pt x="599" y="3403"/>
                    <a:pt x="694" y="3498"/>
                    <a:pt x="757" y="3655"/>
                  </a:cubicBezTo>
                  <a:cubicBezTo>
                    <a:pt x="788" y="3876"/>
                    <a:pt x="914" y="4096"/>
                    <a:pt x="977" y="4254"/>
                  </a:cubicBezTo>
                  <a:cubicBezTo>
                    <a:pt x="1072" y="4380"/>
                    <a:pt x="1009" y="4569"/>
                    <a:pt x="946" y="4695"/>
                  </a:cubicBezTo>
                  <a:lnTo>
                    <a:pt x="631" y="5010"/>
                  </a:lnTo>
                  <a:lnTo>
                    <a:pt x="1103" y="5482"/>
                  </a:lnTo>
                  <a:lnTo>
                    <a:pt x="1418" y="5167"/>
                  </a:lnTo>
                  <a:cubicBezTo>
                    <a:pt x="1486" y="5100"/>
                    <a:pt x="1562" y="5068"/>
                    <a:pt x="1643" y="5068"/>
                  </a:cubicBezTo>
                  <a:cubicBezTo>
                    <a:pt x="1713" y="5068"/>
                    <a:pt x="1786" y="5092"/>
                    <a:pt x="1859" y="5136"/>
                  </a:cubicBezTo>
                  <a:cubicBezTo>
                    <a:pt x="2048" y="5230"/>
                    <a:pt x="2237" y="5325"/>
                    <a:pt x="2426" y="5356"/>
                  </a:cubicBezTo>
                  <a:cubicBezTo>
                    <a:pt x="2584" y="5419"/>
                    <a:pt x="2710" y="5514"/>
                    <a:pt x="2710" y="5671"/>
                  </a:cubicBezTo>
                  <a:lnTo>
                    <a:pt x="2710" y="6112"/>
                  </a:lnTo>
                  <a:lnTo>
                    <a:pt x="3372" y="6112"/>
                  </a:lnTo>
                  <a:lnTo>
                    <a:pt x="3372" y="5734"/>
                  </a:lnTo>
                  <a:cubicBezTo>
                    <a:pt x="3372" y="5577"/>
                    <a:pt x="3498" y="5451"/>
                    <a:pt x="3655" y="5419"/>
                  </a:cubicBezTo>
                  <a:cubicBezTo>
                    <a:pt x="3844" y="5356"/>
                    <a:pt x="4096" y="5262"/>
                    <a:pt x="4254" y="5167"/>
                  </a:cubicBezTo>
                  <a:cubicBezTo>
                    <a:pt x="4300" y="5133"/>
                    <a:pt x="4355" y="5119"/>
                    <a:pt x="4410" y="5119"/>
                  </a:cubicBezTo>
                  <a:cubicBezTo>
                    <a:pt x="4506" y="5119"/>
                    <a:pt x="4603" y="5159"/>
                    <a:pt x="4663" y="5199"/>
                  </a:cubicBezTo>
                  <a:lnTo>
                    <a:pt x="5010" y="5514"/>
                  </a:lnTo>
                  <a:lnTo>
                    <a:pt x="5451" y="5041"/>
                  </a:lnTo>
                  <a:lnTo>
                    <a:pt x="5136" y="4726"/>
                  </a:lnTo>
                  <a:cubicBezTo>
                    <a:pt x="5041" y="4632"/>
                    <a:pt x="5041" y="4474"/>
                    <a:pt x="5104" y="4285"/>
                  </a:cubicBezTo>
                  <a:cubicBezTo>
                    <a:pt x="5230" y="4096"/>
                    <a:pt x="5293" y="3907"/>
                    <a:pt x="5356" y="3718"/>
                  </a:cubicBezTo>
                  <a:cubicBezTo>
                    <a:pt x="5388" y="3561"/>
                    <a:pt x="5514" y="3434"/>
                    <a:pt x="5671" y="3434"/>
                  </a:cubicBezTo>
                  <a:lnTo>
                    <a:pt x="6081" y="3434"/>
                  </a:lnTo>
                  <a:lnTo>
                    <a:pt x="6081" y="2773"/>
                  </a:lnTo>
                  <a:lnTo>
                    <a:pt x="5671" y="2773"/>
                  </a:lnTo>
                  <a:cubicBezTo>
                    <a:pt x="5514" y="2710"/>
                    <a:pt x="5388" y="2615"/>
                    <a:pt x="5356" y="2458"/>
                  </a:cubicBezTo>
                  <a:cubicBezTo>
                    <a:pt x="5293" y="2269"/>
                    <a:pt x="5199" y="2017"/>
                    <a:pt x="5104" y="1859"/>
                  </a:cubicBezTo>
                  <a:cubicBezTo>
                    <a:pt x="5041" y="1733"/>
                    <a:pt x="5073" y="1544"/>
                    <a:pt x="5136" y="1418"/>
                  </a:cubicBezTo>
                  <a:lnTo>
                    <a:pt x="5451" y="1103"/>
                  </a:lnTo>
                  <a:lnTo>
                    <a:pt x="5010" y="631"/>
                  </a:lnTo>
                  <a:lnTo>
                    <a:pt x="4663" y="946"/>
                  </a:lnTo>
                  <a:cubicBezTo>
                    <a:pt x="4608" y="1019"/>
                    <a:pt x="4531" y="1050"/>
                    <a:pt x="4445" y="1050"/>
                  </a:cubicBezTo>
                  <a:cubicBezTo>
                    <a:pt x="4384" y="1050"/>
                    <a:pt x="4319" y="1035"/>
                    <a:pt x="4254" y="1009"/>
                  </a:cubicBezTo>
                  <a:cubicBezTo>
                    <a:pt x="4033" y="883"/>
                    <a:pt x="3844" y="788"/>
                    <a:pt x="3655" y="757"/>
                  </a:cubicBezTo>
                  <a:cubicBezTo>
                    <a:pt x="3498" y="725"/>
                    <a:pt x="3372" y="599"/>
                    <a:pt x="3372" y="442"/>
                  </a:cubicBezTo>
                  <a:lnTo>
                    <a:pt x="33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82"/>
            <p:cNvSpPr/>
            <p:nvPr/>
          </p:nvSpPr>
          <p:spPr>
            <a:xfrm>
              <a:off x="-34763900" y="356122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6522" y="2048"/>
                  </a:moveTo>
                  <a:cubicBezTo>
                    <a:pt x="6743" y="2048"/>
                    <a:pt x="6900" y="2206"/>
                    <a:pt x="6900" y="2395"/>
                  </a:cubicBezTo>
                  <a:lnTo>
                    <a:pt x="6900" y="2899"/>
                  </a:lnTo>
                  <a:cubicBezTo>
                    <a:pt x="6995" y="2962"/>
                    <a:pt x="7089" y="2994"/>
                    <a:pt x="7152" y="3025"/>
                  </a:cubicBezTo>
                  <a:lnTo>
                    <a:pt x="7530" y="2678"/>
                  </a:lnTo>
                  <a:cubicBezTo>
                    <a:pt x="7578" y="2615"/>
                    <a:pt x="7664" y="2584"/>
                    <a:pt x="7755" y="2584"/>
                  </a:cubicBezTo>
                  <a:cubicBezTo>
                    <a:pt x="7845" y="2584"/>
                    <a:pt x="7940" y="2615"/>
                    <a:pt x="8003" y="2678"/>
                  </a:cubicBezTo>
                  <a:lnTo>
                    <a:pt x="8979" y="3655"/>
                  </a:lnTo>
                  <a:cubicBezTo>
                    <a:pt x="9106" y="3781"/>
                    <a:pt x="9106" y="4002"/>
                    <a:pt x="8979" y="4128"/>
                  </a:cubicBezTo>
                  <a:lnTo>
                    <a:pt x="8633" y="4474"/>
                  </a:lnTo>
                  <a:cubicBezTo>
                    <a:pt x="8664" y="4569"/>
                    <a:pt x="8696" y="4695"/>
                    <a:pt x="8727" y="4758"/>
                  </a:cubicBezTo>
                  <a:lnTo>
                    <a:pt x="9263" y="4758"/>
                  </a:lnTo>
                  <a:cubicBezTo>
                    <a:pt x="9452" y="4758"/>
                    <a:pt x="9610" y="4915"/>
                    <a:pt x="9610" y="5104"/>
                  </a:cubicBezTo>
                  <a:lnTo>
                    <a:pt x="9610" y="6491"/>
                  </a:lnTo>
                  <a:cubicBezTo>
                    <a:pt x="9610" y="6680"/>
                    <a:pt x="9452" y="6837"/>
                    <a:pt x="9263" y="6837"/>
                  </a:cubicBezTo>
                  <a:lnTo>
                    <a:pt x="8727" y="6837"/>
                  </a:lnTo>
                  <a:cubicBezTo>
                    <a:pt x="8696" y="6963"/>
                    <a:pt x="8664" y="7026"/>
                    <a:pt x="8633" y="7121"/>
                  </a:cubicBezTo>
                  <a:lnTo>
                    <a:pt x="8979" y="7467"/>
                  </a:lnTo>
                  <a:cubicBezTo>
                    <a:pt x="9106" y="7593"/>
                    <a:pt x="9106" y="7814"/>
                    <a:pt x="8979" y="7940"/>
                  </a:cubicBezTo>
                  <a:lnTo>
                    <a:pt x="8003" y="8916"/>
                  </a:lnTo>
                  <a:cubicBezTo>
                    <a:pt x="7940" y="8979"/>
                    <a:pt x="7845" y="9011"/>
                    <a:pt x="7755" y="9011"/>
                  </a:cubicBezTo>
                  <a:cubicBezTo>
                    <a:pt x="7664" y="9011"/>
                    <a:pt x="7578" y="8979"/>
                    <a:pt x="7530" y="8916"/>
                  </a:cubicBezTo>
                  <a:lnTo>
                    <a:pt x="7152" y="8570"/>
                  </a:lnTo>
                  <a:cubicBezTo>
                    <a:pt x="7089" y="8601"/>
                    <a:pt x="6963" y="8664"/>
                    <a:pt x="6900" y="8696"/>
                  </a:cubicBezTo>
                  <a:lnTo>
                    <a:pt x="6900" y="9200"/>
                  </a:lnTo>
                  <a:cubicBezTo>
                    <a:pt x="6900" y="9389"/>
                    <a:pt x="6743" y="9547"/>
                    <a:pt x="6522" y="9547"/>
                  </a:cubicBezTo>
                  <a:lnTo>
                    <a:pt x="5167" y="9547"/>
                  </a:lnTo>
                  <a:cubicBezTo>
                    <a:pt x="4947" y="9547"/>
                    <a:pt x="4789" y="9389"/>
                    <a:pt x="4789" y="9200"/>
                  </a:cubicBezTo>
                  <a:lnTo>
                    <a:pt x="4789" y="8696"/>
                  </a:lnTo>
                  <a:cubicBezTo>
                    <a:pt x="4695" y="8664"/>
                    <a:pt x="4600" y="8601"/>
                    <a:pt x="4537" y="8570"/>
                  </a:cubicBezTo>
                  <a:lnTo>
                    <a:pt x="4159" y="8916"/>
                  </a:lnTo>
                  <a:cubicBezTo>
                    <a:pt x="4112" y="8979"/>
                    <a:pt x="4025" y="9011"/>
                    <a:pt x="3935" y="9011"/>
                  </a:cubicBezTo>
                  <a:cubicBezTo>
                    <a:pt x="3844" y="9011"/>
                    <a:pt x="3750" y="8979"/>
                    <a:pt x="3687" y="8916"/>
                  </a:cubicBezTo>
                  <a:lnTo>
                    <a:pt x="2710" y="7940"/>
                  </a:lnTo>
                  <a:cubicBezTo>
                    <a:pt x="2584" y="7814"/>
                    <a:pt x="2584" y="7593"/>
                    <a:pt x="2710" y="7467"/>
                  </a:cubicBezTo>
                  <a:lnTo>
                    <a:pt x="3057" y="7121"/>
                  </a:lnTo>
                  <a:cubicBezTo>
                    <a:pt x="3025" y="7026"/>
                    <a:pt x="2994" y="6932"/>
                    <a:pt x="2962" y="6837"/>
                  </a:cubicBezTo>
                  <a:lnTo>
                    <a:pt x="2426" y="6837"/>
                  </a:lnTo>
                  <a:cubicBezTo>
                    <a:pt x="2237" y="6837"/>
                    <a:pt x="2080" y="6680"/>
                    <a:pt x="2080" y="6491"/>
                  </a:cubicBezTo>
                  <a:lnTo>
                    <a:pt x="2080" y="5104"/>
                  </a:lnTo>
                  <a:cubicBezTo>
                    <a:pt x="2080" y="4915"/>
                    <a:pt x="2237" y="4758"/>
                    <a:pt x="2426" y="4758"/>
                  </a:cubicBezTo>
                  <a:lnTo>
                    <a:pt x="2962" y="4758"/>
                  </a:lnTo>
                  <a:cubicBezTo>
                    <a:pt x="2994" y="4632"/>
                    <a:pt x="3025" y="4569"/>
                    <a:pt x="3057" y="4474"/>
                  </a:cubicBezTo>
                  <a:lnTo>
                    <a:pt x="2710" y="4128"/>
                  </a:lnTo>
                  <a:cubicBezTo>
                    <a:pt x="2584" y="4002"/>
                    <a:pt x="2584" y="3781"/>
                    <a:pt x="2710" y="3655"/>
                  </a:cubicBezTo>
                  <a:lnTo>
                    <a:pt x="3687" y="2678"/>
                  </a:lnTo>
                  <a:cubicBezTo>
                    <a:pt x="3750" y="2615"/>
                    <a:pt x="3844" y="2584"/>
                    <a:pt x="3935" y="2584"/>
                  </a:cubicBezTo>
                  <a:cubicBezTo>
                    <a:pt x="4025" y="2584"/>
                    <a:pt x="4112" y="2615"/>
                    <a:pt x="4159" y="2678"/>
                  </a:cubicBezTo>
                  <a:lnTo>
                    <a:pt x="4537" y="3025"/>
                  </a:lnTo>
                  <a:cubicBezTo>
                    <a:pt x="4600" y="2994"/>
                    <a:pt x="4726" y="2962"/>
                    <a:pt x="4789" y="2899"/>
                  </a:cubicBezTo>
                  <a:lnTo>
                    <a:pt x="4789" y="2395"/>
                  </a:lnTo>
                  <a:cubicBezTo>
                    <a:pt x="4789" y="2206"/>
                    <a:pt x="4947" y="2048"/>
                    <a:pt x="5167" y="2048"/>
                  </a:cubicBezTo>
                  <a:close/>
                  <a:moveTo>
                    <a:pt x="5829" y="1"/>
                  </a:moveTo>
                  <a:cubicBezTo>
                    <a:pt x="2647" y="1"/>
                    <a:pt x="1" y="2647"/>
                    <a:pt x="1" y="5829"/>
                  </a:cubicBezTo>
                  <a:cubicBezTo>
                    <a:pt x="1" y="6837"/>
                    <a:pt x="284" y="7877"/>
                    <a:pt x="820" y="8790"/>
                  </a:cubicBezTo>
                  <a:lnTo>
                    <a:pt x="32" y="11185"/>
                  </a:lnTo>
                  <a:cubicBezTo>
                    <a:pt x="1" y="11311"/>
                    <a:pt x="32" y="11468"/>
                    <a:pt x="127" y="11531"/>
                  </a:cubicBezTo>
                  <a:cubicBezTo>
                    <a:pt x="174" y="11602"/>
                    <a:pt x="274" y="11638"/>
                    <a:pt x="375" y="11638"/>
                  </a:cubicBezTo>
                  <a:cubicBezTo>
                    <a:pt x="408" y="11638"/>
                    <a:pt x="442" y="11634"/>
                    <a:pt x="473" y="11626"/>
                  </a:cubicBezTo>
                  <a:lnTo>
                    <a:pt x="2868" y="10838"/>
                  </a:lnTo>
                  <a:cubicBezTo>
                    <a:pt x="3781" y="11374"/>
                    <a:pt x="4789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57" y="2584"/>
                    <a:pt x="9011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82"/>
            <p:cNvSpPr/>
            <p:nvPr/>
          </p:nvSpPr>
          <p:spPr>
            <a:xfrm>
              <a:off x="-34644175" y="368095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41"/>
                    <a:pt x="1576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8" name="Google Shape;1928;p82"/>
          <p:cNvSpPr/>
          <p:nvPr/>
        </p:nvSpPr>
        <p:spPr>
          <a:xfrm>
            <a:off x="6638799" y="3165026"/>
            <a:ext cx="353645" cy="353615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955" y="1733"/>
                </a:moveTo>
                <a:cubicBezTo>
                  <a:pt x="7089" y="1733"/>
                  <a:pt x="8003" y="2647"/>
                  <a:pt x="8003" y="3781"/>
                </a:cubicBezTo>
                <a:cubicBezTo>
                  <a:pt x="7877" y="4442"/>
                  <a:pt x="7562" y="5041"/>
                  <a:pt x="7058" y="5419"/>
                </a:cubicBezTo>
                <a:cubicBezTo>
                  <a:pt x="6837" y="5577"/>
                  <a:pt x="6522" y="5892"/>
                  <a:pt x="6522" y="6333"/>
                </a:cubicBezTo>
                <a:lnTo>
                  <a:pt x="6522" y="6522"/>
                </a:lnTo>
                <a:cubicBezTo>
                  <a:pt x="6522" y="6931"/>
                  <a:pt x="6207" y="7215"/>
                  <a:pt x="5861" y="7215"/>
                </a:cubicBezTo>
                <a:cubicBezTo>
                  <a:pt x="5482" y="7215"/>
                  <a:pt x="5199" y="6900"/>
                  <a:pt x="5199" y="6522"/>
                </a:cubicBezTo>
                <a:lnTo>
                  <a:pt x="5199" y="6333"/>
                </a:lnTo>
                <a:cubicBezTo>
                  <a:pt x="5199" y="5577"/>
                  <a:pt x="5577" y="4852"/>
                  <a:pt x="6302" y="4316"/>
                </a:cubicBezTo>
                <a:cubicBezTo>
                  <a:pt x="6491" y="4190"/>
                  <a:pt x="6585" y="4001"/>
                  <a:pt x="6585" y="3781"/>
                </a:cubicBezTo>
                <a:cubicBezTo>
                  <a:pt x="6585" y="3371"/>
                  <a:pt x="6270" y="3119"/>
                  <a:pt x="5892" y="3119"/>
                </a:cubicBezTo>
                <a:cubicBezTo>
                  <a:pt x="5514" y="3119"/>
                  <a:pt x="5230" y="3434"/>
                  <a:pt x="5230" y="3781"/>
                </a:cubicBezTo>
                <a:cubicBezTo>
                  <a:pt x="5230" y="4159"/>
                  <a:pt x="4915" y="4442"/>
                  <a:pt x="4569" y="4442"/>
                </a:cubicBezTo>
                <a:cubicBezTo>
                  <a:pt x="4191" y="4442"/>
                  <a:pt x="3907" y="4127"/>
                  <a:pt x="3907" y="3781"/>
                </a:cubicBezTo>
                <a:cubicBezTo>
                  <a:pt x="3907" y="2647"/>
                  <a:pt x="4821" y="1733"/>
                  <a:pt x="5955" y="1733"/>
                </a:cubicBezTo>
                <a:close/>
                <a:moveTo>
                  <a:pt x="5829" y="8570"/>
                </a:moveTo>
                <a:cubicBezTo>
                  <a:pt x="6176" y="8570"/>
                  <a:pt x="6491" y="8885"/>
                  <a:pt x="6491" y="9263"/>
                </a:cubicBezTo>
                <a:cubicBezTo>
                  <a:pt x="6491" y="9641"/>
                  <a:pt x="6207" y="9924"/>
                  <a:pt x="5829" y="9924"/>
                </a:cubicBezTo>
                <a:cubicBezTo>
                  <a:pt x="5419" y="9924"/>
                  <a:pt x="5167" y="9609"/>
                  <a:pt x="5167" y="9263"/>
                </a:cubicBezTo>
                <a:cubicBezTo>
                  <a:pt x="5167" y="8853"/>
                  <a:pt x="5482" y="8570"/>
                  <a:pt x="5829" y="8570"/>
                </a:cubicBezTo>
                <a:close/>
                <a:moveTo>
                  <a:pt x="5829" y="0"/>
                </a:moveTo>
                <a:cubicBezTo>
                  <a:pt x="2647" y="0"/>
                  <a:pt x="1" y="2615"/>
                  <a:pt x="1" y="5829"/>
                </a:cubicBezTo>
                <a:cubicBezTo>
                  <a:pt x="1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647"/>
                  <a:pt x="9011" y="0"/>
                  <a:pt x="58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9" name="Google Shape;1929;p82"/>
          <p:cNvGrpSpPr/>
          <p:nvPr/>
        </p:nvGrpSpPr>
        <p:grpSpPr>
          <a:xfrm>
            <a:off x="2793348" y="2634965"/>
            <a:ext cx="354586" cy="354586"/>
            <a:chOff x="-32927950" y="3227275"/>
            <a:chExt cx="292225" cy="292225"/>
          </a:xfrm>
        </p:grpSpPr>
        <p:sp>
          <p:nvSpPr>
            <p:cNvPr id="1930" name="Google Shape;1930;p82"/>
            <p:cNvSpPr/>
            <p:nvPr/>
          </p:nvSpPr>
          <p:spPr>
            <a:xfrm>
              <a:off x="-32927950" y="3228075"/>
              <a:ext cx="69325" cy="291425"/>
            </a:xfrm>
            <a:custGeom>
              <a:avLst/>
              <a:gdLst/>
              <a:ahLst/>
              <a:cxnLst/>
              <a:rect l="l" t="t" r="r" b="b"/>
              <a:pathLst>
                <a:path w="2773" h="11657" extrusionOk="0">
                  <a:moveTo>
                    <a:pt x="1733" y="0"/>
                  </a:moveTo>
                  <a:cubicBezTo>
                    <a:pt x="1198" y="0"/>
                    <a:pt x="725" y="473"/>
                    <a:pt x="725" y="1040"/>
                  </a:cubicBezTo>
                  <a:lnTo>
                    <a:pt x="725" y="1386"/>
                  </a:lnTo>
                  <a:lnTo>
                    <a:pt x="347" y="1386"/>
                  </a:lnTo>
                  <a:cubicBezTo>
                    <a:pt x="158" y="1386"/>
                    <a:pt x="1" y="1544"/>
                    <a:pt x="1" y="1733"/>
                  </a:cubicBezTo>
                  <a:cubicBezTo>
                    <a:pt x="1" y="1922"/>
                    <a:pt x="158" y="2079"/>
                    <a:pt x="347" y="2079"/>
                  </a:cubicBezTo>
                  <a:lnTo>
                    <a:pt x="725" y="2079"/>
                  </a:lnTo>
                  <a:lnTo>
                    <a:pt x="725" y="3466"/>
                  </a:lnTo>
                  <a:lnTo>
                    <a:pt x="347" y="3466"/>
                  </a:lnTo>
                  <a:cubicBezTo>
                    <a:pt x="158" y="3466"/>
                    <a:pt x="1" y="3623"/>
                    <a:pt x="1" y="3812"/>
                  </a:cubicBezTo>
                  <a:cubicBezTo>
                    <a:pt x="1" y="4033"/>
                    <a:pt x="158" y="4190"/>
                    <a:pt x="347" y="4190"/>
                  </a:cubicBezTo>
                  <a:lnTo>
                    <a:pt x="725" y="4190"/>
                  </a:lnTo>
                  <a:lnTo>
                    <a:pt x="725" y="5608"/>
                  </a:lnTo>
                  <a:lnTo>
                    <a:pt x="347" y="5608"/>
                  </a:lnTo>
                  <a:cubicBezTo>
                    <a:pt x="158" y="5608"/>
                    <a:pt x="1" y="5765"/>
                    <a:pt x="1" y="5954"/>
                  </a:cubicBezTo>
                  <a:cubicBezTo>
                    <a:pt x="1" y="6143"/>
                    <a:pt x="158" y="6301"/>
                    <a:pt x="347" y="6301"/>
                  </a:cubicBezTo>
                  <a:lnTo>
                    <a:pt x="725" y="6301"/>
                  </a:lnTo>
                  <a:lnTo>
                    <a:pt x="725" y="7687"/>
                  </a:lnTo>
                  <a:lnTo>
                    <a:pt x="347" y="7687"/>
                  </a:lnTo>
                  <a:cubicBezTo>
                    <a:pt x="158" y="7687"/>
                    <a:pt x="1" y="7845"/>
                    <a:pt x="1" y="8034"/>
                  </a:cubicBezTo>
                  <a:cubicBezTo>
                    <a:pt x="1" y="8223"/>
                    <a:pt x="158" y="8380"/>
                    <a:pt x="347" y="8380"/>
                  </a:cubicBezTo>
                  <a:lnTo>
                    <a:pt x="725" y="8380"/>
                  </a:lnTo>
                  <a:lnTo>
                    <a:pt x="725" y="9767"/>
                  </a:lnTo>
                  <a:lnTo>
                    <a:pt x="347" y="9767"/>
                  </a:lnTo>
                  <a:lnTo>
                    <a:pt x="347" y="9577"/>
                  </a:lnTo>
                  <a:cubicBezTo>
                    <a:pt x="158" y="9577"/>
                    <a:pt x="1" y="9735"/>
                    <a:pt x="1" y="9924"/>
                  </a:cubicBezTo>
                  <a:cubicBezTo>
                    <a:pt x="1" y="10113"/>
                    <a:pt x="158" y="10271"/>
                    <a:pt x="347" y="10271"/>
                  </a:cubicBezTo>
                  <a:lnTo>
                    <a:pt x="725" y="10271"/>
                  </a:lnTo>
                  <a:lnTo>
                    <a:pt x="725" y="10649"/>
                  </a:lnTo>
                  <a:cubicBezTo>
                    <a:pt x="725" y="11184"/>
                    <a:pt x="1198" y="11657"/>
                    <a:pt x="1733" y="11657"/>
                  </a:cubicBezTo>
                  <a:lnTo>
                    <a:pt x="2773" y="11657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82"/>
            <p:cNvSpPr/>
            <p:nvPr/>
          </p:nvSpPr>
          <p:spPr>
            <a:xfrm>
              <a:off x="-32841300" y="3227275"/>
              <a:ext cx="154400" cy="291450"/>
            </a:xfrm>
            <a:custGeom>
              <a:avLst/>
              <a:gdLst/>
              <a:ahLst/>
              <a:cxnLst/>
              <a:rect l="l" t="t" r="r" b="b"/>
              <a:pathLst>
                <a:path w="6176" h="11658" extrusionOk="0">
                  <a:moveTo>
                    <a:pt x="4096" y="2048"/>
                  </a:moveTo>
                  <a:cubicBezTo>
                    <a:pt x="4285" y="2048"/>
                    <a:pt x="4442" y="2206"/>
                    <a:pt x="4442" y="2395"/>
                  </a:cubicBezTo>
                  <a:lnTo>
                    <a:pt x="4442" y="3750"/>
                  </a:lnTo>
                  <a:cubicBezTo>
                    <a:pt x="4442" y="3939"/>
                    <a:pt x="4285" y="4096"/>
                    <a:pt x="4096" y="4096"/>
                  </a:cubicBezTo>
                  <a:lnTo>
                    <a:pt x="3088" y="4096"/>
                  </a:lnTo>
                  <a:lnTo>
                    <a:pt x="3088" y="7562"/>
                  </a:lnTo>
                  <a:lnTo>
                    <a:pt x="4096" y="7562"/>
                  </a:lnTo>
                  <a:cubicBezTo>
                    <a:pt x="4285" y="7562"/>
                    <a:pt x="4442" y="7719"/>
                    <a:pt x="4442" y="7908"/>
                  </a:cubicBezTo>
                  <a:lnTo>
                    <a:pt x="4442" y="9294"/>
                  </a:lnTo>
                  <a:cubicBezTo>
                    <a:pt x="4442" y="9483"/>
                    <a:pt x="4285" y="9641"/>
                    <a:pt x="4096" y="9641"/>
                  </a:cubicBezTo>
                  <a:lnTo>
                    <a:pt x="3088" y="9641"/>
                  </a:lnTo>
                  <a:cubicBezTo>
                    <a:pt x="2332" y="9641"/>
                    <a:pt x="1701" y="9011"/>
                    <a:pt x="1701" y="8255"/>
                  </a:cubicBezTo>
                  <a:lnTo>
                    <a:pt x="1701" y="3435"/>
                  </a:lnTo>
                  <a:cubicBezTo>
                    <a:pt x="1701" y="2678"/>
                    <a:pt x="2332" y="2048"/>
                    <a:pt x="3088" y="2048"/>
                  </a:cubicBezTo>
                  <a:close/>
                  <a:moveTo>
                    <a:pt x="0" y="1"/>
                  </a:moveTo>
                  <a:lnTo>
                    <a:pt x="0" y="11657"/>
                  </a:lnTo>
                  <a:lnTo>
                    <a:pt x="5167" y="11657"/>
                  </a:lnTo>
                  <a:cubicBezTo>
                    <a:pt x="5703" y="11657"/>
                    <a:pt x="6175" y="11185"/>
                    <a:pt x="6175" y="10618"/>
                  </a:cubicBezTo>
                  <a:lnTo>
                    <a:pt x="6175" y="1009"/>
                  </a:lnTo>
                  <a:cubicBezTo>
                    <a:pt x="6175" y="473"/>
                    <a:pt x="5703" y="1"/>
                    <a:pt x="5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82"/>
            <p:cNvSpPr/>
            <p:nvPr/>
          </p:nvSpPr>
          <p:spPr>
            <a:xfrm>
              <a:off x="-32669600" y="3261925"/>
              <a:ext cx="33875" cy="51225"/>
            </a:xfrm>
            <a:custGeom>
              <a:avLst/>
              <a:gdLst/>
              <a:ahLst/>
              <a:cxnLst/>
              <a:rect l="l" t="t" r="r" b="b"/>
              <a:pathLst>
                <a:path w="1355" h="2049" extrusionOk="0">
                  <a:moveTo>
                    <a:pt x="0" y="1"/>
                  </a:moveTo>
                  <a:lnTo>
                    <a:pt x="0" y="2049"/>
                  </a:lnTo>
                  <a:lnTo>
                    <a:pt x="1355" y="2049"/>
                  </a:lnTo>
                  <a:lnTo>
                    <a:pt x="1355" y="347"/>
                  </a:lnTo>
                  <a:cubicBezTo>
                    <a:pt x="1355" y="158"/>
                    <a:pt x="1197" y="1"/>
                    <a:pt x="1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82"/>
            <p:cNvSpPr/>
            <p:nvPr/>
          </p:nvSpPr>
          <p:spPr>
            <a:xfrm>
              <a:off x="-32669600" y="3329675"/>
              <a:ext cx="33875" cy="35450"/>
            </a:xfrm>
            <a:custGeom>
              <a:avLst/>
              <a:gdLst/>
              <a:ahLst/>
              <a:cxnLst/>
              <a:rect l="l" t="t" r="r" b="b"/>
              <a:pathLst>
                <a:path w="1355" h="1418" extrusionOk="0">
                  <a:moveTo>
                    <a:pt x="0" y="0"/>
                  </a:moveTo>
                  <a:lnTo>
                    <a:pt x="0" y="1418"/>
                  </a:lnTo>
                  <a:lnTo>
                    <a:pt x="1355" y="1418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82"/>
            <p:cNvSpPr/>
            <p:nvPr/>
          </p:nvSpPr>
          <p:spPr>
            <a:xfrm>
              <a:off x="-32669600" y="3381650"/>
              <a:ext cx="33875" cy="51225"/>
            </a:xfrm>
            <a:custGeom>
              <a:avLst/>
              <a:gdLst/>
              <a:ahLst/>
              <a:cxnLst/>
              <a:rect l="l" t="t" r="r" b="b"/>
              <a:pathLst>
                <a:path w="1355" h="2049" extrusionOk="0">
                  <a:moveTo>
                    <a:pt x="0" y="0"/>
                  </a:moveTo>
                  <a:lnTo>
                    <a:pt x="0" y="2048"/>
                  </a:lnTo>
                  <a:lnTo>
                    <a:pt x="1008" y="2048"/>
                  </a:lnTo>
                  <a:cubicBezTo>
                    <a:pt x="1197" y="2048"/>
                    <a:pt x="1355" y="1891"/>
                    <a:pt x="1355" y="170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5" name="Google Shape;1935;p82"/>
          <p:cNvGrpSpPr/>
          <p:nvPr/>
        </p:nvGrpSpPr>
        <p:grpSpPr>
          <a:xfrm>
            <a:off x="1638893" y="3696349"/>
            <a:ext cx="355557" cy="353645"/>
            <a:chOff x="-32927950" y="3586425"/>
            <a:chExt cx="293025" cy="291450"/>
          </a:xfrm>
        </p:grpSpPr>
        <p:sp>
          <p:nvSpPr>
            <p:cNvPr id="1936" name="Google Shape;1936;p82"/>
            <p:cNvSpPr/>
            <p:nvPr/>
          </p:nvSpPr>
          <p:spPr>
            <a:xfrm>
              <a:off x="-32927950" y="3843975"/>
              <a:ext cx="293025" cy="33900"/>
            </a:xfrm>
            <a:custGeom>
              <a:avLst/>
              <a:gdLst/>
              <a:ahLst/>
              <a:cxnLst/>
              <a:rect l="l" t="t" r="r" b="b"/>
              <a:pathLst>
                <a:path w="11721" h="1356" extrusionOk="0">
                  <a:moveTo>
                    <a:pt x="662" y="1"/>
                  </a:moveTo>
                  <a:cubicBezTo>
                    <a:pt x="284" y="1"/>
                    <a:pt x="1" y="316"/>
                    <a:pt x="1" y="662"/>
                  </a:cubicBezTo>
                  <a:lnTo>
                    <a:pt x="1" y="1009"/>
                  </a:lnTo>
                  <a:cubicBezTo>
                    <a:pt x="1" y="1198"/>
                    <a:pt x="158" y="1355"/>
                    <a:pt x="347" y="1355"/>
                  </a:cubicBezTo>
                  <a:lnTo>
                    <a:pt x="11342" y="1355"/>
                  </a:lnTo>
                  <a:cubicBezTo>
                    <a:pt x="11563" y="1355"/>
                    <a:pt x="11720" y="1198"/>
                    <a:pt x="11720" y="1009"/>
                  </a:cubicBezTo>
                  <a:lnTo>
                    <a:pt x="11720" y="694"/>
                  </a:lnTo>
                  <a:cubicBezTo>
                    <a:pt x="11689" y="316"/>
                    <a:pt x="11374" y="1"/>
                    <a:pt x="109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82"/>
            <p:cNvSpPr/>
            <p:nvPr/>
          </p:nvSpPr>
          <p:spPr>
            <a:xfrm>
              <a:off x="-32872025" y="3723475"/>
              <a:ext cx="180400" cy="52000"/>
            </a:xfrm>
            <a:custGeom>
              <a:avLst/>
              <a:gdLst/>
              <a:ahLst/>
              <a:cxnLst/>
              <a:rect l="l" t="t" r="r" b="b"/>
              <a:pathLst>
                <a:path w="7216" h="2080" extrusionOk="0">
                  <a:moveTo>
                    <a:pt x="757" y="1"/>
                  </a:moveTo>
                  <a:lnTo>
                    <a:pt x="0" y="2080"/>
                  </a:lnTo>
                  <a:lnTo>
                    <a:pt x="7215" y="2080"/>
                  </a:lnTo>
                  <a:lnTo>
                    <a:pt x="65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82"/>
            <p:cNvSpPr/>
            <p:nvPr/>
          </p:nvSpPr>
          <p:spPr>
            <a:xfrm>
              <a:off x="-32890150" y="3792775"/>
              <a:ext cx="217425" cy="33900"/>
            </a:xfrm>
            <a:custGeom>
              <a:avLst/>
              <a:gdLst/>
              <a:ahLst/>
              <a:cxnLst/>
              <a:rect l="l" t="t" r="r" b="b"/>
              <a:pathLst>
                <a:path w="8697" h="1356" extrusionOk="0">
                  <a:moveTo>
                    <a:pt x="505" y="1"/>
                  </a:moveTo>
                  <a:lnTo>
                    <a:pt x="1" y="1356"/>
                  </a:lnTo>
                  <a:lnTo>
                    <a:pt x="8696" y="1356"/>
                  </a:lnTo>
                  <a:lnTo>
                    <a:pt x="82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82"/>
            <p:cNvSpPr/>
            <p:nvPr/>
          </p:nvSpPr>
          <p:spPr>
            <a:xfrm>
              <a:off x="-32822400" y="3586425"/>
              <a:ext cx="82725" cy="52800"/>
            </a:xfrm>
            <a:custGeom>
              <a:avLst/>
              <a:gdLst/>
              <a:ahLst/>
              <a:cxnLst/>
              <a:rect l="l" t="t" r="r" b="b"/>
              <a:pathLst>
                <a:path w="3309" h="2112" extrusionOk="0">
                  <a:moveTo>
                    <a:pt x="1639" y="1"/>
                  </a:moveTo>
                  <a:cubicBezTo>
                    <a:pt x="1103" y="1"/>
                    <a:pt x="599" y="379"/>
                    <a:pt x="441" y="883"/>
                  </a:cubicBezTo>
                  <a:lnTo>
                    <a:pt x="0" y="2112"/>
                  </a:lnTo>
                  <a:lnTo>
                    <a:pt x="3308" y="2112"/>
                  </a:lnTo>
                  <a:lnTo>
                    <a:pt x="2867" y="883"/>
                  </a:lnTo>
                  <a:cubicBezTo>
                    <a:pt x="2678" y="316"/>
                    <a:pt x="2206" y="1"/>
                    <a:pt x="16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82"/>
            <p:cNvSpPr/>
            <p:nvPr/>
          </p:nvSpPr>
          <p:spPr>
            <a:xfrm>
              <a:off x="-32846825" y="3655750"/>
              <a:ext cx="131550" cy="51200"/>
            </a:xfrm>
            <a:custGeom>
              <a:avLst/>
              <a:gdLst/>
              <a:ahLst/>
              <a:cxnLst/>
              <a:rect l="l" t="t" r="r" b="b"/>
              <a:pathLst>
                <a:path w="5262" h="2048" extrusionOk="0">
                  <a:moveTo>
                    <a:pt x="694" y="0"/>
                  </a:moveTo>
                  <a:lnTo>
                    <a:pt x="1" y="2048"/>
                  </a:lnTo>
                  <a:lnTo>
                    <a:pt x="5262" y="2048"/>
                  </a:lnTo>
                  <a:lnTo>
                    <a:pt x="4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1" name="Google Shape;1941;p82"/>
          <p:cNvGrpSpPr/>
          <p:nvPr/>
        </p:nvGrpSpPr>
        <p:grpSpPr>
          <a:xfrm>
            <a:off x="4030580" y="2635309"/>
            <a:ext cx="354586" cy="353888"/>
            <a:chOff x="-31094350" y="3194000"/>
            <a:chExt cx="292225" cy="291650"/>
          </a:xfrm>
        </p:grpSpPr>
        <p:sp>
          <p:nvSpPr>
            <p:cNvPr id="1942" name="Google Shape;1942;p82"/>
            <p:cNvSpPr/>
            <p:nvPr/>
          </p:nvSpPr>
          <p:spPr>
            <a:xfrm>
              <a:off x="-31033700" y="3194000"/>
              <a:ext cx="103200" cy="34100"/>
            </a:xfrm>
            <a:custGeom>
              <a:avLst/>
              <a:gdLst/>
              <a:ahLst/>
              <a:cxnLst/>
              <a:rect l="l" t="t" r="r" b="b"/>
              <a:pathLst>
                <a:path w="4128" h="1364" extrusionOk="0">
                  <a:moveTo>
                    <a:pt x="645" y="0"/>
                  </a:moveTo>
                  <a:cubicBezTo>
                    <a:pt x="263" y="0"/>
                    <a:pt x="0" y="296"/>
                    <a:pt x="0" y="670"/>
                  </a:cubicBezTo>
                  <a:lnTo>
                    <a:pt x="0" y="1016"/>
                  </a:lnTo>
                  <a:cubicBezTo>
                    <a:pt x="0" y="1205"/>
                    <a:pt x="158" y="1363"/>
                    <a:pt x="347" y="1363"/>
                  </a:cubicBezTo>
                  <a:lnTo>
                    <a:pt x="3781" y="1363"/>
                  </a:lnTo>
                  <a:cubicBezTo>
                    <a:pt x="3970" y="1363"/>
                    <a:pt x="4127" y="1205"/>
                    <a:pt x="4127" y="1016"/>
                  </a:cubicBezTo>
                  <a:lnTo>
                    <a:pt x="4127" y="670"/>
                  </a:lnTo>
                  <a:cubicBezTo>
                    <a:pt x="4127" y="260"/>
                    <a:pt x="3812" y="8"/>
                    <a:pt x="3466" y="8"/>
                  </a:cubicBezTo>
                  <a:lnTo>
                    <a:pt x="756" y="8"/>
                  </a:lnTo>
                  <a:cubicBezTo>
                    <a:pt x="718" y="3"/>
                    <a:pt x="681" y="0"/>
                    <a:pt x="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82"/>
            <p:cNvSpPr/>
            <p:nvPr/>
          </p:nvSpPr>
          <p:spPr>
            <a:xfrm>
              <a:off x="-31042375" y="3346200"/>
              <a:ext cx="16550" cy="18150"/>
            </a:xfrm>
            <a:custGeom>
              <a:avLst/>
              <a:gdLst/>
              <a:ahLst/>
              <a:cxnLst/>
              <a:rect l="l" t="t" r="r" b="b"/>
              <a:pathLst>
                <a:path w="662" h="726" extrusionOk="0">
                  <a:moveTo>
                    <a:pt x="1" y="1"/>
                  </a:moveTo>
                  <a:lnTo>
                    <a:pt x="1" y="725"/>
                  </a:lnTo>
                  <a:lnTo>
                    <a:pt x="662" y="725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82"/>
            <p:cNvSpPr/>
            <p:nvPr/>
          </p:nvSpPr>
          <p:spPr>
            <a:xfrm>
              <a:off x="-31042375" y="3278475"/>
              <a:ext cx="16550" cy="16550"/>
            </a:xfrm>
            <a:custGeom>
              <a:avLst/>
              <a:gdLst/>
              <a:ahLst/>
              <a:cxnLst/>
              <a:rect l="l" t="t" r="r" b="b"/>
              <a:pathLst>
                <a:path w="662" h="662" extrusionOk="0">
                  <a:moveTo>
                    <a:pt x="1" y="0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82"/>
            <p:cNvSpPr/>
            <p:nvPr/>
          </p:nvSpPr>
          <p:spPr>
            <a:xfrm>
              <a:off x="-31042375" y="3416300"/>
              <a:ext cx="16550" cy="16575"/>
            </a:xfrm>
            <a:custGeom>
              <a:avLst/>
              <a:gdLst/>
              <a:ahLst/>
              <a:cxnLst/>
              <a:rect l="l" t="t" r="r" b="b"/>
              <a:pathLst>
                <a:path w="662" h="663" extrusionOk="0">
                  <a:moveTo>
                    <a:pt x="1" y="1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82"/>
            <p:cNvSpPr/>
            <p:nvPr/>
          </p:nvSpPr>
          <p:spPr>
            <a:xfrm>
              <a:off x="-31094350" y="3210725"/>
              <a:ext cx="222900" cy="274925"/>
            </a:xfrm>
            <a:custGeom>
              <a:avLst/>
              <a:gdLst/>
              <a:ahLst/>
              <a:cxnLst/>
              <a:rect l="l" t="t" r="r" b="b"/>
              <a:pathLst>
                <a:path w="8916" h="10997" extrusionOk="0">
                  <a:moveTo>
                    <a:pt x="7183" y="2049"/>
                  </a:moveTo>
                  <a:cubicBezTo>
                    <a:pt x="7404" y="2049"/>
                    <a:pt x="7561" y="2206"/>
                    <a:pt x="7561" y="2395"/>
                  </a:cubicBezTo>
                  <a:cubicBezTo>
                    <a:pt x="7561" y="2584"/>
                    <a:pt x="7404" y="2742"/>
                    <a:pt x="7183" y="2742"/>
                  </a:cubicBezTo>
                  <a:lnTo>
                    <a:pt x="4474" y="2742"/>
                  </a:lnTo>
                  <a:cubicBezTo>
                    <a:pt x="4285" y="2742"/>
                    <a:pt x="4127" y="2584"/>
                    <a:pt x="4127" y="2395"/>
                  </a:cubicBezTo>
                  <a:cubicBezTo>
                    <a:pt x="4127" y="2206"/>
                    <a:pt x="4285" y="2049"/>
                    <a:pt x="4474" y="2049"/>
                  </a:cubicBezTo>
                  <a:close/>
                  <a:moveTo>
                    <a:pt x="3151" y="2017"/>
                  </a:moveTo>
                  <a:cubicBezTo>
                    <a:pt x="3340" y="2017"/>
                    <a:pt x="3497" y="2175"/>
                    <a:pt x="3497" y="2364"/>
                  </a:cubicBezTo>
                  <a:lnTo>
                    <a:pt x="3497" y="3750"/>
                  </a:lnTo>
                  <a:cubicBezTo>
                    <a:pt x="3497" y="3939"/>
                    <a:pt x="3340" y="4097"/>
                    <a:pt x="3151" y="4097"/>
                  </a:cubicBezTo>
                  <a:lnTo>
                    <a:pt x="1764" y="4097"/>
                  </a:lnTo>
                  <a:cubicBezTo>
                    <a:pt x="1575" y="4097"/>
                    <a:pt x="1418" y="3939"/>
                    <a:pt x="1418" y="3750"/>
                  </a:cubicBezTo>
                  <a:lnTo>
                    <a:pt x="1418" y="2364"/>
                  </a:lnTo>
                  <a:cubicBezTo>
                    <a:pt x="1418" y="2175"/>
                    <a:pt x="1575" y="2017"/>
                    <a:pt x="1764" y="2017"/>
                  </a:cubicBezTo>
                  <a:close/>
                  <a:moveTo>
                    <a:pt x="5860" y="3372"/>
                  </a:moveTo>
                  <a:cubicBezTo>
                    <a:pt x="6049" y="3372"/>
                    <a:pt x="6207" y="3529"/>
                    <a:pt x="6207" y="3750"/>
                  </a:cubicBezTo>
                  <a:cubicBezTo>
                    <a:pt x="6207" y="3939"/>
                    <a:pt x="6049" y="4097"/>
                    <a:pt x="5860" y="4097"/>
                  </a:cubicBezTo>
                  <a:lnTo>
                    <a:pt x="4474" y="4097"/>
                  </a:lnTo>
                  <a:cubicBezTo>
                    <a:pt x="4285" y="4097"/>
                    <a:pt x="4127" y="3939"/>
                    <a:pt x="4127" y="3750"/>
                  </a:cubicBezTo>
                  <a:cubicBezTo>
                    <a:pt x="4127" y="3529"/>
                    <a:pt x="4285" y="3372"/>
                    <a:pt x="4474" y="3372"/>
                  </a:cubicBezTo>
                  <a:close/>
                  <a:moveTo>
                    <a:pt x="7183" y="4758"/>
                  </a:moveTo>
                  <a:cubicBezTo>
                    <a:pt x="7404" y="4758"/>
                    <a:pt x="7561" y="4916"/>
                    <a:pt x="7561" y="5105"/>
                  </a:cubicBezTo>
                  <a:cubicBezTo>
                    <a:pt x="7561" y="5325"/>
                    <a:pt x="7404" y="5483"/>
                    <a:pt x="7183" y="5483"/>
                  </a:cubicBezTo>
                  <a:lnTo>
                    <a:pt x="4474" y="5483"/>
                  </a:lnTo>
                  <a:cubicBezTo>
                    <a:pt x="4285" y="5483"/>
                    <a:pt x="4127" y="5325"/>
                    <a:pt x="4127" y="5105"/>
                  </a:cubicBezTo>
                  <a:cubicBezTo>
                    <a:pt x="4127" y="4916"/>
                    <a:pt x="4285" y="4758"/>
                    <a:pt x="4474" y="4758"/>
                  </a:cubicBezTo>
                  <a:close/>
                  <a:moveTo>
                    <a:pt x="3151" y="4758"/>
                  </a:moveTo>
                  <a:cubicBezTo>
                    <a:pt x="3340" y="4758"/>
                    <a:pt x="3497" y="4916"/>
                    <a:pt x="3497" y="5105"/>
                  </a:cubicBezTo>
                  <a:lnTo>
                    <a:pt x="3497" y="6491"/>
                  </a:lnTo>
                  <a:cubicBezTo>
                    <a:pt x="3497" y="6680"/>
                    <a:pt x="3340" y="6837"/>
                    <a:pt x="3151" y="6837"/>
                  </a:cubicBezTo>
                  <a:lnTo>
                    <a:pt x="1764" y="6837"/>
                  </a:lnTo>
                  <a:cubicBezTo>
                    <a:pt x="1575" y="6837"/>
                    <a:pt x="1418" y="6680"/>
                    <a:pt x="1418" y="6491"/>
                  </a:cubicBezTo>
                  <a:lnTo>
                    <a:pt x="1418" y="5105"/>
                  </a:lnTo>
                  <a:cubicBezTo>
                    <a:pt x="1418" y="4916"/>
                    <a:pt x="1575" y="4758"/>
                    <a:pt x="1764" y="4758"/>
                  </a:cubicBezTo>
                  <a:close/>
                  <a:moveTo>
                    <a:pt x="5860" y="6144"/>
                  </a:moveTo>
                  <a:cubicBezTo>
                    <a:pt x="6049" y="6144"/>
                    <a:pt x="6207" y="6302"/>
                    <a:pt x="6207" y="6491"/>
                  </a:cubicBezTo>
                  <a:cubicBezTo>
                    <a:pt x="6207" y="6680"/>
                    <a:pt x="6049" y="6837"/>
                    <a:pt x="5860" y="6837"/>
                  </a:cubicBezTo>
                  <a:lnTo>
                    <a:pt x="4474" y="6837"/>
                  </a:lnTo>
                  <a:cubicBezTo>
                    <a:pt x="4285" y="6837"/>
                    <a:pt x="4127" y="6680"/>
                    <a:pt x="4127" y="6491"/>
                  </a:cubicBezTo>
                  <a:cubicBezTo>
                    <a:pt x="4127" y="6302"/>
                    <a:pt x="4285" y="6144"/>
                    <a:pt x="4474" y="6144"/>
                  </a:cubicBezTo>
                  <a:close/>
                  <a:moveTo>
                    <a:pt x="7183" y="7562"/>
                  </a:moveTo>
                  <a:cubicBezTo>
                    <a:pt x="7404" y="7562"/>
                    <a:pt x="7561" y="7720"/>
                    <a:pt x="7561" y="7909"/>
                  </a:cubicBezTo>
                  <a:cubicBezTo>
                    <a:pt x="7561" y="8098"/>
                    <a:pt x="7404" y="8255"/>
                    <a:pt x="7183" y="8255"/>
                  </a:cubicBezTo>
                  <a:lnTo>
                    <a:pt x="4474" y="8255"/>
                  </a:lnTo>
                  <a:cubicBezTo>
                    <a:pt x="4285" y="8255"/>
                    <a:pt x="4127" y="8098"/>
                    <a:pt x="4127" y="7909"/>
                  </a:cubicBezTo>
                  <a:cubicBezTo>
                    <a:pt x="4127" y="7720"/>
                    <a:pt x="4285" y="7562"/>
                    <a:pt x="4474" y="7562"/>
                  </a:cubicBezTo>
                  <a:close/>
                  <a:moveTo>
                    <a:pt x="3151" y="7531"/>
                  </a:moveTo>
                  <a:cubicBezTo>
                    <a:pt x="3340" y="7531"/>
                    <a:pt x="3497" y="7657"/>
                    <a:pt x="3497" y="7877"/>
                  </a:cubicBezTo>
                  <a:lnTo>
                    <a:pt x="3497" y="9232"/>
                  </a:lnTo>
                  <a:cubicBezTo>
                    <a:pt x="3497" y="9452"/>
                    <a:pt x="3340" y="9610"/>
                    <a:pt x="3151" y="9610"/>
                  </a:cubicBezTo>
                  <a:lnTo>
                    <a:pt x="1764" y="9610"/>
                  </a:lnTo>
                  <a:cubicBezTo>
                    <a:pt x="1575" y="9610"/>
                    <a:pt x="1418" y="9452"/>
                    <a:pt x="1418" y="9232"/>
                  </a:cubicBezTo>
                  <a:lnTo>
                    <a:pt x="1418" y="7877"/>
                  </a:lnTo>
                  <a:cubicBezTo>
                    <a:pt x="1418" y="7657"/>
                    <a:pt x="1575" y="7531"/>
                    <a:pt x="1764" y="7531"/>
                  </a:cubicBezTo>
                  <a:close/>
                  <a:moveTo>
                    <a:pt x="5860" y="8885"/>
                  </a:moveTo>
                  <a:cubicBezTo>
                    <a:pt x="6049" y="8885"/>
                    <a:pt x="6207" y="9043"/>
                    <a:pt x="6207" y="9232"/>
                  </a:cubicBezTo>
                  <a:cubicBezTo>
                    <a:pt x="6207" y="9452"/>
                    <a:pt x="6049" y="9610"/>
                    <a:pt x="5860" y="9610"/>
                  </a:cubicBezTo>
                  <a:lnTo>
                    <a:pt x="4474" y="9610"/>
                  </a:lnTo>
                  <a:cubicBezTo>
                    <a:pt x="4285" y="9610"/>
                    <a:pt x="4127" y="9452"/>
                    <a:pt x="4127" y="9232"/>
                  </a:cubicBezTo>
                  <a:cubicBezTo>
                    <a:pt x="4127" y="9043"/>
                    <a:pt x="4285" y="8885"/>
                    <a:pt x="4474" y="8885"/>
                  </a:cubicBezTo>
                  <a:close/>
                  <a:moveTo>
                    <a:pt x="1040" y="1"/>
                  </a:moveTo>
                  <a:cubicBezTo>
                    <a:pt x="504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32" y="10524"/>
                    <a:pt x="504" y="10996"/>
                    <a:pt x="1040" y="10996"/>
                  </a:cubicBezTo>
                  <a:lnTo>
                    <a:pt x="7908" y="10996"/>
                  </a:lnTo>
                  <a:cubicBezTo>
                    <a:pt x="8444" y="10996"/>
                    <a:pt x="8916" y="10524"/>
                    <a:pt x="8916" y="9956"/>
                  </a:cubicBezTo>
                  <a:lnTo>
                    <a:pt x="8916" y="1009"/>
                  </a:lnTo>
                  <a:cubicBezTo>
                    <a:pt x="8916" y="473"/>
                    <a:pt x="8444" y="1"/>
                    <a:pt x="7908" y="1"/>
                  </a:cubicBezTo>
                  <a:lnTo>
                    <a:pt x="7183" y="1"/>
                  </a:lnTo>
                  <a:lnTo>
                    <a:pt x="7183" y="347"/>
                  </a:lnTo>
                  <a:cubicBezTo>
                    <a:pt x="7183" y="915"/>
                    <a:pt x="6711" y="1387"/>
                    <a:pt x="6175" y="1387"/>
                  </a:cubicBezTo>
                  <a:lnTo>
                    <a:pt x="2741" y="1387"/>
                  </a:lnTo>
                  <a:cubicBezTo>
                    <a:pt x="2206" y="1387"/>
                    <a:pt x="1733" y="915"/>
                    <a:pt x="1733" y="347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82"/>
            <p:cNvSpPr/>
            <p:nvPr/>
          </p:nvSpPr>
          <p:spPr>
            <a:xfrm>
              <a:off x="-30853350" y="3295000"/>
              <a:ext cx="51225" cy="104000"/>
            </a:xfrm>
            <a:custGeom>
              <a:avLst/>
              <a:gdLst/>
              <a:ahLst/>
              <a:cxnLst/>
              <a:rect l="l" t="t" r="r" b="b"/>
              <a:pathLst>
                <a:path w="2049" h="4160" extrusionOk="0">
                  <a:moveTo>
                    <a:pt x="1" y="1"/>
                  </a:moveTo>
                  <a:lnTo>
                    <a:pt x="1" y="4160"/>
                  </a:lnTo>
                  <a:lnTo>
                    <a:pt x="2049" y="4160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82"/>
            <p:cNvSpPr/>
            <p:nvPr/>
          </p:nvSpPr>
          <p:spPr>
            <a:xfrm>
              <a:off x="-30853350" y="32272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048"/>
                  </a:lnTo>
                  <a:lnTo>
                    <a:pt x="2049" y="2048"/>
                  </a:lnTo>
                  <a:lnTo>
                    <a:pt x="2049" y="1040"/>
                  </a:ln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82"/>
            <p:cNvSpPr/>
            <p:nvPr/>
          </p:nvSpPr>
          <p:spPr>
            <a:xfrm>
              <a:off x="-30851775" y="3416300"/>
              <a:ext cx="46500" cy="51225"/>
            </a:xfrm>
            <a:custGeom>
              <a:avLst/>
              <a:gdLst/>
              <a:ahLst/>
              <a:cxnLst/>
              <a:rect l="l" t="t" r="r" b="b"/>
              <a:pathLst>
                <a:path w="1860" h="2049" extrusionOk="0">
                  <a:moveTo>
                    <a:pt x="1" y="1"/>
                  </a:moveTo>
                  <a:lnTo>
                    <a:pt x="599" y="1796"/>
                  </a:lnTo>
                  <a:cubicBezTo>
                    <a:pt x="694" y="1985"/>
                    <a:pt x="788" y="2048"/>
                    <a:pt x="946" y="2048"/>
                  </a:cubicBezTo>
                  <a:cubicBezTo>
                    <a:pt x="1103" y="2048"/>
                    <a:pt x="1229" y="1985"/>
                    <a:pt x="1261" y="1796"/>
                  </a:cubicBezTo>
                  <a:lnTo>
                    <a:pt x="18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0" name="Google Shape;1950;p82"/>
          <p:cNvGrpSpPr/>
          <p:nvPr/>
        </p:nvGrpSpPr>
        <p:grpSpPr>
          <a:xfrm>
            <a:off x="5110402" y="3212240"/>
            <a:ext cx="353645" cy="353615"/>
            <a:chOff x="-31093575" y="3911725"/>
            <a:chExt cx="291450" cy="291425"/>
          </a:xfrm>
        </p:grpSpPr>
        <p:sp>
          <p:nvSpPr>
            <p:cNvPr id="1951" name="Google Shape;1951;p82"/>
            <p:cNvSpPr/>
            <p:nvPr/>
          </p:nvSpPr>
          <p:spPr>
            <a:xfrm>
              <a:off x="-31093575" y="3911725"/>
              <a:ext cx="291450" cy="291425"/>
            </a:xfrm>
            <a:custGeom>
              <a:avLst/>
              <a:gdLst/>
              <a:ahLst/>
              <a:cxnLst/>
              <a:rect l="l" t="t" r="r" b="b"/>
              <a:pathLst>
                <a:path w="11658" h="11657" extrusionOk="0">
                  <a:moveTo>
                    <a:pt x="5829" y="0"/>
                  </a:moveTo>
                  <a:cubicBezTo>
                    <a:pt x="3372" y="0"/>
                    <a:pt x="1261" y="1796"/>
                    <a:pt x="788" y="4159"/>
                  </a:cubicBezTo>
                  <a:cubicBezTo>
                    <a:pt x="347" y="4285"/>
                    <a:pt x="1" y="4694"/>
                    <a:pt x="1" y="5167"/>
                  </a:cubicBezTo>
                  <a:lnTo>
                    <a:pt x="1" y="7876"/>
                  </a:lnTo>
                  <a:cubicBezTo>
                    <a:pt x="1" y="8412"/>
                    <a:pt x="473" y="8885"/>
                    <a:pt x="1009" y="8885"/>
                  </a:cubicBezTo>
                  <a:lnTo>
                    <a:pt x="1702" y="8885"/>
                  </a:lnTo>
                  <a:cubicBezTo>
                    <a:pt x="1891" y="8885"/>
                    <a:pt x="2049" y="8727"/>
                    <a:pt x="2049" y="8538"/>
                  </a:cubicBezTo>
                  <a:lnTo>
                    <a:pt x="2049" y="4442"/>
                  </a:lnTo>
                  <a:cubicBezTo>
                    <a:pt x="2049" y="4253"/>
                    <a:pt x="1891" y="4096"/>
                    <a:pt x="1702" y="4096"/>
                  </a:cubicBezTo>
                  <a:lnTo>
                    <a:pt x="1481" y="4096"/>
                  </a:lnTo>
                  <a:cubicBezTo>
                    <a:pt x="1954" y="2111"/>
                    <a:pt x="3781" y="630"/>
                    <a:pt x="5829" y="630"/>
                  </a:cubicBezTo>
                  <a:cubicBezTo>
                    <a:pt x="7877" y="630"/>
                    <a:pt x="9673" y="2111"/>
                    <a:pt x="10145" y="4096"/>
                  </a:cubicBezTo>
                  <a:lnTo>
                    <a:pt x="9956" y="4096"/>
                  </a:lnTo>
                  <a:cubicBezTo>
                    <a:pt x="9767" y="4096"/>
                    <a:pt x="9610" y="4253"/>
                    <a:pt x="9610" y="4442"/>
                  </a:cubicBezTo>
                  <a:lnTo>
                    <a:pt x="9610" y="8538"/>
                  </a:lnTo>
                  <a:cubicBezTo>
                    <a:pt x="9610" y="8727"/>
                    <a:pt x="9767" y="8885"/>
                    <a:pt x="9956" y="8885"/>
                  </a:cubicBezTo>
                  <a:lnTo>
                    <a:pt x="10271" y="8885"/>
                  </a:lnTo>
                  <a:cubicBezTo>
                    <a:pt x="10114" y="9672"/>
                    <a:pt x="9421" y="10271"/>
                    <a:pt x="8570" y="10271"/>
                  </a:cubicBezTo>
                  <a:lnTo>
                    <a:pt x="6774" y="10271"/>
                  </a:lnTo>
                  <a:cubicBezTo>
                    <a:pt x="6617" y="9893"/>
                    <a:pt x="6270" y="9609"/>
                    <a:pt x="5829" y="9609"/>
                  </a:cubicBezTo>
                  <a:cubicBezTo>
                    <a:pt x="5262" y="9609"/>
                    <a:pt x="4789" y="10082"/>
                    <a:pt x="4789" y="10617"/>
                  </a:cubicBezTo>
                  <a:cubicBezTo>
                    <a:pt x="4789" y="11184"/>
                    <a:pt x="5262" y="11657"/>
                    <a:pt x="5829" y="11657"/>
                  </a:cubicBezTo>
                  <a:cubicBezTo>
                    <a:pt x="6270" y="11657"/>
                    <a:pt x="6648" y="11373"/>
                    <a:pt x="6774" y="10995"/>
                  </a:cubicBezTo>
                  <a:lnTo>
                    <a:pt x="8570" y="10995"/>
                  </a:lnTo>
                  <a:cubicBezTo>
                    <a:pt x="9799" y="10995"/>
                    <a:pt x="10775" y="10082"/>
                    <a:pt x="10933" y="8885"/>
                  </a:cubicBezTo>
                  <a:cubicBezTo>
                    <a:pt x="11342" y="8790"/>
                    <a:pt x="11658" y="8380"/>
                    <a:pt x="11658" y="7908"/>
                  </a:cubicBezTo>
                  <a:lnTo>
                    <a:pt x="11658" y="5198"/>
                  </a:lnTo>
                  <a:cubicBezTo>
                    <a:pt x="11658" y="4694"/>
                    <a:pt x="11311" y="4253"/>
                    <a:pt x="10870" y="4159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82"/>
            <p:cNvSpPr/>
            <p:nvPr/>
          </p:nvSpPr>
          <p:spPr>
            <a:xfrm>
              <a:off x="-31025825" y="3980250"/>
              <a:ext cx="156750" cy="154250"/>
            </a:xfrm>
            <a:custGeom>
              <a:avLst/>
              <a:gdLst/>
              <a:ahLst/>
              <a:cxnLst/>
              <a:rect l="l" t="t" r="r" b="b"/>
              <a:pathLst>
                <a:path w="6270" h="6170" extrusionOk="0">
                  <a:moveTo>
                    <a:pt x="3119" y="1386"/>
                  </a:moveTo>
                  <a:cubicBezTo>
                    <a:pt x="3308" y="1386"/>
                    <a:pt x="3466" y="1544"/>
                    <a:pt x="3466" y="1733"/>
                  </a:cubicBezTo>
                  <a:cubicBezTo>
                    <a:pt x="3466" y="1953"/>
                    <a:pt x="3308" y="2079"/>
                    <a:pt x="3119" y="2079"/>
                  </a:cubicBezTo>
                  <a:cubicBezTo>
                    <a:pt x="2930" y="2079"/>
                    <a:pt x="2773" y="1953"/>
                    <a:pt x="2773" y="1733"/>
                  </a:cubicBezTo>
                  <a:cubicBezTo>
                    <a:pt x="2773" y="1544"/>
                    <a:pt x="2930" y="1386"/>
                    <a:pt x="3119" y="1386"/>
                  </a:cubicBezTo>
                  <a:close/>
                  <a:moveTo>
                    <a:pt x="3119" y="2741"/>
                  </a:moveTo>
                  <a:cubicBezTo>
                    <a:pt x="3308" y="2741"/>
                    <a:pt x="3466" y="2867"/>
                    <a:pt x="3466" y="3088"/>
                  </a:cubicBezTo>
                  <a:lnTo>
                    <a:pt x="3466" y="4474"/>
                  </a:lnTo>
                  <a:cubicBezTo>
                    <a:pt x="3466" y="4663"/>
                    <a:pt x="3308" y="4820"/>
                    <a:pt x="3119" y="4820"/>
                  </a:cubicBezTo>
                  <a:cubicBezTo>
                    <a:pt x="2930" y="4820"/>
                    <a:pt x="2773" y="4663"/>
                    <a:pt x="2773" y="4474"/>
                  </a:cubicBezTo>
                  <a:lnTo>
                    <a:pt x="2773" y="3088"/>
                  </a:lnTo>
                  <a:cubicBezTo>
                    <a:pt x="2773" y="2867"/>
                    <a:pt x="2930" y="2741"/>
                    <a:pt x="3119" y="2741"/>
                  </a:cubicBezTo>
                  <a:close/>
                  <a:moveTo>
                    <a:pt x="3151" y="0"/>
                  </a:moveTo>
                  <a:cubicBezTo>
                    <a:pt x="1449" y="0"/>
                    <a:pt x="63" y="1386"/>
                    <a:pt x="63" y="3088"/>
                  </a:cubicBezTo>
                  <a:cubicBezTo>
                    <a:pt x="63" y="3592"/>
                    <a:pt x="158" y="4096"/>
                    <a:pt x="441" y="4568"/>
                  </a:cubicBezTo>
                  <a:lnTo>
                    <a:pt x="63" y="5734"/>
                  </a:lnTo>
                  <a:cubicBezTo>
                    <a:pt x="0" y="5828"/>
                    <a:pt x="0" y="5955"/>
                    <a:pt x="126" y="6081"/>
                  </a:cubicBezTo>
                  <a:cubicBezTo>
                    <a:pt x="171" y="6125"/>
                    <a:pt x="263" y="6170"/>
                    <a:pt x="357" y="6170"/>
                  </a:cubicBezTo>
                  <a:cubicBezTo>
                    <a:pt x="396" y="6170"/>
                    <a:pt x="436" y="6162"/>
                    <a:pt x="473" y="6144"/>
                  </a:cubicBezTo>
                  <a:lnTo>
                    <a:pt x="1638" y="5765"/>
                  </a:lnTo>
                  <a:cubicBezTo>
                    <a:pt x="2079" y="6049"/>
                    <a:pt x="2615" y="6144"/>
                    <a:pt x="3151" y="6144"/>
                  </a:cubicBezTo>
                  <a:cubicBezTo>
                    <a:pt x="4852" y="6144"/>
                    <a:pt x="6270" y="4789"/>
                    <a:pt x="6270" y="3088"/>
                  </a:cubicBezTo>
                  <a:cubicBezTo>
                    <a:pt x="6270" y="1386"/>
                    <a:pt x="4852" y="0"/>
                    <a:pt x="3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3" name="Google Shape;1953;p82"/>
          <p:cNvGrpSpPr/>
          <p:nvPr/>
        </p:nvGrpSpPr>
        <p:grpSpPr>
          <a:xfrm>
            <a:off x="7128804" y="3178339"/>
            <a:ext cx="356497" cy="354586"/>
            <a:chOff x="-29946000" y="3183175"/>
            <a:chExt cx="293800" cy="292225"/>
          </a:xfrm>
        </p:grpSpPr>
        <p:sp>
          <p:nvSpPr>
            <p:cNvPr id="1954" name="Google Shape;1954;p82"/>
            <p:cNvSpPr/>
            <p:nvPr/>
          </p:nvSpPr>
          <p:spPr>
            <a:xfrm>
              <a:off x="-29839675" y="3355650"/>
              <a:ext cx="186700" cy="33900"/>
            </a:xfrm>
            <a:custGeom>
              <a:avLst/>
              <a:gdLst/>
              <a:ahLst/>
              <a:cxnLst/>
              <a:rect l="l" t="t" r="r" b="b"/>
              <a:pathLst>
                <a:path w="7468" h="1356" extrusionOk="0">
                  <a:moveTo>
                    <a:pt x="568" y="1"/>
                  </a:moveTo>
                  <a:cubicBezTo>
                    <a:pt x="568" y="505"/>
                    <a:pt x="379" y="977"/>
                    <a:pt x="1" y="1356"/>
                  </a:cubicBezTo>
                  <a:lnTo>
                    <a:pt x="7467" y="1356"/>
                  </a:lnTo>
                  <a:lnTo>
                    <a:pt x="74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82"/>
            <p:cNvSpPr/>
            <p:nvPr/>
          </p:nvSpPr>
          <p:spPr>
            <a:xfrm>
              <a:off x="-29824700" y="3406850"/>
              <a:ext cx="172500" cy="68550"/>
            </a:xfrm>
            <a:custGeom>
              <a:avLst/>
              <a:gdLst/>
              <a:ahLst/>
              <a:cxnLst/>
              <a:rect l="l" t="t" r="r" b="b"/>
              <a:pathLst>
                <a:path w="6900" h="2742" extrusionOk="0">
                  <a:moveTo>
                    <a:pt x="0" y="1"/>
                  </a:moveTo>
                  <a:cubicBezTo>
                    <a:pt x="662" y="505"/>
                    <a:pt x="1134" y="1292"/>
                    <a:pt x="1292" y="2237"/>
                  </a:cubicBezTo>
                  <a:cubicBezTo>
                    <a:pt x="1355" y="2395"/>
                    <a:pt x="1292" y="2584"/>
                    <a:pt x="1260" y="2742"/>
                  </a:cubicBezTo>
                  <a:lnTo>
                    <a:pt x="6553" y="2742"/>
                  </a:lnTo>
                  <a:cubicBezTo>
                    <a:pt x="6742" y="2742"/>
                    <a:pt x="6900" y="2584"/>
                    <a:pt x="6900" y="2395"/>
                  </a:cubicBezTo>
                  <a:lnTo>
                    <a:pt x="69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82"/>
            <p:cNvSpPr/>
            <p:nvPr/>
          </p:nvSpPr>
          <p:spPr>
            <a:xfrm>
              <a:off x="-29756975" y="3183175"/>
              <a:ext cx="69325" cy="68550"/>
            </a:xfrm>
            <a:custGeom>
              <a:avLst/>
              <a:gdLst/>
              <a:ahLst/>
              <a:cxnLst/>
              <a:rect l="l" t="t" r="r" b="b"/>
              <a:pathLst>
                <a:path w="2773" h="2742" extrusionOk="0"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74"/>
                    <a:pt x="2773" y="1386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82"/>
            <p:cNvSpPr/>
            <p:nvPr/>
          </p:nvSpPr>
          <p:spPr>
            <a:xfrm>
              <a:off x="-29790850" y="3269025"/>
              <a:ext cx="137875" cy="68550"/>
            </a:xfrm>
            <a:custGeom>
              <a:avLst/>
              <a:gdLst/>
              <a:ahLst/>
              <a:cxnLst/>
              <a:rect l="l" t="t" r="r" b="b"/>
              <a:pathLst>
                <a:path w="5515" h="2742" extrusionOk="0">
                  <a:moveTo>
                    <a:pt x="2773" y="0"/>
                  </a:moveTo>
                  <a:cubicBezTo>
                    <a:pt x="1419" y="0"/>
                    <a:pt x="221" y="1040"/>
                    <a:pt x="32" y="2363"/>
                  </a:cubicBezTo>
                  <a:cubicBezTo>
                    <a:pt x="1" y="2552"/>
                    <a:pt x="158" y="2741"/>
                    <a:pt x="379" y="2741"/>
                  </a:cubicBezTo>
                  <a:lnTo>
                    <a:pt x="5136" y="2741"/>
                  </a:lnTo>
                  <a:cubicBezTo>
                    <a:pt x="5357" y="2741"/>
                    <a:pt x="5514" y="2552"/>
                    <a:pt x="5514" y="2363"/>
                  </a:cubicBezTo>
                  <a:cubicBezTo>
                    <a:pt x="5294" y="1008"/>
                    <a:pt x="4160" y="0"/>
                    <a:pt x="27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82"/>
            <p:cNvSpPr/>
            <p:nvPr/>
          </p:nvSpPr>
          <p:spPr>
            <a:xfrm>
              <a:off x="-29911350" y="3321000"/>
              <a:ext cx="69325" cy="68550"/>
            </a:xfrm>
            <a:custGeom>
              <a:avLst/>
              <a:gdLst/>
              <a:ahLst/>
              <a:cxnLst/>
              <a:rect l="l" t="t" r="r" b="b"/>
              <a:pathLst>
                <a:path w="2773" h="2742" extrusionOk="0">
                  <a:moveTo>
                    <a:pt x="1387" y="1"/>
                  </a:moveTo>
                  <a:cubicBezTo>
                    <a:pt x="631" y="1"/>
                    <a:pt x="1" y="599"/>
                    <a:pt x="1" y="1387"/>
                  </a:cubicBezTo>
                  <a:cubicBezTo>
                    <a:pt x="1" y="2143"/>
                    <a:pt x="631" y="2742"/>
                    <a:pt x="1387" y="2742"/>
                  </a:cubicBezTo>
                  <a:cubicBezTo>
                    <a:pt x="2143" y="2742"/>
                    <a:pt x="2773" y="2143"/>
                    <a:pt x="2773" y="1387"/>
                  </a:cubicBezTo>
                  <a:cubicBezTo>
                    <a:pt x="2773" y="599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82"/>
            <p:cNvSpPr/>
            <p:nvPr/>
          </p:nvSpPr>
          <p:spPr>
            <a:xfrm>
              <a:off x="-29946000" y="3406850"/>
              <a:ext cx="137075" cy="67775"/>
            </a:xfrm>
            <a:custGeom>
              <a:avLst/>
              <a:gdLst/>
              <a:ahLst/>
              <a:cxnLst/>
              <a:rect l="l" t="t" r="r" b="b"/>
              <a:pathLst>
                <a:path w="5483" h="2711" extrusionOk="0">
                  <a:moveTo>
                    <a:pt x="2773" y="1"/>
                  </a:moveTo>
                  <a:cubicBezTo>
                    <a:pt x="1387" y="1"/>
                    <a:pt x="252" y="1009"/>
                    <a:pt x="63" y="2300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36" y="2710"/>
                  </a:lnTo>
                  <a:cubicBezTo>
                    <a:pt x="5325" y="2710"/>
                    <a:pt x="5482" y="2521"/>
                    <a:pt x="5482" y="2300"/>
                  </a:cubicBezTo>
                  <a:cubicBezTo>
                    <a:pt x="5293" y="1009"/>
                    <a:pt x="4159" y="1"/>
                    <a:pt x="27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0" name="Google Shape;1960;p82"/>
          <p:cNvGrpSpPr/>
          <p:nvPr/>
        </p:nvGrpSpPr>
        <p:grpSpPr>
          <a:xfrm>
            <a:off x="2211436" y="2635162"/>
            <a:ext cx="358408" cy="354161"/>
            <a:chOff x="-34408675" y="3202075"/>
            <a:chExt cx="295375" cy="291875"/>
          </a:xfrm>
        </p:grpSpPr>
        <p:sp>
          <p:nvSpPr>
            <p:cNvPr id="1961" name="Google Shape;1961;p82"/>
            <p:cNvSpPr/>
            <p:nvPr/>
          </p:nvSpPr>
          <p:spPr>
            <a:xfrm>
              <a:off x="-34274775" y="3202075"/>
              <a:ext cx="161475" cy="161475"/>
            </a:xfrm>
            <a:custGeom>
              <a:avLst/>
              <a:gdLst/>
              <a:ahLst/>
              <a:cxnLst/>
              <a:rect l="l" t="t" r="r" b="b"/>
              <a:pathLst>
                <a:path w="6459" h="6459" extrusionOk="0">
                  <a:moveTo>
                    <a:pt x="3718" y="0"/>
                  </a:moveTo>
                  <a:cubicBezTo>
                    <a:pt x="3560" y="0"/>
                    <a:pt x="3434" y="63"/>
                    <a:pt x="3403" y="189"/>
                  </a:cubicBezTo>
                  <a:cubicBezTo>
                    <a:pt x="3340" y="315"/>
                    <a:pt x="3340" y="473"/>
                    <a:pt x="3466" y="536"/>
                  </a:cubicBezTo>
                  <a:lnTo>
                    <a:pt x="4190" y="1261"/>
                  </a:lnTo>
                  <a:lnTo>
                    <a:pt x="1260" y="4159"/>
                  </a:lnTo>
                  <a:lnTo>
                    <a:pt x="567" y="3466"/>
                  </a:lnTo>
                  <a:cubicBezTo>
                    <a:pt x="496" y="3395"/>
                    <a:pt x="390" y="3360"/>
                    <a:pt x="288" y="3360"/>
                  </a:cubicBezTo>
                  <a:cubicBezTo>
                    <a:pt x="254" y="3360"/>
                    <a:pt x="221" y="3363"/>
                    <a:pt x="189" y="3371"/>
                  </a:cubicBezTo>
                  <a:cubicBezTo>
                    <a:pt x="95" y="3403"/>
                    <a:pt x="0" y="3560"/>
                    <a:pt x="0" y="3686"/>
                  </a:cubicBezTo>
                  <a:lnTo>
                    <a:pt x="0" y="6081"/>
                  </a:lnTo>
                  <a:cubicBezTo>
                    <a:pt x="0" y="6301"/>
                    <a:pt x="158" y="6459"/>
                    <a:pt x="347" y="6459"/>
                  </a:cubicBezTo>
                  <a:lnTo>
                    <a:pt x="2773" y="6459"/>
                  </a:lnTo>
                  <a:cubicBezTo>
                    <a:pt x="2930" y="6459"/>
                    <a:pt x="3025" y="6364"/>
                    <a:pt x="3088" y="6238"/>
                  </a:cubicBezTo>
                  <a:cubicBezTo>
                    <a:pt x="3119" y="6144"/>
                    <a:pt x="3119" y="5986"/>
                    <a:pt x="2993" y="5892"/>
                  </a:cubicBezTo>
                  <a:lnTo>
                    <a:pt x="2300" y="5199"/>
                  </a:lnTo>
                  <a:lnTo>
                    <a:pt x="5198" y="2269"/>
                  </a:lnTo>
                  <a:lnTo>
                    <a:pt x="5923" y="2993"/>
                  </a:lnTo>
                  <a:cubicBezTo>
                    <a:pt x="5969" y="3039"/>
                    <a:pt x="6066" y="3069"/>
                    <a:pt x="6164" y="3069"/>
                  </a:cubicBezTo>
                  <a:cubicBezTo>
                    <a:pt x="6200" y="3069"/>
                    <a:pt x="6236" y="3065"/>
                    <a:pt x="6270" y="3056"/>
                  </a:cubicBezTo>
                  <a:cubicBezTo>
                    <a:pt x="6396" y="3025"/>
                    <a:pt x="6459" y="2867"/>
                    <a:pt x="6459" y="2741"/>
                  </a:cubicBezTo>
                  <a:lnTo>
                    <a:pt x="6459" y="347"/>
                  </a:lnTo>
                  <a:cubicBezTo>
                    <a:pt x="6459" y="158"/>
                    <a:pt x="6301" y="0"/>
                    <a:pt x="6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82"/>
            <p:cNvSpPr/>
            <p:nvPr/>
          </p:nvSpPr>
          <p:spPr>
            <a:xfrm>
              <a:off x="-34378750" y="3263175"/>
              <a:ext cx="76425" cy="73600"/>
            </a:xfrm>
            <a:custGeom>
              <a:avLst/>
              <a:gdLst/>
              <a:ahLst/>
              <a:cxnLst/>
              <a:rect l="l" t="t" r="r" b="b"/>
              <a:pathLst>
                <a:path w="3057" h="2944" extrusionOk="0">
                  <a:moveTo>
                    <a:pt x="970" y="1"/>
                  </a:moveTo>
                  <a:cubicBezTo>
                    <a:pt x="685" y="1"/>
                    <a:pt x="405" y="114"/>
                    <a:pt x="221" y="297"/>
                  </a:cubicBezTo>
                  <a:lnTo>
                    <a:pt x="1" y="549"/>
                  </a:lnTo>
                  <a:lnTo>
                    <a:pt x="2395" y="2944"/>
                  </a:lnTo>
                  <a:lnTo>
                    <a:pt x="2678" y="2755"/>
                  </a:lnTo>
                  <a:cubicBezTo>
                    <a:pt x="3056" y="2345"/>
                    <a:pt x="3056" y="1683"/>
                    <a:pt x="2678" y="1274"/>
                  </a:cubicBezTo>
                  <a:lnTo>
                    <a:pt x="1670" y="297"/>
                  </a:lnTo>
                  <a:cubicBezTo>
                    <a:pt x="1478" y="90"/>
                    <a:pt x="1222" y="1"/>
                    <a:pt x="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82"/>
            <p:cNvSpPr/>
            <p:nvPr/>
          </p:nvSpPr>
          <p:spPr>
            <a:xfrm>
              <a:off x="-34250375" y="3392300"/>
              <a:ext cx="77225" cy="74425"/>
            </a:xfrm>
            <a:custGeom>
              <a:avLst/>
              <a:gdLst/>
              <a:ahLst/>
              <a:cxnLst/>
              <a:rect l="l" t="t" r="r" b="b"/>
              <a:pathLst>
                <a:path w="3089" h="2977" extrusionOk="0">
                  <a:moveTo>
                    <a:pt x="999" y="0"/>
                  </a:moveTo>
                  <a:cubicBezTo>
                    <a:pt x="787" y="0"/>
                    <a:pt x="577" y="66"/>
                    <a:pt x="410" y="205"/>
                  </a:cubicBezTo>
                  <a:cubicBezTo>
                    <a:pt x="379" y="205"/>
                    <a:pt x="316" y="268"/>
                    <a:pt x="284" y="299"/>
                  </a:cubicBezTo>
                  <a:lnTo>
                    <a:pt x="1" y="583"/>
                  </a:lnTo>
                  <a:lnTo>
                    <a:pt x="2427" y="2977"/>
                  </a:lnTo>
                  <a:lnTo>
                    <a:pt x="2679" y="2693"/>
                  </a:lnTo>
                  <a:cubicBezTo>
                    <a:pt x="3088" y="2315"/>
                    <a:pt x="3088" y="1622"/>
                    <a:pt x="2679" y="1244"/>
                  </a:cubicBezTo>
                  <a:lnTo>
                    <a:pt x="1734" y="299"/>
                  </a:lnTo>
                  <a:cubicBezTo>
                    <a:pt x="1540" y="105"/>
                    <a:pt x="1267" y="0"/>
                    <a:pt x="9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82"/>
            <p:cNvSpPr/>
            <p:nvPr/>
          </p:nvSpPr>
          <p:spPr>
            <a:xfrm>
              <a:off x="-34408675" y="3290275"/>
              <a:ext cx="207150" cy="203675"/>
            </a:xfrm>
            <a:custGeom>
              <a:avLst/>
              <a:gdLst/>
              <a:ahLst/>
              <a:cxnLst/>
              <a:rect l="l" t="t" r="r" b="b"/>
              <a:pathLst>
                <a:path w="8286" h="8147" extrusionOk="0">
                  <a:moveTo>
                    <a:pt x="725" y="1"/>
                  </a:moveTo>
                  <a:cubicBezTo>
                    <a:pt x="95" y="631"/>
                    <a:pt x="0" y="1387"/>
                    <a:pt x="284" y="2017"/>
                  </a:cubicBezTo>
                  <a:cubicBezTo>
                    <a:pt x="1387" y="4223"/>
                    <a:pt x="3938" y="6774"/>
                    <a:pt x="6270" y="7972"/>
                  </a:cubicBezTo>
                  <a:cubicBezTo>
                    <a:pt x="6499" y="8086"/>
                    <a:pt x="6745" y="8147"/>
                    <a:pt x="6996" y="8147"/>
                  </a:cubicBezTo>
                  <a:cubicBezTo>
                    <a:pt x="7434" y="8147"/>
                    <a:pt x="7886" y="7963"/>
                    <a:pt x="8286" y="7562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5" name="Google Shape;1965;p82"/>
          <p:cNvGrpSpPr/>
          <p:nvPr/>
        </p:nvGrpSpPr>
        <p:grpSpPr>
          <a:xfrm>
            <a:off x="5109955" y="2085709"/>
            <a:ext cx="354586" cy="356254"/>
            <a:chOff x="-34405525" y="3558075"/>
            <a:chExt cx="292225" cy="293600"/>
          </a:xfrm>
        </p:grpSpPr>
        <p:sp>
          <p:nvSpPr>
            <p:cNvPr id="1966" name="Google Shape;1966;p82"/>
            <p:cNvSpPr/>
            <p:nvPr/>
          </p:nvSpPr>
          <p:spPr>
            <a:xfrm>
              <a:off x="-34303150" y="3663825"/>
              <a:ext cx="189850" cy="187850"/>
            </a:xfrm>
            <a:custGeom>
              <a:avLst/>
              <a:gdLst/>
              <a:ahLst/>
              <a:cxnLst/>
              <a:rect l="l" t="t" r="r" b="b"/>
              <a:pathLst>
                <a:path w="7594" h="7514" extrusionOk="0">
                  <a:moveTo>
                    <a:pt x="5487" y="0"/>
                  </a:moveTo>
                  <a:cubicBezTo>
                    <a:pt x="5380" y="0"/>
                    <a:pt x="5278" y="8"/>
                    <a:pt x="5168" y="24"/>
                  </a:cubicBezTo>
                  <a:cubicBezTo>
                    <a:pt x="4349" y="181"/>
                    <a:pt x="3656" y="843"/>
                    <a:pt x="3561" y="1630"/>
                  </a:cubicBezTo>
                  <a:cubicBezTo>
                    <a:pt x="3467" y="2198"/>
                    <a:pt x="3561" y="2513"/>
                    <a:pt x="3719" y="2891"/>
                  </a:cubicBezTo>
                  <a:lnTo>
                    <a:pt x="285" y="6325"/>
                  </a:lnTo>
                  <a:cubicBezTo>
                    <a:pt x="1" y="6608"/>
                    <a:pt x="1" y="7049"/>
                    <a:pt x="285" y="7301"/>
                  </a:cubicBezTo>
                  <a:cubicBezTo>
                    <a:pt x="426" y="7443"/>
                    <a:pt x="600" y="7514"/>
                    <a:pt x="773" y="7514"/>
                  </a:cubicBezTo>
                  <a:cubicBezTo>
                    <a:pt x="946" y="7514"/>
                    <a:pt x="1119" y="7443"/>
                    <a:pt x="1261" y="7301"/>
                  </a:cubicBezTo>
                  <a:lnTo>
                    <a:pt x="4695" y="3899"/>
                  </a:lnTo>
                  <a:cubicBezTo>
                    <a:pt x="5022" y="4016"/>
                    <a:pt x="5280" y="4080"/>
                    <a:pt x="5597" y="4080"/>
                  </a:cubicBezTo>
                  <a:cubicBezTo>
                    <a:pt x="5708" y="4080"/>
                    <a:pt x="5825" y="4073"/>
                    <a:pt x="5955" y="4056"/>
                  </a:cubicBezTo>
                  <a:cubicBezTo>
                    <a:pt x="6775" y="3899"/>
                    <a:pt x="7436" y="3206"/>
                    <a:pt x="7562" y="2418"/>
                  </a:cubicBezTo>
                  <a:cubicBezTo>
                    <a:pt x="7594" y="2198"/>
                    <a:pt x="7594" y="1945"/>
                    <a:pt x="7562" y="1756"/>
                  </a:cubicBezTo>
                  <a:cubicBezTo>
                    <a:pt x="7562" y="1630"/>
                    <a:pt x="7436" y="1504"/>
                    <a:pt x="7310" y="1473"/>
                  </a:cubicBezTo>
                  <a:cubicBezTo>
                    <a:pt x="7287" y="1465"/>
                    <a:pt x="7259" y="1461"/>
                    <a:pt x="7229" y="1461"/>
                  </a:cubicBezTo>
                  <a:cubicBezTo>
                    <a:pt x="7141" y="1461"/>
                    <a:pt x="7034" y="1497"/>
                    <a:pt x="6964" y="1567"/>
                  </a:cubicBezTo>
                  <a:lnTo>
                    <a:pt x="6491" y="2040"/>
                  </a:lnTo>
                  <a:cubicBezTo>
                    <a:pt x="6365" y="2166"/>
                    <a:pt x="6192" y="2229"/>
                    <a:pt x="6014" y="2229"/>
                  </a:cubicBezTo>
                  <a:cubicBezTo>
                    <a:pt x="5837" y="2229"/>
                    <a:pt x="5656" y="2166"/>
                    <a:pt x="5514" y="2040"/>
                  </a:cubicBezTo>
                  <a:cubicBezTo>
                    <a:pt x="5231" y="1756"/>
                    <a:pt x="5231" y="1315"/>
                    <a:pt x="5514" y="1032"/>
                  </a:cubicBezTo>
                  <a:lnTo>
                    <a:pt x="6018" y="622"/>
                  </a:lnTo>
                  <a:cubicBezTo>
                    <a:pt x="6113" y="528"/>
                    <a:pt x="6144" y="370"/>
                    <a:pt x="6113" y="276"/>
                  </a:cubicBezTo>
                  <a:cubicBezTo>
                    <a:pt x="6050" y="150"/>
                    <a:pt x="5955" y="55"/>
                    <a:pt x="5829" y="24"/>
                  </a:cubicBezTo>
                  <a:cubicBezTo>
                    <a:pt x="5703" y="8"/>
                    <a:pt x="5593" y="0"/>
                    <a:pt x="54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82"/>
            <p:cNvSpPr/>
            <p:nvPr/>
          </p:nvSpPr>
          <p:spPr>
            <a:xfrm>
              <a:off x="-34250375" y="3565950"/>
              <a:ext cx="46500" cy="46500"/>
            </a:xfrm>
            <a:custGeom>
              <a:avLst/>
              <a:gdLst/>
              <a:ahLst/>
              <a:cxnLst/>
              <a:rect l="l" t="t" r="r" b="b"/>
              <a:pathLst>
                <a:path w="1860" h="1860" extrusionOk="0">
                  <a:moveTo>
                    <a:pt x="1" y="1"/>
                  </a:moveTo>
                  <a:lnTo>
                    <a:pt x="1" y="1859"/>
                  </a:lnTo>
                  <a:lnTo>
                    <a:pt x="1860" y="18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82"/>
            <p:cNvSpPr/>
            <p:nvPr/>
          </p:nvSpPr>
          <p:spPr>
            <a:xfrm>
              <a:off x="-34405525" y="3558075"/>
              <a:ext cx="206375" cy="276475"/>
            </a:xfrm>
            <a:custGeom>
              <a:avLst/>
              <a:gdLst/>
              <a:ahLst/>
              <a:cxnLst/>
              <a:rect l="l" t="t" r="r" b="b"/>
              <a:pathLst>
                <a:path w="8255" h="11059" extrusionOk="0">
                  <a:moveTo>
                    <a:pt x="3812" y="1450"/>
                  </a:moveTo>
                  <a:cubicBezTo>
                    <a:pt x="4001" y="1450"/>
                    <a:pt x="4159" y="1607"/>
                    <a:pt x="4159" y="1796"/>
                  </a:cubicBezTo>
                  <a:cubicBezTo>
                    <a:pt x="4159" y="2017"/>
                    <a:pt x="4001" y="2174"/>
                    <a:pt x="3812" y="2174"/>
                  </a:cubicBezTo>
                  <a:cubicBezTo>
                    <a:pt x="3623" y="2174"/>
                    <a:pt x="3466" y="2017"/>
                    <a:pt x="3466" y="1796"/>
                  </a:cubicBezTo>
                  <a:cubicBezTo>
                    <a:pt x="3466" y="1607"/>
                    <a:pt x="3623" y="1450"/>
                    <a:pt x="3812" y="1450"/>
                  </a:cubicBezTo>
                  <a:close/>
                  <a:moveTo>
                    <a:pt x="3812" y="2836"/>
                  </a:moveTo>
                  <a:cubicBezTo>
                    <a:pt x="4001" y="2836"/>
                    <a:pt x="4159" y="2993"/>
                    <a:pt x="4159" y="3183"/>
                  </a:cubicBezTo>
                  <a:lnTo>
                    <a:pt x="4159" y="5293"/>
                  </a:lnTo>
                  <a:cubicBezTo>
                    <a:pt x="4159" y="5482"/>
                    <a:pt x="4001" y="5640"/>
                    <a:pt x="3812" y="5640"/>
                  </a:cubicBezTo>
                  <a:cubicBezTo>
                    <a:pt x="3623" y="5640"/>
                    <a:pt x="3466" y="5482"/>
                    <a:pt x="3466" y="5293"/>
                  </a:cubicBezTo>
                  <a:lnTo>
                    <a:pt x="3466" y="3183"/>
                  </a:lnTo>
                  <a:cubicBezTo>
                    <a:pt x="3466" y="2993"/>
                    <a:pt x="3623" y="2836"/>
                    <a:pt x="3812" y="2836"/>
                  </a:cubicBezTo>
                  <a:close/>
                  <a:moveTo>
                    <a:pt x="5860" y="6301"/>
                  </a:moveTo>
                  <a:cubicBezTo>
                    <a:pt x="6049" y="6301"/>
                    <a:pt x="6207" y="6459"/>
                    <a:pt x="6207" y="6648"/>
                  </a:cubicBezTo>
                  <a:cubicBezTo>
                    <a:pt x="6207" y="6837"/>
                    <a:pt x="6049" y="6995"/>
                    <a:pt x="5860" y="6995"/>
                  </a:cubicBezTo>
                  <a:lnTo>
                    <a:pt x="1733" y="6995"/>
                  </a:lnTo>
                  <a:cubicBezTo>
                    <a:pt x="1544" y="6995"/>
                    <a:pt x="1387" y="6837"/>
                    <a:pt x="1387" y="6648"/>
                  </a:cubicBezTo>
                  <a:cubicBezTo>
                    <a:pt x="1387" y="6459"/>
                    <a:pt x="1544" y="6301"/>
                    <a:pt x="1733" y="6301"/>
                  </a:cubicBezTo>
                  <a:close/>
                  <a:moveTo>
                    <a:pt x="4537" y="7688"/>
                  </a:moveTo>
                  <a:cubicBezTo>
                    <a:pt x="4726" y="7688"/>
                    <a:pt x="4884" y="7845"/>
                    <a:pt x="4884" y="8034"/>
                  </a:cubicBezTo>
                  <a:cubicBezTo>
                    <a:pt x="4884" y="8223"/>
                    <a:pt x="4726" y="8381"/>
                    <a:pt x="4537" y="8381"/>
                  </a:cubicBezTo>
                  <a:lnTo>
                    <a:pt x="1733" y="8381"/>
                  </a:lnTo>
                  <a:cubicBezTo>
                    <a:pt x="1544" y="8381"/>
                    <a:pt x="1387" y="8223"/>
                    <a:pt x="1387" y="8034"/>
                  </a:cubicBezTo>
                  <a:cubicBezTo>
                    <a:pt x="1387" y="7845"/>
                    <a:pt x="1544" y="7688"/>
                    <a:pt x="1733" y="768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681"/>
                  </a:lnTo>
                  <a:cubicBezTo>
                    <a:pt x="0" y="10964"/>
                    <a:pt x="158" y="11059"/>
                    <a:pt x="347" y="11059"/>
                  </a:cubicBezTo>
                  <a:lnTo>
                    <a:pt x="3466" y="11059"/>
                  </a:lnTo>
                  <a:cubicBezTo>
                    <a:pt x="3466" y="10712"/>
                    <a:pt x="3592" y="10366"/>
                    <a:pt x="3844" y="10082"/>
                  </a:cubicBezTo>
                  <a:lnTo>
                    <a:pt x="4254" y="9704"/>
                  </a:lnTo>
                  <a:lnTo>
                    <a:pt x="1702" y="9704"/>
                  </a:lnTo>
                  <a:cubicBezTo>
                    <a:pt x="1481" y="9704"/>
                    <a:pt x="1324" y="9546"/>
                    <a:pt x="1324" y="9326"/>
                  </a:cubicBezTo>
                  <a:cubicBezTo>
                    <a:pt x="1324" y="9137"/>
                    <a:pt x="1481" y="8979"/>
                    <a:pt x="1702" y="8979"/>
                  </a:cubicBezTo>
                  <a:lnTo>
                    <a:pt x="4915" y="8979"/>
                  </a:lnTo>
                  <a:lnTo>
                    <a:pt x="6963" y="6932"/>
                  </a:lnTo>
                  <a:cubicBezTo>
                    <a:pt x="6900" y="6585"/>
                    <a:pt x="6805" y="6238"/>
                    <a:pt x="6931" y="5703"/>
                  </a:cubicBezTo>
                  <a:cubicBezTo>
                    <a:pt x="7089" y="4915"/>
                    <a:pt x="7562" y="4254"/>
                    <a:pt x="8255" y="3876"/>
                  </a:cubicBezTo>
                  <a:lnTo>
                    <a:pt x="8255" y="2773"/>
                  </a:lnTo>
                  <a:lnTo>
                    <a:pt x="5860" y="2773"/>
                  </a:lnTo>
                  <a:cubicBezTo>
                    <a:pt x="5671" y="2773"/>
                    <a:pt x="5514" y="2615"/>
                    <a:pt x="5514" y="2395"/>
                  </a:cubicBezTo>
                  <a:lnTo>
                    <a:pt x="55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9" name="Google Shape;1969;p82"/>
          <p:cNvGrpSpPr/>
          <p:nvPr/>
        </p:nvGrpSpPr>
        <p:grpSpPr>
          <a:xfrm>
            <a:off x="2213414" y="3696349"/>
            <a:ext cx="354586" cy="353645"/>
            <a:chOff x="-32569575" y="3586425"/>
            <a:chExt cx="292225" cy="291450"/>
          </a:xfrm>
        </p:grpSpPr>
        <p:sp>
          <p:nvSpPr>
            <p:cNvPr id="1970" name="Google Shape;1970;p82"/>
            <p:cNvSpPr/>
            <p:nvPr/>
          </p:nvSpPr>
          <p:spPr>
            <a:xfrm>
              <a:off x="-32569575" y="3672275"/>
              <a:ext cx="292225" cy="205600"/>
            </a:xfrm>
            <a:custGeom>
              <a:avLst/>
              <a:gdLst/>
              <a:ahLst/>
              <a:cxnLst/>
              <a:rect l="l" t="t" r="r" b="b"/>
              <a:pathLst>
                <a:path w="11689" h="8224" extrusionOk="0">
                  <a:moveTo>
                    <a:pt x="5860" y="1"/>
                  </a:moveTo>
                  <a:cubicBezTo>
                    <a:pt x="4506" y="1"/>
                    <a:pt x="3340" y="1040"/>
                    <a:pt x="3151" y="2332"/>
                  </a:cubicBezTo>
                  <a:cubicBezTo>
                    <a:pt x="3119" y="2521"/>
                    <a:pt x="3277" y="2710"/>
                    <a:pt x="3497" y="2710"/>
                  </a:cubicBezTo>
                  <a:lnTo>
                    <a:pt x="5514" y="2710"/>
                  </a:lnTo>
                  <a:lnTo>
                    <a:pt x="5514" y="3435"/>
                  </a:lnTo>
                  <a:lnTo>
                    <a:pt x="2395" y="3435"/>
                  </a:lnTo>
                  <a:cubicBezTo>
                    <a:pt x="1859" y="3435"/>
                    <a:pt x="1387" y="3907"/>
                    <a:pt x="1387" y="4443"/>
                  </a:cubicBezTo>
                  <a:lnTo>
                    <a:pt x="1387" y="4852"/>
                  </a:lnTo>
                  <a:cubicBezTo>
                    <a:pt x="599" y="5010"/>
                    <a:pt x="0" y="5703"/>
                    <a:pt x="0" y="6554"/>
                  </a:cubicBezTo>
                  <a:cubicBezTo>
                    <a:pt x="0" y="7499"/>
                    <a:pt x="757" y="8223"/>
                    <a:pt x="1702" y="8223"/>
                  </a:cubicBezTo>
                  <a:cubicBezTo>
                    <a:pt x="2647" y="8223"/>
                    <a:pt x="3403" y="7499"/>
                    <a:pt x="3403" y="6554"/>
                  </a:cubicBezTo>
                  <a:cubicBezTo>
                    <a:pt x="3403" y="5703"/>
                    <a:pt x="2804" y="5041"/>
                    <a:pt x="2017" y="4852"/>
                  </a:cubicBezTo>
                  <a:lnTo>
                    <a:pt x="2017" y="4443"/>
                  </a:lnTo>
                  <a:cubicBezTo>
                    <a:pt x="2017" y="4254"/>
                    <a:pt x="2174" y="4096"/>
                    <a:pt x="2363" y="4096"/>
                  </a:cubicBezTo>
                  <a:lnTo>
                    <a:pt x="5482" y="4096"/>
                  </a:lnTo>
                  <a:lnTo>
                    <a:pt x="5482" y="4821"/>
                  </a:lnTo>
                  <a:cubicBezTo>
                    <a:pt x="4695" y="4978"/>
                    <a:pt x="4096" y="5672"/>
                    <a:pt x="4096" y="6491"/>
                  </a:cubicBezTo>
                  <a:cubicBezTo>
                    <a:pt x="4096" y="7436"/>
                    <a:pt x="4852" y="8192"/>
                    <a:pt x="5797" y="8192"/>
                  </a:cubicBezTo>
                  <a:cubicBezTo>
                    <a:pt x="6742" y="8192"/>
                    <a:pt x="7499" y="7436"/>
                    <a:pt x="7499" y="6491"/>
                  </a:cubicBezTo>
                  <a:cubicBezTo>
                    <a:pt x="7499" y="5672"/>
                    <a:pt x="6900" y="5010"/>
                    <a:pt x="6112" y="4821"/>
                  </a:cubicBezTo>
                  <a:lnTo>
                    <a:pt x="6112" y="4096"/>
                  </a:lnTo>
                  <a:lnTo>
                    <a:pt x="9231" y="4096"/>
                  </a:lnTo>
                  <a:cubicBezTo>
                    <a:pt x="9420" y="4096"/>
                    <a:pt x="9578" y="4254"/>
                    <a:pt x="9578" y="4443"/>
                  </a:cubicBezTo>
                  <a:lnTo>
                    <a:pt x="9578" y="4852"/>
                  </a:lnTo>
                  <a:cubicBezTo>
                    <a:pt x="8790" y="5010"/>
                    <a:pt x="8192" y="5703"/>
                    <a:pt x="8192" y="6554"/>
                  </a:cubicBezTo>
                  <a:cubicBezTo>
                    <a:pt x="8192" y="7499"/>
                    <a:pt x="8948" y="8223"/>
                    <a:pt x="9893" y="8223"/>
                  </a:cubicBezTo>
                  <a:cubicBezTo>
                    <a:pt x="10838" y="8223"/>
                    <a:pt x="11594" y="7499"/>
                    <a:pt x="11594" y="6554"/>
                  </a:cubicBezTo>
                  <a:cubicBezTo>
                    <a:pt x="11689" y="5703"/>
                    <a:pt x="11153" y="5010"/>
                    <a:pt x="10366" y="4852"/>
                  </a:cubicBezTo>
                  <a:lnTo>
                    <a:pt x="10366" y="4443"/>
                  </a:lnTo>
                  <a:cubicBezTo>
                    <a:pt x="10366" y="3907"/>
                    <a:pt x="9893" y="3435"/>
                    <a:pt x="9326" y="3435"/>
                  </a:cubicBezTo>
                  <a:lnTo>
                    <a:pt x="6238" y="3435"/>
                  </a:lnTo>
                  <a:lnTo>
                    <a:pt x="6238" y="2710"/>
                  </a:lnTo>
                  <a:lnTo>
                    <a:pt x="8223" y="2710"/>
                  </a:lnTo>
                  <a:cubicBezTo>
                    <a:pt x="8444" y="2710"/>
                    <a:pt x="8601" y="2521"/>
                    <a:pt x="8601" y="2332"/>
                  </a:cubicBezTo>
                  <a:cubicBezTo>
                    <a:pt x="8381" y="977"/>
                    <a:pt x="7247" y="1"/>
                    <a:pt x="5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82"/>
            <p:cNvSpPr/>
            <p:nvPr/>
          </p:nvSpPr>
          <p:spPr>
            <a:xfrm>
              <a:off x="-32456950" y="358642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55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55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2" name="Google Shape;1972;p82"/>
          <p:cNvGrpSpPr/>
          <p:nvPr/>
        </p:nvGrpSpPr>
        <p:grpSpPr>
          <a:xfrm>
            <a:off x="3374219" y="3184041"/>
            <a:ext cx="354586" cy="354586"/>
            <a:chOff x="-30735200" y="3192625"/>
            <a:chExt cx="292225" cy="292225"/>
          </a:xfrm>
        </p:grpSpPr>
        <p:sp>
          <p:nvSpPr>
            <p:cNvPr id="1973" name="Google Shape;1973;p82"/>
            <p:cNvSpPr/>
            <p:nvPr/>
          </p:nvSpPr>
          <p:spPr>
            <a:xfrm>
              <a:off x="-30665100" y="3192625"/>
              <a:ext cx="175650" cy="223700"/>
            </a:xfrm>
            <a:custGeom>
              <a:avLst/>
              <a:gdLst/>
              <a:ahLst/>
              <a:cxnLst/>
              <a:rect l="l" t="t" r="r" b="b"/>
              <a:pathLst>
                <a:path w="7026" h="8948" extrusionOk="0">
                  <a:moveTo>
                    <a:pt x="2363" y="0"/>
                  </a:moveTo>
                  <a:cubicBezTo>
                    <a:pt x="2143" y="0"/>
                    <a:pt x="1985" y="158"/>
                    <a:pt x="1985" y="378"/>
                  </a:cubicBezTo>
                  <a:cubicBezTo>
                    <a:pt x="1985" y="567"/>
                    <a:pt x="2143" y="725"/>
                    <a:pt x="2363" y="725"/>
                  </a:cubicBezTo>
                  <a:lnTo>
                    <a:pt x="2710" y="725"/>
                  </a:lnTo>
                  <a:lnTo>
                    <a:pt x="2710" y="1576"/>
                  </a:lnTo>
                  <a:cubicBezTo>
                    <a:pt x="1135" y="2017"/>
                    <a:pt x="0" y="3466"/>
                    <a:pt x="0" y="5199"/>
                  </a:cubicBezTo>
                  <a:cubicBezTo>
                    <a:pt x="0" y="7278"/>
                    <a:pt x="1670" y="8948"/>
                    <a:pt x="3718" y="8948"/>
                  </a:cubicBezTo>
                  <a:cubicBezTo>
                    <a:pt x="3970" y="8948"/>
                    <a:pt x="4159" y="8916"/>
                    <a:pt x="4348" y="8853"/>
                  </a:cubicBezTo>
                  <a:cubicBezTo>
                    <a:pt x="4159" y="8664"/>
                    <a:pt x="4033" y="8381"/>
                    <a:pt x="4033" y="8066"/>
                  </a:cubicBezTo>
                  <a:cubicBezTo>
                    <a:pt x="4033" y="7877"/>
                    <a:pt x="4096" y="7687"/>
                    <a:pt x="4191" y="7530"/>
                  </a:cubicBezTo>
                  <a:lnTo>
                    <a:pt x="4191" y="7530"/>
                  </a:lnTo>
                  <a:cubicBezTo>
                    <a:pt x="4033" y="7561"/>
                    <a:pt x="3876" y="7561"/>
                    <a:pt x="3686" y="7561"/>
                  </a:cubicBezTo>
                  <a:cubicBezTo>
                    <a:pt x="2363" y="7561"/>
                    <a:pt x="1292" y="6522"/>
                    <a:pt x="1292" y="5167"/>
                  </a:cubicBezTo>
                  <a:cubicBezTo>
                    <a:pt x="1292" y="3844"/>
                    <a:pt x="2363" y="2773"/>
                    <a:pt x="3686" y="2773"/>
                  </a:cubicBezTo>
                  <a:cubicBezTo>
                    <a:pt x="4348" y="2773"/>
                    <a:pt x="4978" y="3088"/>
                    <a:pt x="5451" y="3560"/>
                  </a:cubicBezTo>
                  <a:cubicBezTo>
                    <a:pt x="5608" y="3466"/>
                    <a:pt x="5766" y="3466"/>
                    <a:pt x="5923" y="3466"/>
                  </a:cubicBezTo>
                  <a:lnTo>
                    <a:pt x="7026" y="3466"/>
                  </a:lnTo>
                  <a:cubicBezTo>
                    <a:pt x="6553" y="2584"/>
                    <a:pt x="5734" y="1859"/>
                    <a:pt x="4726" y="1576"/>
                  </a:cubicBezTo>
                  <a:lnTo>
                    <a:pt x="4726" y="725"/>
                  </a:lnTo>
                  <a:lnTo>
                    <a:pt x="5073" y="725"/>
                  </a:lnTo>
                  <a:cubicBezTo>
                    <a:pt x="5262" y="725"/>
                    <a:pt x="5419" y="567"/>
                    <a:pt x="5419" y="378"/>
                  </a:cubicBezTo>
                  <a:cubicBezTo>
                    <a:pt x="5419" y="158"/>
                    <a:pt x="5262" y="0"/>
                    <a:pt x="5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82"/>
            <p:cNvSpPr/>
            <p:nvPr/>
          </p:nvSpPr>
          <p:spPr>
            <a:xfrm>
              <a:off x="-30615475" y="3278475"/>
              <a:ext cx="52775" cy="52000"/>
            </a:xfrm>
            <a:custGeom>
              <a:avLst/>
              <a:gdLst/>
              <a:ahLst/>
              <a:cxnLst/>
              <a:rect l="l" t="t" r="r" b="b"/>
              <a:pathLst>
                <a:path w="2111" h="2080" extrusionOk="0">
                  <a:moveTo>
                    <a:pt x="1733" y="0"/>
                  </a:moveTo>
                  <a:cubicBezTo>
                    <a:pt x="1544" y="32"/>
                    <a:pt x="1386" y="158"/>
                    <a:pt x="1386" y="347"/>
                  </a:cubicBezTo>
                  <a:lnTo>
                    <a:pt x="1386" y="1387"/>
                  </a:lnTo>
                  <a:lnTo>
                    <a:pt x="378" y="1387"/>
                  </a:lnTo>
                  <a:cubicBezTo>
                    <a:pt x="158" y="1387"/>
                    <a:pt x="0" y="1544"/>
                    <a:pt x="0" y="1733"/>
                  </a:cubicBezTo>
                  <a:cubicBezTo>
                    <a:pt x="0" y="1922"/>
                    <a:pt x="158" y="2080"/>
                    <a:pt x="378" y="2080"/>
                  </a:cubicBezTo>
                  <a:lnTo>
                    <a:pt x="1733" y="2080"/>
                  </a:lnTo>
                  <a:cubicBezTo>
                    <a:pt x="1954" y="2080"/>
                    <a:pt x="2111" y="1922"/>
                    <a:pt x="2111" y="1733"/>
                  </a:cubicBezTo>
                  <a:lnTo>
                    <a:pt x="2111" y="347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82"/>
            <p:cNvSpPr/>
            <p:nvPr/>
          </p:nvSpPr>
          <p:spPr>
            <a:xfrm>
              <a:off x="-30528850" y="3296575"/>
              <a:ext cx="85875" cy="25250"/>
            </a:xfrm>
            <a:custGeom>
              <a:avLst/>
              <a:gdLst/>
              <a:ahLst/>
              <a:cxnLst/>
              <a:rect l="l" t="t" r="r" b="b"/>
              <a:pathLst>
                <a:path w="3435" h="1010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cubicBezTo>
                    <a:pt x="1" y="789"/>
                    <a:pt x="253" y="1009"/>
                    <a:pt x="536" y="1009"/>
                  </a:cubicBezTo>
                  <a:lnTo>
                    <a:pt x="2931" y="1009"/>
                  </a:lnTo>
                  <a:cubicBezTo>
                    <a:pt x="3214" y="1009"/>
                    <a:pt x="3435" y="789"/>
                    <a:pt x="3435" y="505"/>
                  </a:cubicBezTo>
                  <a:cubicBezTo>
                    <a:pt x="3435" y="221"/>
                    <a:pt x="3214" y="1"/>
                    <a:pt x="29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82"/>
            <p:cNvSpPr/>
            <p:nvPr/>
          </p:nvSpPr>
          <p:spPr>
            <a:xfrm>
              <a:off x="-30546175" y="3338325"/>
              <a:ext cx="85875" cy="26025"/>
            </a:xfrm>
            <a:custGeom>
              <a:avLst/>
              <a:gdLst/>
              <a:ahLst/>
              <a:cxnLst/>
              <a:rect l="l" t="t" r="r" b="b"/>
              <a:pathLst>
                <a:path w="3435" h="1041" extrusionOk="0">
                  <a:moveTo>
                    <a:pt x="505" y="1"/>
                  </a:moveTo>
                  <a:cubicBezTo>
                    <a:pt x="221" y="1"/>
                    <a:pt x="1" y="253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899" y="1040"/>
                  </a:lnTo>
                  <a:cubicBezTo>
                    <a:pt x="3183" y="1040"/>
                    <a:pt x="3435" y="851"/>
                    <a:pt x="3435" y="536"/>
                  </a:cubicBezTo>
                  <a:cubicBezTo>
                    <a:pt x="3435" y="253"/>
                    <a:pt x="3183" y="1"/>
                    <a:pt x="28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82"/>
            <p:cNvSpPr/>
            <p:nvPr/>
          </p:nvSpPr>
          <p:spPr>
            <a:xfrm>
              <a:off x="-30546175" y="3381650"/>
              <a:ext cx="67750" cy="26025"/>
            </a:xfrm>
            <a:custGeom>
              <a:avLst/>
              <a:gdLst/>
              <a:ahLst/>
              <a:cxnLst/>
              <a:rect l="l" t="t" r="r" b="b"/>
              <a:pathLst>
                <a:path w="2710" h="1041" extrusionOk="0">
                  <a:moveTo>
                    <a:pt x="505" y="0"/>
                  </a:moveTo>
                  <a:cubicBezTo>
                    <a:pt x="221" y="0"/>
                    <a:pt x="1" y="252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206" y="1040"/>
                  </a:lnTo>
                  <a:cubicBezTo>
                    <a:pt x="2490" y="1040"/>
                    <a:pt x="2710" y="788"/>
                    <a:pt x="2710" y="536"/>
                  </a:cubicBezTo>
                  <a:cubicBezTo>
                    <a:pt x="2710" y="252"/>
                    <a:pt x="2490" y="0"/>
                    <a:pt x="2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82"/>
            <p:cNvSpPr/>
            <p:nvPr/>
          </p:nvSpPr>
          <p:spPr>
            <a:xfrm>
              <a:off x="-30546175" y="3424175"/>
              <a:ext cx="51225" cy="26025"/>
            </a:xfrm>
            <a:custGeom>
              <a:avLst/>
              <a:gdLst/>
              <a:ahLst/>
              <a:cxnLst/>
              <a:rect l="l" t="t" r="r" b="b"/>
              <a:pathLst>
                <a:path w="2049" h="1041" extrusionOk="0">
                  <a:moveTo>
                    <a:pt x="505" y="1"/>
                  </a:moveTo>
                  <a:cubicBezTo>
                    <a:pt x="221" y="1"/>
                    <a:pt x="1" y="253"/>
                    <a:pt x="1" y="505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1544" y="1040"/>
                  </a:lnTo>
                  <a:cubicBezTo>
                    <a:pt x="1796" y="1040"/>
                    <a:pt x="2048" y="788"/>
                    <a:pt x="2048" y="505"/>
                  </a:cubicBezTo>
                  <a:cubicBezTo>
                    <a:pt x="2048" y="253"/>
                    <a:pt x="1796" y="1"/>
                    <a:pt x="15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82"/>
            <p:cNvSpPr/>
            <p:nvPr/>
          </p:nvSpPr>
          <p:spPr>
            <a:xfrm>
              <a:off x="-30735200" y="3209325"/>
              <a:ext cx="174075" cy="275525"/>
            </a:xfrm>
            <a:custGeom>
              <a:avLst/>
              <a:gdLst/>
              <a:ahLst/>
              <a:cxnLst/>
              <a:rect l="l" t="t" r="r" b="b"/>
              <a:pathLst>
                <a:path w="6963" h="11021" extrusionOk="0">
                  <a:moveTo>
                    <a:pt x="3803" y="0"/>
                  </a:moveTo>
                  <a:cubicBezTo>
                    <a:pt x="3716" y="0"/>
                    <a:pt x="3637" y="52"/>
                    <a:pt x="3592" y="120"/>
                  </a:cubicBezTo>
                  <a:lnTo>
                    <a:pt x="1702" y="2231"/>
                  </a:lnTo>
                  <a:cubicBezTo>
                    <a:pt x="1544" y="2420"/>
                    <a:pt x="1418" y="2640"/>
                    <a:pt x="1418" y="2892"/>
                  </a:cubicBezTo>
                  <a:lnTo>
                    <a:pt x="1418" y="5917"/>
                  </a:lnTo>
                  <a:cubicBezTo>
                    <a:pt x="1418" y="6200"/>
                    <a:pt x="1292" y="6421"/>
                    <a:pt x="1103" y="6641"/>
                  </a:cubicBezTo>
                  <a:lnTo>
                    <a:pt x="126" y="7618"/>
                  </a:lnTo>
                  <a:cubicBezTo>
                    <a:pt x="0" y="7744"/>
                    <a:pt x="0" y="7965"/>
                    <a:pt x="126" y="8091"/>
                  </a:cubicBezTo>
                  <a:lnTo>
                    <a:pt x="2867" y="10926"/>
                  </a:lnTo>
                  <a:cubicBezTo>
                    <a:pt x="2930" y="10989"/>
                    <a:pt x="3017" y="11021"/>
                    <a:pt x="3104" y="11021"/>
                  </a:cubicBezTo>
                  <a:cubicBezTo>
                    <a:pt x="3190" y="11021"/>
                    <a:pt x="3277" y="10989"/>
                    <a:pt x="3340" y="10926"/>
                  </a:cubicBezTo>
                  <a:lnTo>
                    <a:pt x="4317" y="9949"/>
                  </a:lnTo>
                  <a:cubicBezTo>
                    <a:pt x="4537" y="9729"/>
                    <a:pt x="4758" y="9634"/>
                    <a:pt x="5041" y="9634"/>
                  </a:cubicBezTo>
                  <a:lnTo>
                    <a:pt x="6963" y="9634"/>
                  </a:lnTo>
                  <a:cubicBezTo>
                    <a:pt x="6900" y="9477"/>
                    <a:pt x="6837" y="9288"/>
                    <a:pt x="6837" y="9099"/>
                  </a:cubicBezTo>
                  <a:cubicBezTo>
                    <a:pt x="6837" y="9036"/>
                    <a:pt x="6837" y="8973"/>
                    <a:pt x="6900" y="8910"/>
                  </a:cubicBezTo>
                  <a:cubicBezTo>
                    <a:pt x="6774" y="8910"/>
                    <a:pt x="6648" y="8941"/>
                    <a:pt x="6522" y="8941"/>
                  </a:cubicBezTo>
                  <a:cubicBezTo>
                    <a:pt x="4096" y="8941"/>
                    <a:pt x="2080" y="6925"/>
                    <a:pt x="2080" y="4499"/>
                  </a:cubicBezTo>
                  <a:cubicBezTo>
                    <a:pt x="2080" y="2892"/>
                    <a:pt x="2962" y="1475"/>
                    <a:pt x="4254" y="687"/>
                  </a:cubicBezTo>
                  <a:cubicBezTo>
                    <a:pt x="4254" y="592"/>
                    <a:pt x="4222" y="529"/>
                    <a:pt x="4222" y="498"/>
                  </a:cubicBezTo>
                  <a:lnTo>
                    <a:pt x="4128" y="246"/>
                  </a:lnTo>
                  <a:cubicBezTo>
                    <a:pt x="4096" y="120"/>
                    <a:pt x="4002" y="57"/>
                    <a:pt x="3907" y="25"/>
                  </a:cubicBezTo>
                  <a:cubicBezTo>
                    <a:pt x="3872" y="8"/>
                    <a:pt x="3837" y="0"/>
                    <a:pt x="3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0" name="Google Shape;1980;p82"/>
          <p:cNvGrpSpPr/>
          <p:nvPr/>
        </p:nvGrpSpPr>
        <p:grpSpPr>
          <a:xfrm>
            <a:off x="6142455" y="2685281"/>
            <a:ext cx="354586" cy="353008"/>
            <a:chOff x="-30735200" y="3552550"/>
            <a:chExt cx="292225" cy="290925"/>
          </a:xfrm>
        </p:grpSpPr>
        <p:sp>
          <p:nvSpPr>
            <p:cNvPr id="1981" name="Google Shape;1981;p82"/>
            <p:cNvSpPr/>
            <p:nvPr/>
          </p:nvSpPr>
          <p:spPr>
            <a:xfrm>
              <a:off x="-30613900" y="3655750"/>
              <a:ext cx="170925" cy="187725"/>
            </a:xfrm>
            <a:custGeom>
              <a:avLst/>
              <a:gdLst/>
              <a:ahLst/>
              <a:cxnLst/>
              <a:rect l="l" t="t" r="r" b="b"/>
              <a:pathLst>
                <a:path w="6837" h="7509" extrusionOk="0">
                  <a:moveTo>
                    <a:pt x="5120" y="2079"/>
                  </a:moveTo>
                  <a:cubicBezTo>
                    <a:pt x="5206" y="2079"/>
                    <a:pt x="5293" y="2111"/>
                    <a:pt x="5356" y="2174"/>
                  </a:cubicBezTo>
                  <a:cubicBezTo>
                    <a:pt x="5451" y="2268"/>
                    <a:pt x="5451" y="2458"/>
                    <a:pt x="5356" y="2647"/>
                  </a:cubicBezTo>
                  <a:lnTo>
                    <a:pt x="3308" y="4694"/>
                  </a:lnTo>
                  <a:cubicBezTo>
                    <a:pt x="3214" y="4757"/>
                    <a:pt x="3151" y="4789"/>
                    <a:pt x="3056" y="4789"/>
                  </a:cubicBezTo>
                  <a:cubicBezTo>
                    <a:pt x="2993" y="4789"/>
                    <a:pt x="2899" y="4757"/>
                    <a:pt x="2836" y="4694"/>
                  </a:cubicBezTo>
                  <a:lnTo>
                    <a:pt x="2174" y="4001"/>
                  </a:lnTo>
                  <a:cubicBezTo>
                    <a:pt x="2048" y="3907"/>
                    <a:pt x="2048" y="3655"/>
                    <a:pt x="2174" y="3529"/>
                  </a:cubicBezTo>
                  <a:cubicBezTo>
                    <a:pt x="2221" y="3481"/>
                    <a:pt x="2308" y="3458"/>
                    <a:pt x="2399" y="3458"/>
                  </a:cubicBezTo>
                  <a:cubicBezTo>
                    <a:pt x="2489" y="3458"/>
                    <a:pt x="2584" y="3481"/>
                    <a:pt x="2647" y="3529"/>
                  </a:cubicBezTo>
                  <a:lnTo>
                    <a:pt x="3056" y="3970"/>
                  </a:lnTo>
                  <a:lnTo>
                    <a:pt x="4883" y="2174"/>
                  </a:lnTo>
                  <a:cubicBezTo>
                    <a:pt x="4946" y="2111"/>
                    <a:pt x="5033" y="2079"/>
                    <a:pt x="5120" y="2079"/>
                  </a:cubicBezTo>
                  <a:close/>
                  <a:moveTo>
                    <a:pt x="1701" y="0"/>
                  </a:moveTo>
                  <a:cubicBezTo>
                    <a:pt x="725" y="0"/>
                    <a:pt x="0" y="756"/>
                    <a:pt x="0" y="1701"/>
                  </a:cubicBezTo>
                  <a:lnTo>
                    <a:pt x="0" y="4411"/>
                  </a:lnTo>
                  <a:cubicBezTo>
                    <a:pt x="0" y="5356"/>
                    <a:pt x="725" y="6112"/>
                    <a:pt x="1701" y="6112"/>
                  </a:cubicBezTo>
                  <a:lnTo>
                    <a:pt x="2048" y="6112"/>
                  </a:lnTo>
                  <a:lnTo>
                    <a:pt x="2048" y="7152"/>
                  </a:lnTo>
                  <a:cubicBezTo>
                    <a:pt x="2048" y="7309"/>
                    <a:pt x="2111" y="7435"/>
                    <a:pt x="2237" y="7467"/>
                  </a:cubicBezTo>
                  <a:cubicBezTo>
                    <a:pt x="2289" y="7493"/>
                    <a:pt x="2347" y="7508"/>
                    <a:pt x="2401" y="7508"/>
                  </a:cubicBezTo>
                  <a:cubicBezTo>
                    <a:pt x="2477" y="7508"/>
                    <a:pt x="2547" y="7478"/>
                    <a:pt x="2584" y="7404"/>
                  </a:cubicBezTo>
                  <a:lnTo>
                    <a:pt x="3844" y="6112"/>
                  </a:lnTo>
                  <a:lnTo>
                    <a:pt x="5073" y="6112"/>
                  </a:lnTo>
                  <a:cubicBezTo>
                    <a:pt x="6018" y="6112"/>
                    <a:pt x="6805" y="5356"/>
                    <a:pt x="6805" y="4411"/>
                  </a:cubicBezTo>
                  <a:lnTo>
                    <a:pt x="6805" y="1701"/>
                  </a:lnTo>
                  <a:cubicBezTo>
                    <a:pt x="6837" y="756"/>
                    <a:pt x="6049" y="0"/>
                    <a:pt x="5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82"/>
            <p:cNvSpPr/>
            <p:nvPr/>
          </p:nvSpPr>
          <p:spPr>
            <a:xfrm>
              <a:off x="-30735200" y="3552550"/>
              <a:ext cx="188275" cy="205075"/>
            </a:xfrm>
            <a:custGeom>
              <a:avLst/>
              <a:gdLst/>
              <a:ahLst/>
              <a:cxnLst/>
              <a:rect l="l" t="t" r="r" b="b"/>
              <a:pathLst>
                <a:path w="7531" h="8203" extrusionOk="0">
                  <a:moveTo>
                    <a:pt x="3781" y="1356"/>
                  </a:moveTo>
                  <a:cubicBezTo>
                    <a:pt x="4317" y="1356"/>
                    <a:pt x="4789" y="1828"/>
                    <a:pt x="4789" y="2395"/>
                  </a:cubicBezTo>
                  <a:cubicBezTo>
                    <a:pt x="4789" y="2710"/>
                    <a:pt x="4632" y="3025"/>
                    <a:pt x="4411" y="3214"/>
                  </a:cubicBezTo>
                  <a:cubicBezTo>
                    <a:pt x="4254" y="3341"/>
                    <a:pt x="4128" y="3530"/>
                    <a:pt x="4128" y="3782"/>
                  </a:cubicBezTo>
                  <a:cubicBezTo>
                    <a:pt x="4128" y="3971"/>
                    <a:pt x="3970" y="4128"/>
                    <a:pt x="3781" y="4128"/>
                  </a:cubicBezTo>
                  <a:cubicBezTo>
                    <a:pt x="3592" y="4128"/>
                    <a:pt x="3434" y="3971"/>
                    <a:pt x="3434" y="3782"/>
                  </a:cubicBezTo>
                  <a:cubicBezTo>
                    <a:pt x="3434" y="3341"/>
                    <a:pt x="3624" y="2931"/>
                    <a:pt x="3970" y="2679"/>
                  </a:cubicBezTo>
                  <a:cubicBezTo>
                    <a:pt x="4065" y="2584"/>
                    <a:pt x="4096" y="2521"/>
                    <a:pt x="4096" y="2395"/>
                  </a:cubicBezTo>
                  <a:cubicBezTo>
                    <a:pt x="4096" y="2206"/>
                    <a:pt x="3939" y="2049"/>
                    <a:pt x="3750" y="2049"/>
                  </a:cubicBezTo>
                  <a:cubicBezTo>
                    <a:pt x="3529" y="2049"/>
                    <a:pt x="3371" y="2206"/>
                    <a:pt x="3371" y="2395"/>
                  </a:cubicBezTo>
                  <a:cubicBezTo>
                    <a:pt x="3371" y="2584"/>
                    <a:pt x="3214" y="2742"/>
                    <a:pt x="3025" y="2742"/>
                  </a:cubicBezTo>
                  <a:cubicBezTo>
                    <a:pt x="2836" y="2742"/>
                    <a:pt x="2678" y="2584"/>
                    <a:pt x="2678" y="2395"/>
                  </a:cubicBezTo>
                  <a:cubicBezTo>
                    <a:pt x="2741" y="1828"/>
                    <a:pt x="3214" y="1356"/>
                    <a:pt x="3781" y="1356"/>
                  </a:cubicBezTo>
                  <a:close/>
                  <a:moveTo>
                    <a:pt x="3781" y="4758"/>
                  </a:moveTo>
                  <a:cubicBezTo>
                    <a:pt x="3970" y="4758"/>
                    <a:pt x="4128" y="4916"/>
                    <a:pt x="4128" y="5105"/>
                  </a:cubicBezTo>
                  <a:cubicBezTo>
                    <a:pt x="4128" y="5294"/>
                    <a:pt x="3970" y="5451"/>
                    <a:pt x="3781" y="5451"/>
                  </a:cubicBezTo>
                  <a:cubicBezTo>
                    <a:pt x="3592" y="5451"/>
                    <a:pt x="3434" y="5294"/>
                    <a:pt x="3434" y="5105"/>
                  </a:cubicBezTo>
                  <a:cubicBezTo>
                    <a:pt x="3434" y="4916"/>
                    <a:pt x="3592" y="4758"/>
                    <a:pt x="3781" y="4758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9"/>
                    <a:pt x="0" y="1734"/>
                  </a:cubicBezTo>
                  <a:lnTo>
                    <a:pt x="0" y="5136"/>
                  </a:lnTo>
                  <a:cubicBezTo>
                    <a:pt x="0" y="5987"/>
                    <a:pt x="631" y="6649"/>
                    <a:pt x="1418" y="6806"/>
                  </a:cubicBezTo>
                  <a:lnTo>
                    <a:pt x="1418" y="7846"/>
                  </a:lnTo>
                  <a:cubicBezTo>
                    <a:pt x="1418" y="8003"/>
                    <a:pt x="1481" y="8129"/>
                    <a:pt x="1607" y="8161"/>
                  </a:cubicBezTo>
                  <a:cubicBezTo>
                    <a:pt x="1659" y="8187"/>
                    <a:pt x="1717" y="8202"/>
                    <a:pt x="1771" y="8202"/>
                  </a:cubicBezTo>
                  <a:cubicBezTo>
                    <a:pt x="1848" y="8202"/>
                    <a:pt x="1917" y="8172"/>
                    <a:pt x="1954" y="8098"/>
                  </a:cubicBezTo>
                  <a:lnTo>
                    <a:pt x="3214" y="6838"/>
                  </a:lnTo>
                  <a:lnTo>
                    <a:pt x="4096" y="6838"/>
                  </a:lnTo>
                  <a:lnTo>
                    <a:pt x="4096" y="5798"/>
                  </a:lnTo>
                  <a:cubicBezTo>
                    <a:pt x="4096" y="4475"/>
                    <a:pt x="5167" y="3404"/>
                    <a:pt x="6490" y="3404"/>
                  </a:cubicBezTo>
                  <a:lnTo>
                    <a:pt x="7530" y="3404"/>
                  </a:lnTo>
                  <a:lnTo>
                    <a:pt x="7530" y="1734"/>
                  </a:lnTo>
                  <a:cubicBezTo>
                    <a:pt x="7530" y="789"/>
                    <a:pt x="6774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3" name="Google Shape;1983;p82"/>
          <p:cNvGrpSpPr/>
          <p:nvPr/>
        </p:nvGrpSpPr>
        <p:grpSpPr>
          <a:xfrm>
            <a:off x="4536455" y="3158409"/>
            <a:ext cx="354586" cy="353645"/>
            <a:chOff x="-30735200" y="3910925"/>
            <a:chExt cx="292225" cy="291450"/>
          </a:xfrm>
        </p:grpSpPr>
        <p:sp>
          <p:nvSpPr>
            <p:cNvPr id="1984" name="Google Shape;1984;p82"/>
            <p:cNvSpPr/>
            <p:nvPr/>
          </p:nvSpPr>
          <p:spPr>
            <a:xfrm>
              <a:off x="-30683225" y="3962900"/>
              <a:ext cx="188275" cy="186700"/>
            </a:xfrm>
            <a:custGeom>
              <a:avLst/>
              <a:gdLst/>
              <a:ahLst/>
              <a:cxnLst/>
              <a:rect l="l" t="t" r="r" b="b"/>
              <a:pathLst>
                <a:path w="7531" h="7468" extrusionOk="0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82"/>
            <p:cNvSpPr/>
            <p:nvPr/>
          </p:nvSpPr>
          <p:spPr>
            <a:xfrm>
              <a:off x="-30735200" y="3910925"/>
              <a:ext cx="292225" cy="291450"/>
            </a:xfrm>
            <a:custGeom>
              <a:avLst/>
              <a:gdLst/>
              <a:ahLst/>
              <a:cxnLst/>
              <a:rect l="l" t="t" r="r" b="b"/>
              <a:pathLst>
                <a:path w="11689" h="11658" extrusionOk="0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6" name="Google Shape;1986;p82"/>
          <p:cNvSpPr/>
          <p:nvPr/>
        </p:nvSpPr>
        <p:spPr>
          <a:xfrm>
            <a:off x="6142428" y="3184499"/>
            <a:ext cx="354586" cy="353645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5829" y="2458"/>
                </a:moveTo>
                <a:cubicBezTo>
                  <a:pt x="6207" y="2458"/>
                  <a:pt x="6491" y="2773"/>
                  <a:pt x="6491" y="3120"/>
                </a:cubicBezTo>
                <a:cubicBezTo>
                  <a:pt x="6522" y="3466"/>
                  <a:pt x="6207" y="3781"/>
                  <a:pt x="5829" y="3781"/>
                </a:cubicBezTo>
                <a:cubicBezTo>
                  <a:pt x="5419" y="3781"/>
                  <a:pt x="5136" y="3466"/>
                  <a:pt x="5136" y="3120"/>
                </a:cubicBezTo>
                <a:cubicBezTo>
                  <a:pt x="5136" y="2742"/>
                  <a:pt x="5482" y="2458"/>
                  <a:pt x="5829" y="2458"/>
                </a:cubicBezTo>
                <a:close/>
                <a:moveTo>
                  <a:pt x="5860" y="4474"/>
                </a:moveTo>
                <a:cubicBezTo>
                  <a:pt x="6238" y="4474"/>
                  <a:pt x="6522" y="4789"/>
                  <a:pt x="6522" y="5136"/>
                </a:cubicBezTo>
                <a:lnTo>
                  <a:pt x="6522" y="8570"/>
                </a:lnTo>
                <a:cubicBezTo>
                  <a:pt x="6522" y="8948"/>
                  <a:pt x="6207" y="9232"/>
                  <a:pt x="5860" y="9232"/>
                </a:cubicBezTo>
                <a:cubicBezTo>
                  <a:pt x="5451" y="9232"/>
                  <a:pt x="5199" y="8917"/>
                  <a:pt x="5199" y="8570"/>
                </a:cubicBezTo>
                <a:lnTo>
                  <a:pt x="5199" y="5136"/>
                </a:lnTo>
                <a:cubicBezTo>
                  <a:pt x="5199" y="4726"/>
                  <a:pt x="5514" y="4474"/>
                  <a:pt x="5860" y="4474"/>
                </a:cubicBezTo>
                <a:close/>
                <a:moveTo>
                  <a:pt x="5829" y="1"/>
                </a:moveTo>
                <a:cubicBezTo>
                  <a:pt x="2615" y="1"/>
                  <a:pt x="0" y="2647"/>
                  <a:pt x="0" y="5829"/>
                </a:cubicBezTo>
                <a:cubicBezTo>
                  <a:pt x="0" y="9043"/>
                  <a:pt x="2615" y="11657"/>
                  <a:pt x="5829" y="11657"/>
                </a:cubicBezTo>
                <a:cubicBezTo>
                  <a:pt x="9011" y="11657"/>
                  <a:pt x="11657" y="9043"/>
                  <a:pt x="11657" y="5829"/>
                </a:cubicBezTo>
                <a:cubicBezTo>
                  <a:pt x="11689" y="2647"/>
                  <a:pt x="9042" y="1"/>
                  <a:pt x="582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82"/>
          <p:cNvSpPr txBox="1"/>
          <p:nvPr/>
        </p:nvSpPr>
        <p:spPr>
          <a:xfrm>
            <a:off x="2872322" y="1074381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Ajuda e suporte</a:t>
            </a:r>
            <a:endParaRPr sz="2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8" name="Google Shape;1988;p82"/>
          <p:cNvSpPr/>
          <p:nvPr/>
        </p:nvSpPr>
        <p:spPr>
          <a:xfrm>
            <a:off x="5142732" y="3713859"/>
            <a:ext cx="288972" cy="318626"/>
          </a:xfrm>
          <a:custGeom>
            <a:avLst/>
            <a:gdLst/>
            <a:ahLst/>
            <a:cxnLst/>
            <a:rect l="l" t="t" r="r" b="b"/>
            <a:pathLst>
              <a:path w="6110" h="6737" extrusionOk="0">
                <a:moveTo>
                  <a:pt x="3047" y="195"/>
                </a:moveTo>
                <a:cubicBezTo>
                  <a:pt x="3958" y="195"/>
                  <a:pt x="4720" y="867"/>
                  <a:pt x="4855" y="1748"/>
                </a:cubicBezTo>
                <a:cubicBezTo>
                  <a:pt x="4750" y="1748"/>
                  <a:pt x="4660" y="1823"/>
                  <a:pt x="4616" y="1913"/>
                </a:cubicBezTo>
                <a:cubicBezTo>
                  <a:pt x="4526" y="1046"/>
                  <a:pt x="3854" y="598"/>
                  <a:pt x="3047" y="598"/>
                </a:cubicBezTo>
                <a:cubicBezTo>
                  <a:pt x="2241" y="598"/>
                  <a:pt x="1569" y="1046"/>
                  <a:pt x="1479" y="1913"/>
                </a:cubicBezTo>
                <a:cubicBezTo>
                  <a:pt x="1449" y="1838"/>
                  <a:pt x="1389" y="1793"/>
                  <a:pt x="1330" y="1763"/>
                </a:cubicBezTo>
                <a:cubicBezTo>
                  <a:pt x="1315" y="1748"/>
                  <a:pt x="1300" y="1733"/>
                  <a:pt x="1270" y="1718"/>
                </a:cubicBezTo>
                <a:lnTo>
                  <a:pt x="1255" y="1718"/>
                </a:lnTo>
                <a:cubicBezTo>
                  <a:pt x="1389" y="852"/>
                  <a:pt x="2151" y="195"/>
                  <a:pt x="3047" y="195"/>
                </a:cubicBezTo>
                <a:close/>
                <a:moveTo>
                  <a:pt x="3047" y="1"/>
                </a:moveTo>
                <a:cubicBezTo>
                  <a:pt x="2017" y="1"/>
                  <a:pt x="1151" y="777"/>
                  <a:pt x="1031" y="1793"/>
                </a:cubicBezTo>
                <a:cubicBezTo>
                  <a:pt x="956" y="1838"/>
                  <a:pt x="897" y="1942"/>
                  <a:pt x="897" y="2047"/>
                </a:cubicBezTo>
                <a:lnTo>
                  <a:pt x="897" y="2689"/>
                </a:lnTo>
                <a:cubicBezTo>
                  <a:pt x="897" y="2824"/>
                  <a:pt x="971" y="2943"/>
                  <a:pt x="1091" y="2988"/>
                </a:cubicBezTo>
                <a:cubicBezTo>
                  <a:pt x="1210" y="3481"/>
                  <a:pt x="1524" y="3899"/>
                  <a:pt x="1957" y="4183"/>
                </a:cubicBezTo>
                <a:cubicBezTo>
                  <a:pt x="1972" y="4257"/>
                  <a:pt x="2032" y="4347"/>
                  <a:pt x="2136" y="4407"/>
                </a:cubicBezTo>
                <a:cubicBezTo>
                  <a:pt x="2187" y="4435"/>
                  <a:pt x="2240" y="4448"/>
                  <a:pt x="2289" y="4448"/>
                </a:cubicBezTo>
                <a:cubicBezTo>
                  <a:pt x="2371" y="4448"/>
                  <a:pt x="2443" y="4412"/>
                  <a:pt x="2480" y="4347"/>
                </a:cubicBezTo>
                <a:cubicBezTo>
                  <a:pt x="2525" y="4257"/>
                  <a:pt x="2465" y="4108"/>
                  <a:pt x="2315" y="4048"/>
                </a:cubicBezTo>
                <a:cubicBezTo>
                  <a:pt x="2267" y="4019"/>
                  <a:pt x="2213" y="4003"/>
                  <a:pt x="2160" y="4003"/>
                </a:cubicBezTo>
                <a:cubicBezTo>
                  <a:pt x="2131" y="4003"/>
                  <a:pt x="2103" y="4008"/>
                  <a:pt x="2077" y="4019"/>
                </a:cubicBezTo>
                <a:cubicBezTo>
                  <a:pt x="1703" y="3780"/>
                  <a:pt x="1419" y="3406"/>
                  <a:pt x="1300" y="2988"/>
                </a:cubicBezTo>
                <a:cubicBezTo>
                  <a:pt x="1419" y="2958"/>
                  <a:pt x="1524" y="2839"/>
                  <a:pt x="1524" y="2689"/>
                </a:cubicBezTo>
                <a:lnTo>
                  <a:pt x="1524" y="2555"/>
                </a:lnTo>
                <a:cubicBezTo>
                  <a:pt x="1688" y="3406"/>
                  <a:pt x="2301" y="4198"/>
                  <a:pt x="3047" y="4198"/>
                </a:cubicBezTo>
                <a:cubicBezTo>
                  <a:pt x="3794" y="4198"/>
                  <a:pt x="4407" y="3406"/>
                  <a:pt x="4586" y="2555"/>
                </a:cubicBezTo>
                <a:lnTo>
                  <a:pt x="4586" y="2689"/>
                </a:lnTo>
                <a:cubicBezTo>
                  <a:pt x="4586" y="2868"/>
                  <a:pt x="4720" y="3003"/>
                  <a:pt x="4884" y="3003"/>
                </a:cubicBezTo>
                <a:cubicBezTo>
                  <a:pt x="5064" y="3003"/>
                  <a:pt x="5198" y="2868"/>
                  <a:pt x="5198" y="2689"/>
                </a:cubicBezTo>
                <a:lnTo>
                  <a:pt x="5198" y="2047"/>
                </a:lnTo>
                <a:cubicBezTo>
                  <a:pt x="5198" y="1942"/>
                  <a:pt x="5138" y="1838"/>
                  <a:pt x="5064" y="1793"/>
                </a:cubicBezTo>
                <a:cubicBezTo>
                  <a:pt x="4944" y="777"/>
                  <a:pt x="4093" y="1"/>
                  <a:pt x="3047" y="1"/>
                </a:cubicBezTo>
                <a:close/>
                <a:moveTo>
                  <a:pt x="4272" y="4198"/>
                </a:moveTo>
                <a:lnTo>
                  <a:pt x="3600" y="5602"/>
                </a:lnTo>
                <a:lnTo>
                  <a:pt x="3256" y="4691"/>
                </a:lnTo>
                <a:cubicBezTo>
                  <a:pt x="3182" y="4706"/>
                  <a:pt x="3122" y="4720"/>
                  <a:pt x="3047" y="4720"/>
                </a:cubicBezTo>
                <a:cubicBezTo>
                  <a:pt x="2973" y="4720"/>
                  <a:pt x="2913" y="4706"/>
                  <a:pt x="2838" y="4691"/>
                </a:cubicBezTo>
                <a:lnTo>
                  <a:pt x="2480" y="5647"/>
                </a:lnTo>
                <a:lnTo>
                  <a:pt x="1793" y="4213"/>
                </a:lnTo>
                <a:lnTo>
                  <a:pt x="807" y="4676"/>
                </a:lnTo>
                <a:cubicBezTo>
                  <a:pt x="359" y="4885"/>
                  <a:pt x="0" y="5408"/>
                  <a:pt x="0" y="5841"/>
                </a:cubicBezTo>
                <a:lnTo>
                  <a:pt x="0" y="6737"/>
                </a:lnTo>
                <a:lnTo>
                  <a:pt x="6109" y="6737"/>
                </a:lnTo>
                <a:lnTo>
                  <a:pt x="6109" y="5841"/>
                </a:lnTo>
                <a:cubicBezTo>
                  <a:pt x="6109" y="5408"/>
                  <a:pt x="5736" y="4885"/>
                  <a:pt x="5288" y="4676"/>
                </a:cubicBezTo>
                <a:lnTo>
                  <a:pt x="4272" y="41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9" name="Google Shape;1989;p82"/>
          <p:cNvGrpSpPr/>
          <p:nvPr/>
        </p:nvGrpSpPr>
        <p:grpSpPr>
          <a:xfrm>
            <a:off x="6152880" y="3707923"/>
            <a:ext cx="333684" cy="330500"/>
            <a:chOff x="209725" y="1604799"/>
            <a:chExt cx="333684" cy="330500"/>
          </a:xfrm>
        </p:grpSpPr>
        <p:sp>
          <p:nvSpPr>
            <p:cNvPr id="1990" name="Google Shape;1990;p82"/>
            <p:cNvSpPr/>
            <p:nvPr/>
          </p:nvSpPr>
          <p:spPr>
            <a:xfrm>
              <a:off x="209725" y="1808485"/>
              <a:ext cx="333684" cy="126814"/>
            </a:xfrm>
            <a:custGeom>
              <a:avLst/>
              <a:gdLst/>
              <a:ahLst/>
              <a:cxnLst/>
              <a:rect l="l" t="t" r="r" b="b"/>
              <a:pathLst>
                <a:path w="6752" h="2585" extrusionOk="0">
                  <a:moveTo>
                    <a:pt x="5482" y="1673"/>
                  </a:moveTo>
                  <a:cubicBezTo>
                    <a:pt x="5587" y="1673"/>
                    <a:pt x="5676" y="1748"/>
                    <a:pt x="5676" y="1868"/>
                  </a:cubicBezTo>
                  <a:cubicBezTo>
                    <a:pt x="5676" y="1972"/>
                    <a:pt x="5587" y="2062"/>
                    <a:pt x="5482" y="2062"/>
                  </a:cubicBezTo>
                  <a:lnTo>
                    <a:pt x="4437" y="2062"/>
                  </a:lnTo>
                  <a:cubicBezTo>
                    <a:pt x="4317" y="2062"/>
                    <a:pt x="4228" y="1972"/>
                    <a:pt x="4228" y="1868"/>
                  </a:cubicBezTo>
                  <a:cubicBezTo>
                    <a:pt x="4228" y="1748"/>
                    <a:pt x="4317" y="1673"/>
                    <a:pt x="4437" y="1673"/>
                  </a:cubicBezTo>
                  <a:close/>
                  <a:moveTo>
                    <a:pt x="1943" y="1"/>
                  </a:moveTo>
                  <a:lnTo>
                    <a:pt x="927" y="628"/>
                  </a:lnTo>
                  <a:cubicBezTo>
                    <a:pt x="359" y="986"/>
                    <a:pt x="1" y="1614"/>
                    <a:pt x="1" y="2286"/>
                  </a:cubicBezTo>
                  <a:lnTo>
                    <a:pt x="1" y="2584"/>
                  </a:lnTo>
                  <a:lnTo>
                    <a:pt x="6752" y="2584"/>
                  </a:lnTo>
                  <a:lnTo>
                    <a:pt x="6752" y="2286"/>
                  </a:lnTo>
                  <a:cubicBezTo>
                    <a:pt x="6752" y="1614"/>
                    <a:pt x="6393" y="986"/>
                    <a:pt x="5826" y="628"/>
                  </a:cubicBezTo>
                  <a:lnTo>
                    <a:pt x="4825" y="1"/>
                  </a:lnTo>
                  <a:cubicBezTo>
                    <a:pt x="4795" y="329"/>
                    <a:pt x="4646" y="643"/>
                    <a:pt x="4407" y="882"/>
                  </a:cubicBezTo>
                  <a:cubicBezTo>
                    <a:pt x="4123" y="1166"/>
                    <a:pt x="3765" y="1315"/>
                    <a:pt x="3376" y="1315"/>
                  </a:cubicBezTo>
                  <a:cubicBezTo>
                    <a:pt x="2988" y="1315"/>
                    <a:pt x="2630" y="1166"/>
                    <a:pt x="2361" y="882"/>
                  </a:cubicBezTo>
                  <a:cubicBezTo>
                    <a:pt x="2107" y="643"/>
                    <a:pt x="1972" y="329"/>
                    <a:pt x="19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82"/>
            <p:cNvSpPr/>
            <p:nvPr/>
          </p:nvSpPr>
          <p:spPr>
            <a:xfrm>
              <a:off x="324875" y="1808485"/>
              <a:ext cx="103387" cy="44740"/>
            </a:xfrm>
            <a:custGeom>
              <a:avLst/>
              <a:gdLst/>
              <a:ahLst/>
              <a:cxnLst/>
              <a:rect l="l" t="t" r="r" b="b"/>
              <a:pathLst>
                <a:path w="2092" h="912" extrusionOk="0">
                  <a:moveTo>
                    <a:pt x="1" y="1"/>
                  </a:moveTo>
                  <a:cubicBezTo>
                    <a:pt x="76" y="523"/>
                    <a:pt x="509" y="912"/>
                    <a:pt x="1046" y="912"/>
                  </a:cubicBezTo>
                  <a:cubicBezTo>
                    <a:pt x="1584" y="912"/>
                    <a:pt x="2017" y="523"/>
                    <a:pt x="2092" y="1"/>
                  </a:cubicBezTo>
                  <a:lnTo>
                    <a:pt x="2092" y="1"/>
                  </a:lnTo>
                  <a:cubicBezTo>
                    <a:pt x="1793" y="210"/>
                    <a:pt x="1420" y="329"/>
                    <a:pt x="1046" y="329"/>
                  </a:cubicBezTo>
                  <a:cubicBezTo>
                    <a:pt x="673" y="329"/>
                    <a:pt x="314" y="21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82"/>
            <p:cNvSpPr/>
            <p:nvPr/>
          </p:nvSpPr>
          <p:spPr>
            <a:xfrm>
              <a:off x="304958" y="1604799"/>
              <a:ext cx="181618" cy="200056"/>
            </a:xfrm>
            <a:custGeom>
              <a:avLst/>
              <a:gdLst/>
              <a:ahLst/>
              <a:cxnLst/>
              <a:rect l="l" t="t" r="r" b="b"/>
              <a:pathLst>
                <a:path w="3675" h="4078" extrusionOk="0">
                  <a:moveTo>
                    <a:pt x="1449" y="0"/>
                  </a:moveTo>
                  <a:cubicBezTo>
                    <a:pt x="658" y="0"/>
                    <a:pt x="1" y="643"/>
                    <a:pt x="1" y="1449"/>
                  </a:cubicBezTo>
                  <a:lnTo>
                    <a:pt x="1" y="1479"/>
                  </a:lnTo>
                  <a:lnTo>
                    <a:pt x="479" y="1479"/>
                  </a:lnTo>
                  <a:cubicBezTo>
                    <a:pt x="703" y="1479"/>
                    <a:pt x="927" y="1389"/>
                    <a:pt x="1091" y="1225"/>
                  </a:cubicBezTo>
                  <a:lnTo>
                    <a:pt x="1300" y="1001"/>
                  </a:lnTo>
                  <a:cubicBezTo>
                    <a:pt x="1345" y="956"/>
                    <a:pt x="1390" y="941"/>
                    <a:pt x="1449" y="941"/>
                  </a:cubicBezTo>
                  <a:cubicBezTo>
                    <a:pt x="1509" y="941"/>
                    <a:pt x="1554" y="956"/>
                    <a:pt x="1599" y="1001"/>
                  </a:cubicBezTo>
                  <a:lnTo>
                    <a:pt x="1808" y="1225"/>
                  </a:lnTo>
                  <a:cubicBezTo>
                    <a:pt x="1972" y="1389"/>
                    <a:pt x="2196" y="1494"/>
                    <a:pt x="2420" y="1494"/>
                  </a:cubicBezTo>
                  <a:lnTo>
                    <a:pt x="2943" y="1494"/>
                  </a:lnTo>
                  <a:cubicBezTo>
                    <a:pt x="3137" y="1494"/>
                    <a:pt x="3286" y="1643"/>
                    <a:pt x="3286" y="1823"/>
                  </a:cubicBezTo>
                  <a:lnTo>
                    <a:pt x="3286" y="2734"/>
                  </a:lnTo>
                  <a:cubicBezTo>
                    <a:pt x="3286" y="2913"/>
                    <a:pt x="3137" y="3062"/>
                    <a:pt x="2943" y="3062"/>
                  </a:cubicBezTo>
                  <a:lnTo>
                    <a:pt x="2838" y="3062"/>
                  </a:lnTo>
                  <a:cubicBezTo>
                    <a:pt x="2868" y="2928"/>
                    <a:pt x="2898" y="2778"/>
                    <a:pt x="2898" y="2629"/>
                  </a:cubicBezTo>
                  <a:lnTo>
                    <a:pt x="2898" y="1882"/>
                  </a:lnTo>
                  <a:lnTo>
                    <a:pt x="2420" y="1882"/>
                  </a:lnTo>
                  <a:cubicBezTo>
                    <a:pt x="2092" y="1882"/>
                    <a:pt x="1763" y="1748"/>
                    <a:pt x="1524" y="1494"/>
                  </a:cubicBezTo>
                  <a:lnTo>
                    <a:pt x="1449" y="1419"/>
                  </a:lnTo>
                  <a:lnTo>
                    <a:pt x="1375" y="1494"/>
                  </a:lnTo>
                  <a:cubicBezTo>
                    <a:pt x="1136" y="1733"/>
                    <a:pt x="807" y="1882"/>
                    <a:pt x="479" y="1882"/>
                  </a:cubicBezTo>
                  <a:lnTo>
                    <a:pt x="1" y="1882"/>
                  </a:lnTo>
                  <a:lnTo>
                    <a:pt x="1" y="2629"/>
                  </a:lnTo>
                  <a:cubicBezTo>
                    <a:pt x="1" y="3436"/>
                    <a:pt x="658" y="4078"/>
                    <a:pt x="1449" y="4078"/>
                  </a:cubicBezTo>
                  <a:cubicBezTo>
                    <a:pt x="1733" y="4078"/>
                    <a:pt x="2002" y="4003"/>
                    <a:pt x="2226" y="3854"/>
                  </a:cubicBezTo>
                  <a:lnTo>
                    <a:pt x="1733" y="3854"/>
                  </a:lnTo>
                  <a:cubicBezTo>
                    <a:pt x="1614" y="3854"/>
                    <a:pt x="1524" y="3764"/>
                    <a:pt x="1524" y="3660"/>
                  </a:cubicBezTo>
                  <a:cubicBezTo>
                    <a:pt x="1524" y="3555"/>
                    <a:pt x="1614" y="3466"/>
                    <a:pt x="1733" y="3466"/>
                  </a:cubicBezTo>
                  <a:lnTo>
                    <a:pt x="2943" y="3466"/>
                  </a:lnTo>
                  <a:cubicBezTo>
                    <a:pt x="3003" y="3466"/>
                    <a:pt x="3047" y="3451"/>
                    <a:pt x="3107" y="3451"/>
                  </a:cubicBezTo>
                  <a:cubicBezTo>
                    <a:pt x="3436" y="3376"/>
                    <a:pt x="3675" y="3092"/>
                    <a:pt x="3675" y="2734"/>
                  </a:cubicBezTo>
                  <a:lnTo>
                    <a:pt x="3675" y="1823"/>
                  </a:lnTo>
                  <a:cubicBezTo>
                    <a:pt x="3675" y="1539"/>
                    <a:pt x="3510" y="1285"/>
                    <a:pt x="3272" y="1165"/>
                  </a:cubicBezTo>
                  <a:cubicBezTo>
                    <a:pt x="3167" y="1121"/>
                    <a:pt x="3062" y="1091"/>
                    <a:pt x="2943" y="1091"/>
                  </a:cubicBezTo>
                  <a:lnTo>
                    <a:pt x="2898" y="1091"/>
                  </a:lnTo>
                  <a:cubicBezTo>
                    <a:pt x="2883" y="1091"/>
                    <a:pt x="2868" y="1091"/>
                    <a:pt x="2853" y="1106"/>
                  </a:cubicBezTo>
                  <a:cubicBezTo>
                    <a:pt x="2704" y="463"/>
                    <a:pt x="2121" y="0"/>
                    <a:pt x="1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3" name="Google Shape;1993;p82"/>
          <p:cNvGrpSpPr/>
          <p:nvPr/>
        </p:nvGrpSpPr>
        <p:grpSpPr>
          <a:xfrm>
            <a:off x="6618138" y="3677160"/>
            <a:ext cx="394969" cy="392018"/>
            <a:chOff x="819426" y="1550590"/>
            <a:chExt cx="394969" cy="392018"/>
          </a:xfrm>
        </p:grpSpPr>
        <p:sp>
          <p:nvSpPr>
            <p:cNvPr id="1994" name="Google Shape;1994;p82"/>
            <p:cNvSpPr/>
            <p:nvPr/>
          </p:nvSpPr>
          <p:spPr>
            <a:xfrm>
              <a:off x="896967" y="1856856"/>
              <a:ext cx="79023" cy="63775"/>
            </a:xfrm>
            <a:custGeom>
              <a:avLst/>
              <a:gdLst/>
              <a:ahLst/>
              <a:cxnLst/>
              <a:rect l="l" t="t" r="r" b="b"/>
              <a:pathLst>
                <a:path w="1599" h="1300" extrusionOk="0">
                  <a:moveTo>
                    <a:pt x="0" y="0"/>
                  </a:moveTo>
                  <a:lnTo>
                    <a:pt x="0" y="284"/>
                  </a:lnTo>
                  <a:cubicBezTo>
                    <a:pt x="0" y="687"/>
                    <a:pt x="284" y="1046"/>
                    <a:pt x="672" y="1121"/>
                  </a:cubicBezTo>
                  <a:lnTo>
                    <a:pt x="1494" y="1300"/>
                  </a:lnTo>
                  <a:cubicBezTo>
                    <a:pt x="1494" y="1285"/>
                    <a:pt x="1494" y="1285"/>
                    <a:pt x="1494" y="1270"/>
                  </a:cubicBezTo>
                  <a:cubicBezTo>
                    <a:pt x="1494" y="1121"/>
                    <a:pt x="1538" y="971"/>
                    <a:pt x="1598" y="837"/>
                  </a:cubicBezTo>
                  <a:lnTo>
                    <a:pt x="777" y="672"/>
                  </a:lnTo>
                  <a:cubicBezTo>
                    <a:pt x="598" y="628"/>
                    <a:pt x="463" y="463"/>
                    <a:pt x="463" y="284"/>
                  </a:cubicBezTo>
                  <a:lnTo>
                    <a:pt x="463" y="0"/>
                  </a:lnTo>
                  <a:cubicBezTo>
                    <a:pt x="433" y="15"/>
                    <a:pt x="418" y="15"/>
                    <a:pt x="388" y="15"/>
                  </a:cubicBezTo>
                  <a:lnTo>
                    <a:pt x="75" y="15"/>
                  </a:lnTo>
                  <a:cubicBezTo>
                    <a:pt x="45" y="15"/>
                    <a:pt x="15" y="1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82"/>
            <p:cNvSpPr/>
            <p:nvPr/>
          </p:nvSpPr>
          <p:spPr>
            <a:xfrm>
              <a:off x="896967" y="1550590"/>
              <a:ext cx="240675" cy="107730"/>
            </a:xfrm>
            <a:custGeom>
              <a:avLst/>
              <a:gdLst/>
              <a:ahLst/>
              <a:cxnLst/>
              <a:rect l="l" t="t" r="r" b="b"/>
              <a:pathLst>
                <a:path w="4870" h="2196" extrusionOk="0">
                  <a:moveTo>
                    <a:pt x="1479" y="0"/>
                  </a:moveTo>
                  <a:cubicBezTo>
                    <a:pt x="657" y="0"/>
                    <a:pt x="0" y="657"/>
                    <a:pt x="0" y="1479"/>
                  </a:cubicBezTo>
                  <a:lnTo>
                    <a:pt x="0" y="2196"/>
                  </a:lnTo>
                  <a:lnTo>
                    <a:pt x="463" y="2196"/>
                  </a:lnTo>
                  <a:lnTo>
                    <a:pt x="463" y="1479"/>
                  </a:lnTo>
                  <a:cubicBezTo>
                    <a:pt x="463" y="911"/>
                    <a:pt x="926" y="463"/>
                    <a:pt x="1479" y="463"/>
                  </a:cubicBezTo>
                  <a:lnTo>
                    <a:pt x="3391" y="463"/>
                  </a:lnTo>
                  <a:cubicBezTo>
                    <a:pt x="3943" y="463"/>
                    <a:pt x="4391" y="911"/>
                    <a:pt x="4391" y="1479"/>
                  </a:cubicBezTo>
                  <a:lnTo>
                    <a:pt x="4391" y="2196"/>
                  </a:lnTo>
                  <a:lnTo>
                    <a:pt x="4869" y="2196"/>
                  </a:lnTo>
                  <a:lnTo>
                    <a:pt x="4869" y="1479"/>
                  </a:lnTo>
                  <a:cubicBezTo>
                    <a:pt x="4869" y="657"/>
                    <a:pt x="4197" y="0"/>
                    <a:pt x="3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82"/>
            <p:cNvSpPr/>
            <p:nvPr/>
          </p:nvSpPr>
          <p:spPr>
            <a:xfrm>
              <a:off x="819426" y="1696389"/>
              <a:ext cx="42897" cy="122398"/>
            </a:xfrm>
            <a:custGeom>
              <a:avLst/>
              <a:gdLst/>
              <a:ahLst/>
              <a:cxnLst/>
              <a:rect l="l" t="t" r="r" b="b"/>
              <a:pathLst>
                <a:path w="868" h="2495" extrusionOk="0">
                  <a:moveTo>
                    <a:pt x="628" y="0"/>
                  </a:moveTo>
                  <a:cubicBezTo>
                    <a:pt x="285" y="0"/>
                    <a:pt x="1" y="284"/>
                    <a:pt x="1" y="628"/>
                  </a:cubicBezTo>
                  <a:lnTo>
                    <a:pt x="1" y="1882"/>
                  </a:lnTo>
                  <a:cubicBezTo>
                    <a:pt x="1" y="2226"/>
                    <a:pt x="285" y="2495"/>
                    <a:pt x="628" y="2495"/>
                  </a:cubicBezTo>
                  <a:lnTo>
                    <a:pt x="867" y="2495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82"/>
            <p:cNvSpPr/>
            <p:nvPr/>
          </p:nvSpPr>
          <p:spPr>
            <a:xfrm>
              <a:off x="885155" y="1680985"/>
              <a:ext cx="46554" cy="153207"/>
            </a:xfrm>
            <a:custGeom>
              <a:avLst/>
              <a:gdLst/>
              <a:ahLst/>
              <a:cxnLst/>
              <a:rect l="l" t="t" r="r" b="b"/>
              <a:pathLst>
                <a:path w="942" h="3123" extrusionOk="0">
                  <a:moveTo>
                    <a:pt x="314" y="1"/>
                  </a:moveTo>
                  <a:cubicBezTo>
                    <a:pt x="135" y="1"/>
                    <a:pt x="0" y="150"/>
                    <a:pt x="0" y="314"/>
                  </a:cubicBezTo>
                  <a:lnTo>
                    <a:pt x="0" y="2809"/>
                  </a:lnTo>
                  <a:cubicBezTo>
                    <a:pt x="0" y="2988"/>
                    <a:pt x="135" y="3122"/>
                    <a:pt x="314" y="3122"/>
                  </a:cubicBezTo>
                  <a:lnTo>
                    <a:pt x="627" y="3122"/>
                  </a:lnTo>
                  <a:cubicBezTo>
                    <a:pt x="792" y="3122"/>
                    <a:pt x="941" y="2988"/>
                    <a:pt x="941" y="2809"/>
                  </a:cubicBezTo>
                  <a:lnTo>
                    <a:pt x="941" y="314"/>
                  </a:lnTo>
                  <a:cubicBezTo>
                    <a:pt x="941" y="150"/>
                    <a:pt x="792" y="1"/>
                    <a:pt x="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82"/>
            <p:cNvSpPr/>
            <p:nvPr/>
          </p:nvSpPr>
          <p:spPr>
            <a:xfrm>
              <a:off x="1172289" y="1696389"/>
              <a:ext cx="42106" cy="122398"/>
            </a:xfrm>
            <a:custGeom>
              <a:avLst/>
              <a:gdLst/>
              <a:ahLst/>
              <a:cxnLst/>
              <a:rect l="l" t="t" r="r" b="b"/>
              <a:pathLst>
                <a:path w="852" h="2495" extrusionOk="0">
                  <a:moveTo>
                    <a:pt x="0" y="0"/>
                  </a:moveTo>
                  <a:lnTo>
                    <a:pt x="0" y="2495"/>
                  </a:lnTo>
                  <a:lnTo>
                    <a:pt x="224" y="2495"/>
                  </a:lnTo>
                  <a:cubicBezTo>
                    <a:pt x="583" y="2495"/>
                    <a:pt x="851" y="2226"/>
                    <a:pt x="851" y="1882"/>
                  </a:cubicBezTo>
                  <a:lnTo>
                    <a:pt x="851" y="628"/>
                  </a:lnTo>
                  <a:cubicBezTo>
                    <a:pt x="851" y="284"/>
                    <a:pt x="583" y="0"/>
                    <a:pt x="2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82"/>
            <p:cNvSpPr/>
            <p:nvPr/>
          </p:nvSpPr>
          <p:spPr>
            <a:xfrm>
              <a:off x="1102902" y="1680985"/>
              <a:ext cx="45812" cy="153207"/>
            </a:xfrm>
            <a:custGeom>
              <a:avLst/>
              <a:gdLst/>
              <a:ahLst/>
              <a:cxnLst/>
              <a:rect l="l" t="t" r="r" b="b"/>
              <a:pathLst>
                <a:path w="927" h="3123" extrusionOk="0">
                  <a:moveTo>
                    <a:pt x="314" y="1"/>
                  </a:moveTo>
                  <a:cubicBezTo>
                    <a:pt x="135" y="1"/>
                    <a:pt x="0" y="150"/>
                    <a:pt x="0" y="314"/>
                  </a:cubicBezTo>
                  <a:lnTo>
                    <a:pt x="0" y="2809"/>
                  </a:lnTo>
                  <a:cubicBezTo>
                    <a:pt x="0" y="2988"/>
                    <a:pt x="135" y="3122"/>
                    <a:pt x="314" y="3122"/>
                  </a:cubicBezTo>
                  <a:lnTo>
                    <a:pt x="627" y="3122"/>
                  </a:lnTo>
                  <a:cubicBezTo>
                    <a:pt x="792" y="3122"/>
                    <a:pt x="926" y="2988"/>
                    <a:pt x="926" y="2809"/>
                  </a:cubicBezTo>
                  <a:lnTo>
                    <a:pt x="926" y="314"/>
                  </a:lnTo>
                  <a:cubicBezTo>
                    <a:pt x="926" y="150"/>
                    <a:pt x="792" y="1"/>
                    <a:pt x="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82"/>
            <p:cNvSpPr/>
            <p:nvPr/>
          </p:nvSpPr>
          <p:spPr>
            <a:xfrm>
              <a:off x="993633" y="1896396"/>
              <a:ext cx="46554" cy="46212"/>
            </a:xfrm>
            <a:custGeom>
              <a:avLst/>
              <a:gdLst/>
              <a:ahLst/>
              <a:cxnLst/>
              <a:rect l="l" t="t" r="r" b="b"/>
              <a:pathLst>
                <a:path w="942" h="942" extrusionOk="0">
                  <a:moveTo>
                    <a:pt x="479" y="1"/>
                  </a:moveTo>
                  <a:cubicBezTo>
                    <a:pt x="210" y="1"/>
                    <a:pt x="1" y="210"/>
                    <a:pt x="1" y="464"/>
                  </a:cubicBezTo>
                  <a:cubicBezTo>
                    <a:pt x="1" y="733"/>
                    <a:pt x="210" y="942"/>
                    <a:pt x="479" y="942"/>
                  </a:cubicBezTo>
                  <a:cubicBezTo>
                    <a:pt x="733" y="942"/>
                    <a:pt x="942" y="733"/>
                    <a:pt x="942" y="464"/>
                  </a:cubicBezTo>
                  <a:cubicBezTo>
                    <a:pt x="942" y="210"/>
                    <a:pt x="733" y="1"/>
                    <a:pt x="4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1" name="Google Shape;2001;p82"/>
          <p:cNvGrpSpPr/>
          <p:nvPr/>
        </p:nvGrpSpPr>
        <p:grpSpPr>
          <a:xfrm>
            <a:off x="7108115" y="3682637"/>
            <a:ext cx="397882" cy="381079"/>
            <a:chOff x="2069123" y="1579877"/>
            <a:chExt cx="397882" cy="381079"/>
          </a:xfrm>
        </p:grpSpPr>
        <p:sp>
          <p:nvSpPr>
            <p:cNvPr id="2002" name="Google Shape;2002;p82"/>
            <p:cNvSpPr/>
            <p:nvPr/>
          </p:nvSpPr>
          <p:spPr>
            <a:xfrm>
              <a:off x="2129614" y="1755356"/>
              <a:ext cx="59106" cy="145505"/>
            </a:xfrm>
            <a:custGeom>
              <a:avLst/>
              <a:gdLst/>
              <a:ahLst/>
              <a:cxnLst/>
              <a:rect l="l" t="t" r="r" b="b"/>
              <a:pathLst>
                <a:path w="1196" h="2966" extrusionOk="0">
                  <a:moveTo>
                    <a:pt x="949" y="1"/>
                  </a:moveTo>
                  <a:cubicBezTo>
                    <a:pt x="893" y="1"/>
                    <a:pt x="837" y="23"/>
                    <a:pt x="792" y="68"/>
                  </a:cubicBezTo>
                  <a:cubicBezTo>
                    <a:pt x="1" y="845"/>
                    <a:pt x="1" y="2114"/>
                    <a:pt x="792" y="2891"/>
                  </a:cubicBezTo>
                  <a:cubicBezTo>
                    <a:pt x="837" y="2936"/>
                    <a:pt x="897" y="2965"/>
                    <a:pt x="942" y="2965"/>
                  </a:cubicBezTo>
                  <a:cubicBezTo>
                    <a:pt x="1002" y="2965"/>
                    <a:pt x="1061" y="2936"/>
                    <a:pt x="1106" y="2891"/>
                  </a:cubicBezTo>
                  <a:cubicBezTo>
                    <a:pt x="1196" y="2801"/>
                    <a:pt x="1196" y="2667"/>
                    <a:pt x="1106" y="2577"/>
                  </a:cubicBezTo>
                  <a:cubicBezTo>
                    <a:pt x="509" y="1965"/>
                    <a:pt x="509" y="979"/>
                    <a:pt x="1106" y="382"/>
                  </a:cubicBezTo>
                  <a:cubicBezTo>
                    <a:pt x="1196" y="292"/>
                    <a:pt x="1196" y="143"/>
                    <a:pt x="1106" y="68"/>
                  </a:cubicBezTo>
                  <a:cubicBezTo>
                    <a:pt x="1061" y="23"/>
                    <a:pt x="1005" y="1"/>
                    <a:pt x="9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82"/>
            <p:cNvSpPr/>
            <p:nvPr/>
          </p:nvSpPr>
          <p:spPr>
            <a:xfrm>
              <a:off x="2190895" y="1789794"/>
              <a:ext cx="39931" cy="76628"/>
            </a:xfrm>
            <a:custGeom>
              <a:avLst/>
              <a:gdLst/>
              <a:ahLst/>
              <a:cxnLst/>
              <a:rect l="l" t="t" r="r" b="b"/>
              <a:pathLst>
                <a:path w="808" h="1562" extrusionOk="0">
                  <a:moveTo>
                    <a:pt x="561" y="1"/>
                  </a:moveTo>
                  <a:cubicBezTo>
                    <a:pt x="505" y="1"/>
                    <a:pt x="449" y="23"/>
                    <a:pt x="404" y="68"/>
                  </a:cubicBezTo>
                  <a:cubicBezTo>
                    <a:pt x="1" y="456"/>
                    <a:pt x="1" y="1098"/>
                    <a:pt x="404" y="1487"/>
                  </a:cubicBezTo>
                  <a:cubicBezTo>
                    <a:pt x="449" y="1532"/>
                    <a:pt x="508" y="1561"/>
                    <a:pt x="568" y="1561"/>
                  </a:cubicBezTo>
                  <a:cubicBezTo>
                    <a:pt x="628" y="1561"/>
                    <a:pt x="673" y="1532"/>
                    <a:pt x="717" y="1487"/>
                  </a:cubicBezTo>
                  <a:cubicBezTo>
                    <a:pt x="807" y="1397"/>
                    <a:pt x="807" y="1263"/>
                    <a:pt x="717" y="1173"/>
                  </a:cubicBezTo>
                  <a:cubicBezTo>
                    <a:pt x="508" y="949"/>
                    <a:pt x="508" y="606"/>
                    <a:pt x="717" y="382"/>
                  </a:cubicBezTo>
                  <a:cubicBezTo>
                    <a:pt x="807" y="292"/>
                    <a:pt x="807" y="143"/>
                    <a:pt x="717" y="68"/>
                  </a:cubicBezTo>
                  <a:cubicBezTo>
                    <a:pt x="673" y="23"/>
                    <a:pt x="617" y="1"/>
                    <a:pt x="5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82"/>
            <p:cNvSpPr/>
            <p:nvPr/>
          </p:nvSpPr>
          <p:spPr>
            <a:xfrm>
              <a:off x="2069123" y="1721653"/>
              <a:ext cx="77540" cy="212174"/>
            </a:xfrm>
            <a:custGeom>
              <a:avLst/>
              <a:gdLst/>
              <a:ahLst/>
              <a:cxnLst/>
              <a:rect l="l" t="t" r="r" b="b"/>
              <a:pathLst>
                <a:path w="1569" h="4325" extrusionOk="0">
                  <a:moveTo>
                    <a:pt x="1314" y="1"/>
                  </a:moveTo>
                  <a:cubicBezTo>
                    <a:pt x="1255" y="1"/>
                    <a:pt x="1195" y="23"/>
                    <a:pt x="1150" y="68"/>
                  </a:cubicBezTo>
                  <a:cubicBezTo>
                    <a:pt x="0" y="1218"/>
                    <a:pt x="0" y="3100"/>
                    <a:pt x="1150" y="4265"/>
                  </a:cubicBezTo>
                  <a:cubicBezTo>
                    <a:pt x="1195" y="4310"/>
                    <a:pt x="1255" y="4325"/>
                    <a:pt x="1314" y="4325"/>
                  </a:cubicBezTo>
                  <a:cubicBezTo>
                    <a:pt x="1374" y="4325"/>
                    <a:pt x="1434" y="4310"/>
                    <a:pt x="1479" y="4265"/>
                  </a:cubicBezTo>
                  <a:cubicBezTo>
                    <a:pt x="1568" y="4175"/>
                    <a:pt x="1568" y="4026"/>
                    <a:pt x="1479" y="3936"/>
                  </a:cubicBezTo>
                  <a:cubicBezTo>
                    <a:pt x="493" y="2965"/>
                    <a:pt x="493" y="1367"/>
                    <a:pt x="1479" y="382"/>
                  </a:cubicBezTo>
                  <a:cubicBezTo>
                    <a:pt x="1568" y="292"/>
                    <a:pt x="1568" y="157"/>
                    <a:pt x="1479" y="68"/>
                  </a:cubicBezTo>
                  <a:cubicBezTo>
                    <a:pt x="1434" y="23"/>
                    <a:pt x="1374" y="1"/>
                    <a:pt x="13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82"/>
            <p:cNvSpPr/>
            <p:nvPr/>
          </p:nvSpPr>
          <p:spPr>
            <a:xfrm>
              <a:off x="2233693" y="1579877"/>
              <a:ext cx="233312" cy="381079"/>
            </a:xfrm>
            <a:custGeom>
              <a:avLst/>
              <a:gdLst/>
              <a:ahLst/>
              <a:cxnLst/>
              <a:rect l="l" t="t" r="r" b="b"/>
              <a:pathLst>
                <a:path w="4721" h="7768" extrusionOk="0">
                  <a:moveTo>
                    <a:pt x="1240" y="1"/>
                  </a:moveTo>
                  <a:cubicBezTo>
                    <a:pt x="1166" y="1"/>
                    <a:pt x="1106" y="30"/>
                    <a:pt x="1061" y="75"/>
                  </a:cubicBezTo>
                  <a:cubicBezTo>
                    <a:pt x="1016" y="120"/>
                    <a:pt x="1002" y="195"/>
                    <a:pt x="1016" y="254"/>
                  </a:cubicBezTo>
                  <a:lnTo>
                    <a:pt x="1076" y="658"/>
                  </a:lnTo>
                  <a:cubicBezTo>
                    <a:pt x="1106" y="912"/>
                    <a:pt x="1061" y="1181"/>
                    <a:pt x="927" y="1405"/>
                  </a:cubicBezTo>
                  <a:lnTo>
                    <a:pt x="61" y="2853"/>
                  </a:lnTo>
                  <a:cubicBezTo>
                    <a:pt x="1" y="2958"/>
                    <a:pt x="1" y="3092"/>
                    <a:pt x="46" y="3212"/>
                  </a:cubicBezTo>
                  <a:cubicBezTo>
                    <a:pt x="105" y="3316"/>
                    <a:pt x="210" y="3406"/>
                    <a:pt x="344" y="3421"/>
                  </a:cubicBezTo>
                  <a:lnTo>
                    <a:pt x="792" y="3481"/>
                  </a:lnTo>
                  <a:cubicBezTo>
                    <a:pt x="837" y="3496"/>
                    <a:pt x="882" y="3510"/>
                    <a:pt x="912" y="3555"/>
                  </a:cubicBezTo>
                  <a:cubicBezTo>
                    <a:pt x="927" y="3600"/>
                    <a:pt x="942" y="3645"/>
                    <a:pt x="927" y="3690"/>
                  </a:cubicBezTo>
                  <a:lnTo>
                    <a:pt x="852" y="4153"/>
                  </a:lnTo>
                  <a:cubicBezTo>
                    <a:pt x="807" y="4332"/>
                    <a:pt x="897" y="4511"/>
                    <a:pt x="1061" y="4586"/>
                  </a:cubicBezTo>
                  <a:cubicBezTo>
                    <a:pt x="1076" y="4586"/>
                    <a:pt x="1076" y="4601"/>
                    <a:pt x="1076" y="4601"/>
                  </a:cubicBezTo>
                  <a:lnTo>
                    <a:pt x="1763" y="4855"/>
                  </a:lnTo>
                  <a:lnTo>
                    <a:pt x="1315" y="5139"/>
                  </a:lnTo>
                  <a:cubicBezTo>
                    <a:pt x="1300" y="5153"/>
                    <a:pt x="1300" y="5153"/>
                    <a:pt x="1285" y="5153"/>
                  </a:cubicBezTo>
                  <a:cubicBezTo>
                    <a:pt x="1151" y="5258"/>
                    <a:pt x="1091" y="5437"/>
                    <a:pt x="1136" y="5587"/>
                  </a:cubicBezTo>
                  <a:cubicBezTo>
                    <a:pt x="1166" y="5691"/>
                    <a:pt x="1211" y="5766"/>
                    <a:pt x="1270" y="5826"/>
                  </a:cubicBezTo>
                  <a:cubicBezTo>
                    <a:pt x="1330" y="5900"/>
                    <a:pt x="1360" y="5945"/>
                    <a:pt x="1345" y="6065"/>
                  </a:cubicBezTo>
                  <a:cubicBezTo>
                    <a:pt x="1330" y="6259"/>
                    <a:pt x="1375" y="6438"/>
                    <a:pt x="1494" y="6572"/>
                  </a:cubicBezTo>
                  <a:cubicBezTo>
                    <a:pt x="1584" y="6662"/>
                    <a:pt x="1748" y="6781"/>
                    <a:pt x="2017" y="6796"/>
                  </a:cubicBezTo>
                  <a:cubicBezTo>
                    <a:pt x="2271" y="6796"/>
                    <a:pt x="2764" y="6781"/>
                    <a:pt x="3167" y="6781"/>
                  </a:cubicBezTo>
                  <a:cubicBezTo>
                    <a:pt x="3287" y="6781"/>
                    <a:pt x="3391" y="6841"/>
                    <a:pt x="3436" y="6946"/>
                  </a:cubicBezTo>
                  <a:lnTo>
                    <a:pt x="3750" y="7633"/>
                  </a:lnTo>
                  <a:cubicBezTo>
                    <a:pt x="3780" y="7707"/>
                    <a:pt x="3854" y="7767"/>
                    <a:pt x="3944" y="7767"/>
                  </a:cubicBezTo>
                  <a:lnTo>
                    <a:pt x="4496" y="7767"/>
                  </a:lnTo>
                  <a:cubicBezTo>
                    <a:pt x="4616" y="7767"/>
                    <a:pt x="4721" y="7663"/>
                    <a:pt x="4721" y="7528"/>
                  </a:cubicBezTo>
                  <a:lnTo>
                    <a:pt x="4721" y="225"/>
                  </a:lnTo>
                  <a:cubicBezTo>
                    <a:pt x="4721" y="105"/>
                    <a:pt x="4616" y="1"/>
                    <a:pt x="44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dk1"/>
        </a:solidFill>
        <a:effectLst/>
      </p:bgPr>
    </p:bg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0" name="Google Shape;2010;p83"/>
          <p:cNvGrpSpPr/>
          <p:nvPr/>
        </p:nvGrpSpPr>
        <p:grpSpPr>
          <a:xfrm>
            <a:off x="687138" y="1842714"/>
            <a:ext cx="276003" cy="357300"/>
            <a:chOff x="-50469125" y="3183175"/>
            <a:chExt cx="233150" cy="301825"/>
          </a:xfrm>
        </p:grpSpPr>
        <p:sp>
          <p:nvSpPr>
            <p:cNvPr id="2011" name="Google Shape;2011;p83"/>
            <p:cNvSpPr/>
            <p:nvPr/>
          </p:nvSpPr>
          <p:spPr>
            <a:xfrm>
              <a:off x="-50388775" y="322727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18" y="1072"/>
                  </a:moveTo>
                  <a:cubicBezTo>
                    <a:pt x="1638" y="1072"/>
                    <a:pt x="1796" y="1229"/>
                    <a:pt x="1796" y="1418"/>
                  </a:cubicBezTo>
                  <a:cubicBezTo>
                    <a:pt x="1796" y="1607"/>
                    <a:pt x="1638" y="1765"/>
                    <a:pt x="1418" y="1765"/>
                  </a:cubicBezTo>
                  <a:cubicBezTo>
                    <a:pt x="1229" y="1765"/>
                    <a:pt x="1071" y="1607"/>
                    <a:pt x="1071" y="1418"/>
                  </a:cubicBezTo>
                  <a:cubicBezTo>
                    <a:pt x="1071" y="1229"/>
                    <a:pt x="1229" y="1072"/>
                    <a:pt x="1418" y="1072"/>
                  </a:cubicBezTo>
                  <a:close/>
                  <a:moveTo>
                    <a:pt x="1418" y="1"/>
                  </a:moveTo>
                  <a:cubicBezTo>
                    <a:pt x="630" y="1"/>
                    <a:pt x="0" y="631"/>
                    <a:pt x="0" y="1418"/>
                  </a:cubicBezTo>
                  <a:cubicBezTo>
                    <a:pt x="0" y="2206"/>
                    <a:pt x="630" y="2836"/>
                    <a:pt x="1418" y="2836"/>
                  </a:cubicBezTo>
                  <a:cubicBezTo>
                    <a:pt x="2206" y="2836"/>
                    <a:pt x="2836" y="2206"/>
                    <a:pt x="2836" y="1418"/>
                  </a:cubicBez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83"/>
            <p:cNvSpPr/>
            <p:nvPr/>
          </p:nvSpPr>
          <p:spPr>
            <a:xfrm>
              <a:off x="-50469125" y="3290275"/>
              <a:ext cx="233150" cy="194725"/>
            </a:xfrm>
            <a:custGeom>
              <a:avLst/>
              <a:gdLst/>
              <a:ahLst/>
              <a:cxnLst/>
              <a:rect l="l" t="t" r="r" b="b"/>
              <a:pathLst>
                <a:path w="9326" h="7789" extrusionOk="0">
                  <a:moveTo>
                    <a:pt x="4663" y="1072"/>
                  </a:moveTo>
                  <a:lnTo>
                    <a:pt x="6018" y="3907"/>
                  </a:lnTo>
                  <a:cubicBezTo>
                    <a:pt x="5672" y="4034"/>
                    <a:pt x="5356" y="4097"/>
                    <a:pt x="5010" y="4128"/>
                  </a:cubicBezTo>
                  <a:lnTo>
                    <a:pt x="5010" y="3813"/>
                  </a:lnTo>
                  <a:cubicBezTo>
                    <a:pt x="5010" y="3624"/>
                    <a:pt x="4852" y="3466"/>
                    <a:pt x="4663" y="3466"/>
                  </a:cubicBezTo>
                  <a:cubicBezTo>
                    <a:pt x="4443" y="3466"/>
                    <a:pt x="4285" y="3624"/>
                    <a:pt x="4285" y="3813"/>
                  </a:cubicBezTo>
                  <a:lnTo>
                    <a:pt x="4285" y="4128"/>
                  </a:lnTo>
                  <a:cubicBezTo>
                    <a:pt x="3939" y="4097"/>
                    <a:pt x="3592" y="4034"/>
                    <a:pt x="3277" y="3907"/>
                  </a:cubicBezTo>
                  <a:lnTo>
                    <a:pt x="4663" y="1072"/>
                  </a:lnTo>
                  <a:close/>
                  <a:moveTo>
                    <a:pt x="2836" y="1"/>
                  </a:moveTo>
                  <a:lnTo>
                    <a:pt x="1576" y="2647"/>
                  </a:lnTo>
                  <a:cubicBezTo>
                    <a:pt x="1387" y="2395"/>
                    <a:pt x="1229" y="2143"/>
                    <a:pt x="1103" y="1860"/>
                  </a:cubicBezTo>
                  <a:cubicBezTo>
                    <a:pt x="1034" y="1721"/>
                    <a:pt x="914" y="1634"/>
                    <a:pt x="781" y="1634"/>
                  </a:cubicBezTo>
                  <a:cubicBezTo>
                    <a:pt x="732" y="1634"/>
                    <a:pt x="681" y="1645"/>
                    <a:pt x="631" y="1671"/>
                  </a:cubicBezTo>
                  <a:cubicBezTo>
                    <a:pt x="442" y="1734"/>
                    <a:pt x="347" y="1923"/>
                    <a:pt x="442" y="2143"/>
                  </a:cubicBezTo>
                  <a:cubicBezTo>
                    <a:pt x="631" y="2553"/>
                    <a:pt x="914" y="2994"/>
                    <a:pt x="1229" y="3340"/>
                  </a:cubicBezTo>
                  <a:lnTo>
                    <a:pt x="158" y="5546"/>
                  </a:lnTo>
                  <a:cubicBezTo>
                    <a:pt x="1" y="5955"/>
                    <a:pt x="64" y="6396"/>
                    <a:pt x="347" y="6711"/>
                  </a:cubicBezTo>
                  <a:lnTo>
                    <a:pt x="127" y="7247"/>
                  </a:lnTo>
                  <a:cubicBezTo>
                    <a:pt x="32" y="7405"/>
                    <a:pt x="127" y="7657"/>
                    <a:pt x="284" y="7720"/>
                  </a:cubicBezTo>
                  <a:cubicBezTo>
                    <a:pt x="328" y="7746"/>
                    <a:pt x="376" y="7757"/>
                    <a:pt x="425" y="7757"/>
                  </a:cubicBezTo>
                  <a:cubicBezTo>
                    <a:pt x="554" y="7757"/>
                    <a:pt x="688" y="7676"/>
                    <a:pt x="757" y="7562"/>
                  </a:cubicBezTo>
                  <a:lnTo>
                    <a:pt x="977" y="7026"/>
                  </a:lnTo>
                  <a:cubicBezTo>
                    <a:pt x="1025" y="7032"/>
                    <a:pt x="1072" y="7035"/>
                    <a:pt x="1118" y="7035"/>
                  </a:cubicBezTo>
                  <a:cubicBezTo>
                    <a:pt x="1562" y="7035"/>
                    <a:pt x="1937" y="6770"/>
                    <a:pt x="2080" y="6428"/>
                  </a:cubicBezTo>
                  <a:lnTo>
                    <a:pt x="2962" y="4601"/>
                  </a:lnTo>
                  <a:cubicBezTo>
                    <a:pt x="3372" y="4758"/>
                    <a:pt x="3813" y="4884"/>
                    <a:pt x="4285" y="4916"/>
                  </a:cubicBezTo>
                  <a:lnTo>
                    <a:pt x="4285" y="5294"/>
                  </a:lnTo>
                  <a:cubicBezTo>
                    <a:pt x="4285" y="5483"/>
                    <a:pt x="4443" y="5640"/>
                    <a:pt x="4632" y="5640"/>
                  </a:cubicBezTo>
                  <a:cubicBezTo>
                    <a:pt x="4852" y="5640"/>
                    <a:pt x="5010" y="5483"/>
                    <a:pt x="5010" y="5294"/>
                  </a:cubicBezTo>
                  <a:lnTo>
                    <a:pt x="5010" y="4916"/>
                  </a:lnTo>
                  <a:cubicBezTo>
                    <a:pt x="5483" y="4884"/>
                    <a:pt x="5892" y="4821"/>
                    <a:pt x="6333" y="4601"/>
                  </a:cubicBezTo>
                  <a:lnTo>
                    <a:pt x="7215" y="6428"/>
                  </a:lnTo>
                  <a:cubicBezTo>
                    <a:pt x="7365" y="6787"/>
                    <a:pt x="7741" y="7060"/>
                    <a:pt x="8237" y="7060"/>
                  </a:cubicBezTo>
                  <a:cubicBezTo>
                    <a:pt x="8264" y="7060"/>
                    <a:pt x="8291" y="7060"/>
                    <a:pt x="8318" y="7058"/>
                  </a:cubicBezTo>
                  <a:lnTo>
                    <a:pt x="8538" y="7594"/>
                  </a:lnTo>
                  <a:cubicBezTo>
                    <a:pt x="8607" y="7708"/>
                    <a:pt x="8742" y="7789"/>
                    <a:pt x="8871" y="7789"/>
                  </a:cubicBezTo>
                  <a:cubicBezTo>
                    <a:pt x="8920" y="7789"/>
                    <a:pt x="8968" y="7777"/>
                    <a:pt x="9011" y="7751"/>
                  </a:cubicBezTo>
                  <a:cubicBezTo>
                    <a:pt x="9169" y="7562"/>
                    <a:pt x="9263" y="7373"/>
                    <a:pt x="9169" y="7215"/>
                  </a:cubicBezTo>
                  <a:lnTo>
                    <a:pt x="8948" y="6648"/>
                  </a:lnTo>
                  <a:cubicBezTo>
                    <a:pt x="9200" y="6333"/>
                    <a:pt x="9326" y="5924"/>
                    <a:pt x="9137" y="5514"/>
                  </a:cubicBezTo>
                  <a:lnTo>
                    <a:pt x="8066" y="3340"/>
                  </a:lnTo>
                  <a:cubicBezTo>
                    <a:pt x="8381" y="2994"/>
                    <a:pt x="8665" y="2553"/>
                    <a:pt x="8854" y="2143"/>
                  </a:cubicBezTo>
                  <a:cubicBezTo>
                    <a:pt x="8948" y="1923"/>
                    <a:pt x="8854" y="1734"/>
                    <a:pt x="8665" y="1671"/>
                  </a:cubicBezTo>
                  <a:cubicBezTo>
                    <a:pt x="8614" y="1645"/>
                    <a:pt x="8561" y="1634"/>
                    <a:pt x="8509" y="1634"/>
                  </a:cubicBezTo>
                  <a:cubicBezTo>
                    <a:pt x="8369" y="1634"/>
                    <a:pt x="8238" y="1721"/>
                    <a:pt x="8192" y="1860"/>
                  </a:cubicBezTo>
                  <a:cubicBezTo>
                    <a:pt x="8066" y="2143"/>
                    <a:pt x="7908" y="2395"/>
                    <a:pt x="7719" y="2647"/>
                  </a:cubicBezTo>
                  <a:lnTo>
                    <a:pt x="6459" y="1"/>
                  </a:lnTo>
                  <a:cubicBezTo>
                    <a:pt x="6113" y="631"/>
                    <a:pt x="5420" y="1041"/>
                    <a:pt x="4632" y="1041"/>
                  </a:cubicBezTo>
                  <a:cubicBezTo>
                    <a:pt x="3844" y="1041"/>
                    <a:pt x="3183" y="599"/>
                    <a:pt x="2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83"/>
            <p:cNvSpPr/>
            <p:nvPr/>
          </p:nvSpPr>
          <p:spPr>
            <a:xfrm>
              <a:off x="-50379325" y="3183175"/>
              <a:ext cx="52775" cy="34675"/>
            </a:xfrm>
            <a:custGeom>
              <a:avLst/>
              <a:gdLst/>
              <a:ahLst/>
              <a:cxnLst/>
              <a:rect l="l" t="t" r="r" b="b"/>
              <a:pathLst>
                <a:path w="2111" h="1387" extrusionOk="0"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lnTo>
                    <a:pt x="0" y="1386"/>
                  </a:lnTo>
                  <a:cubicBezTo>
                    <a:pt x="315" y="1166"/>
                    <a:pt x="662" y="1103"/>
                    <a:pt x="1071" y="1103"/>
                  </a:cubicBezTo>
                  <a:cubicBezTo>
                    <a:pt x="1449" y="1103"/>
                    <a:pt x="1796" y="1166"/>
                    <a:pt x="2111" y="1386"/>
                  </a:cubicBezTo>
                  <a:lnTo>
                    <a:pt x="2111" y="1071"/>
                  </a:lnTo>
                  <a:cubicBezTo>
                    <a:pt x="2111" y="473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4" name="Google Shape;2014;p83"/>
          <p:cNvGrpSpPr/>
          <p:nvPr/>
        </p:nvGrpSpPr>
        <p:grpSpPr>
          <a:xfrm>
            <a:off x="645510" y="2404584"/>
            <a:ext cx="356205" cy="355288"/>
            <a:chOff x="-50504575" y="3550975"/>
            <a:chExt cx="300900" cy="300125"/>
          </a:xfrm>
        </p:grpSpPr>
        <p:sp>
          <p:nvSpPr>
            <p:cNvPr id="2015" name="Google Shape;2015;p83"/>
            <p:cNvSpPr/>
            <p:nvPr/>
          </p:nvSpPr>
          <p:spPr>
            <a:xfrm>
              <a:off x="-50504575" y="3550975"/>
              <a:ext cx="300900" cy="176475"/>
            </a:xfrm>
            <a:custGeom>
              <a:avLst/>
              <a:gdLst/>
              <a:ahLst/>
              <a:cxnLst/>
              <a:rect l="l" t="t" r="r" b="b"/>
              <a:pathLst>
                <a:path w="12036" h="7059" extrusionOk="0">
                  <a:moveTo>
                    <a:pt x="1072" y="1"/>
                  </a:moveTo>
                  <a:cubicBezTo>
                    <a:pt x="473" y="1"/>
                    <a:pt x="1" y="474"/>
                    <a:pt x="1" y="1072"/>
                  </a:cubicBezTo>
                  <a:cubicBezTo>
                    <a:pt x="1" y="1671"/>
                    <a:pt x="473" y="2143"/>
                    <a:pt x="1072" y="2143"/>
                  </a:cubicBezTo>
                  <a:cubicBezTo>
                    <a:pt x="1545" y="2143"/>
                    <a:pt x="1891" y="1828"/>
                    <a:pt x="2049" y="1419"/>
                  </a:cubicBezTo>
                  <a:lnTo>
                    <a:pt x="3592" y="1419"/>
                  </a:lnTo>
                  <a:cubicBezTo>
                    <a:pt x="2364" y="2175"/>
                    <a:pt x="1576" y="3467"/>
                    <a:pt x="1450" y="4916"/>
                  </a:cubicBezTo>
                  <a:lnTo>
                    <a:pt x="1072" y="4916"/>
                  </a:lnTo>
                  <a:cubicBezTo>
                    <a:pt x="883" y="4916"/>
                    <a:pt x="726" y="5073"/>
                    <a:pt x="726" y="5294"/>
                  </a:cubicBezTo>
                  <a:lnTo>
                    <a:pt x="726" y="6712"/>
                  </a:lnTo>
                  <a:cubicBezTo>
                    <a:pt x="726" y="6901"/>
                    <a:pt x="883" y="7058"/>
                    <a:pt x="1072" y="7058"/>
                  </a:cubicBezTo>
                  <a:lnTo>
                    <a:pt x="2490" y="7058"/>
                  </a:lnTo>
                  <a:cubicBezTo>
                    <a:pt x="2679" y="7058"/>
                    <a:pt x="2836" y="6901"/>
                    <a:pt x="2836" y="6712"/>
                  </a:cubicBezTo>
                  <a:lnTo>
                    <a:pt x="2836" y="5294"/>
                  </a:lnTo>
                  <a:cubicBezTo>
                    <a:pt x="2836" y="5073"/>
                    <a:pt x="2679" y="4916"/>
                    <a:pt x="2490" y="4916"/>
                  </a:cubicBezTo>
                  <a:lnTo>
                    <a:pt x="2175" y="4916"/>
                  </a:lnTo>
                  <a:cubicBezTo>
                    <a:pt x="2332" y="3309"/>
                    <a:pt x="3435" y="2017"/>
                    <a:pt x="4979" y="1576"/>
                  </a:cubicBezTo>
                  <a:lnTo>
                    <a:pt x="4979" y="1765"/>
                  </a:lnTo>
                  <a:cubicBezTo>
                    <a:pt x="4979" y="1986"/>
                    <a:pt x="5136" y="2143"/>
                    <a:pt x="5325" y="2143"/>
                  </a:cubicBezTo>
                  <a:lnTo>
                    <a:pt x="6743" y="2143"/>
                  </a:lnTo>
                  <a:cubicBezTo>
                    <a:pt x="6932" y="2143"/>
                    <a:pt x="7090" y="1986"/>
                    <a:pt x="7090" y="1765"/>
                  </a:cubicBezTo>
                  <a:lnTo>
                    <a:pt x="7090" y="1576"/>
                  </a:lnTo>
                  <a:cubicBezTo>
                    <a:pt x="8633" y="2017"/>
                    <a:pt x="9736" y="3340"/>
                    <a:pt x="9893" y="4916"/>
                  </a:cubicBezTo>
                  <a:lnTo>
                    <a:pt x="9578" y="4916"/>
                  </a:lnTo>
                  <a:cubicBezTo>
                    <a:pt x="9389" y="4916"/>
                    <a:pt x="9232" y="5073"/>
                    <a:pt x="9232" y="5294"/>
                  </a:cubicBezTo>
                  <a:lnTo>
                    <a:pt x="9232" y="6712"/>
                  </a:lnTo>
                  <a:cubicBezTo>
                    <a:pt x="9232" y="6901"/>
                    <a:pt x="9389" y="7058"/>
                    <a:pt x="9578" y="7058"/>
                  </a:cubicBezTo>
                  <a:lnTo>
                    <a:pt x="10996" y="7058"/>
                  </a:lnTo>
                  <a:cubicBezTo>
                    <a:pt x="11185" y="7058"/>
                    <a:pt x="11343" y="6901"/>
                    <a:pt x="11343" y="6712"/>
                  </a:cubicBezTo>
                  <a:lnTo>
                    <a:pt x="11343" y="5294"/>
                  </a:lnTo>
                  <a:cubicBezTo>
                    <a:pt x="11343" y="5073"/>
                    <a:pt x="11185" y="4916"/>
                    <a:pt x="10996" y="4916"/>
                  </a:cubicBezTo>
                  <a:lnTo>
                    <a:pt x="10587" y="4916"/>
                  </a:lnTo>
                  <a:cubicBezTo>
                    <a:pt x="10492" y="3467"/>
                    <a:pt x="9704" y="2175"/>
                    <a:pt x="8476" y="1419"/>
                  </a:cubicBezTo>
                  <a:lnTo>
                    <a:pt x="10020" y="1419"/>
                  </a:lnTo>
                  <a:cubicBezTo>
                    <a:pt x="10146" y="1860"/>
                    <a:pt x="10555" y="2143"/>
                    <a:pt x="10996" y="2143"/>
                  </a:cubicBezTo>
                  <a:cubicBezTo>
                    <a:pt x="11563" y="2143"/>
                    <a:pt x="12036" y="1671"/>
                    <a:pt x="12036" y="1072"/>
                  </a:cubicBezTo>
                  <a:cubicBezTo>
                    <a:pt x="12036" y="474"/>
                    <a:pt x="11563" y="1"/>
                    <a:pt x="10996" y="1"/>
                  </a:cubicBezTo>
                  <a:cubicBezTo>
                    <a:pt x="10524" y="1"/>
                    <a:pt x="10146" y="285"/>
                    <a:pt x="9988" y="726"/>
                  </a:cubicBezTo>
                  <a:lnTo>
                    <a:pt x="7090" y="726"/>
                  </a:lnTo>
                  <a:lnTo>
                    <a:pt x="7090" y="379"/>
                  </a:lnTo>
                  <a:cubicBezTo>
                    <a:pt x="7090" y="159"/>
                    <a:pt x="6932" y="1"/>
                    <a:pt x="6743" y="1"/>
                  </a:cubicBezTo>
                  <a:lnTo>
                    <a:pt x="5325" y="1"/>
                  </a:lnTo>
                  <a:cubicBezTo>
                    <a:pt x="5105" y="1"/>
                    <a:pt x="4979" y="159"/>
                    <a:pt x="4979" y="379"/>
                  </a:cubicBezTo>
                  <a:lnTo>
                    <a:pt x="4979" y="726"/>
                  </a:lnTo>
                  <a:lnTo>
                    <a:pt x="2049" y="726"/>
                  </a:lnTo>
                  <a:cubicBezTo>
                    <a:pt x="1891" y="316"/>
                    <a:pt x="1545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83"/>
            <p:cNvSpPr/>
            <p:nvPr/>
          </p:nvSpPr>
          <p:spPr>
            <a:xfrm>
              <a:off x="-50432100" y="3622650"/>
              <a:ext cx="157550" cy="175675"/>
            </a:xfrm>
            <a:custGeom>
              <a:avLst/>
              <a:gdLst/>
              <a:ahLst/>
              <a:cxnLst/>
              <a:rect l="l" t="t" r="r" b="b"/>
              <a:pathLst>
                <a:path w="6302" h="7027" extrusionOk="0">
                  <a:moveTo>
                    <a:pt x="3182" y="1"/>
                  </a:moveTo>
                  <a:cubicBezTo>
                    <a:pt x="3064" y="1"/>
                    <a:pt x="2946" y="64"/>
                    <a:pt x="2899" y="190"/>
                  </a:cubicBezTo>
                  <a:lnTo>
                    <a:pt x="95" y="5105"/>
                  </a:lnTo>
                  <a:cubicBezTo>
                    <a:pt x="0" y="5231"/>
                    <a:pt x="0" y="5357"/>
                    <a:pt x="95" y="5451"/>
                  </a:cubicBezTo>
                  <a:lnTo>
                    <a:pt x="1103" y="7026"/>
                  </a:lnTo>
                  <a:lnTo>
                    <a:pt x="2804" y="7026"/>
                  </a:lnTo>
                  <a:lnTo>
                    <a:pt x="2804" y="5577"/>
                  </a:lnTo>
                  <a:cubicBezTo>
                    <a:pt x="2426" y="5420"/>
                    <a:pt x="2111" y="5010"/>
                    <a:pt x="2111" y="4569"/>
                  </a:cubicBezTo>
                  <a:cubicBezTo>
                    <a:pt x="2111" y="4002"/>
                    <a:pt x="2584" y="3529"/>
                    <a:pt x="3151" y="3529"/>
                  </a:cubicBezTo>
                  <a:cubicBezTo>
                    <a:pt x="3749" y="3529"/>
                    <a:pt x="4222" y="4002"/>
                    <a:pt x="4222" y="4569"/>
                  </a:cubicBezTo>
                  <a:cubicBezTo>
                    <a:pt x="4222" y="5042"/>
                    <a:pt x="3939" y="5420"/>
                    <a:pt x="3529" y="5577"/>
                  </a:cubicBezTo>
                  <a:lnTo>
                    <a:pt x="3529" y="7026"/>
                  </a:lnTo>
                  <a:lnTo>
                    <a:pt x="5199" y="7026"/>
                  </a:lnTo>
                  <a:lnTo>
                    <a:pt x="6238" y="5451"/>
                  </a:lnTo>
                  <a:cubicBezTo>
                    <a:pt x="6301" y="5325"/>
                    <a:pt x="6301" y="5199"/>
                    <a:pt x="6238" y="5105"/>
                  </a:cubicBezTo>
                  <a:lnTo>
                    <a:pt x="3466" y="190"/>
                  </a:lnTo>
                  <a:cubicBezTo>
                    <a:pt x="3419" y="64"/>
                    <a:pt x="3301" y="1"/>
                    <a:pt x="3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83"/>
            <p:cNvSpPr/>
            <p:nvPr/>
          </p:nvSpPr>
          <p:spPr>
            <a:xfrm>
              <a:off x="-50414775" y="3815625"/>
              <a:ext cx="122900" cy="35475"/>
            </a:xfrm>
            <a:custGeom>
              <a:avLst/>
              <a:gdLst/>
              <a:ahLst/>
              <a:cxnLst/>
              <a:rect l="l" t="t" r="r" b="b"/>
              <a:pathLst>
                <a:path w="4916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072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4569" y="1418"/>
                  </a:lnTo>
                  <a:cubicBezTo>
                    <a:pt x="4758" y="1418"/>
                    <a:pt x="4915" y="1261"/>
                    <a:pt x="4915" y="1072"/>
                  </a:cubicBezTo>
                  <a:lnTo>
                    <a:pt x="4915" y="379"/>
                  </a:lnTo>
                  <a:cubicBezTo>
                    <a:pt x="4915" y="190"/>
                    <a:pt x="4758" y="1"/>
                    <a:pt x="4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83"/>
            <p:cNvSpPr/>
            <p:nvPr/>
          </p:nvSpPr>
          <p:spPr>
            <a:xfrm>
              <a:off x="-50362000" y="37274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9" name="Google Shape;2019;p83"/>
          <p:cNvGrpSpPr/>
          <p:nvPr/>
        </p:nvGrpSpPr>
        <p:grpSpPr>
          <a:xfrm>
            <a:off x="645510" y="2948922"/>
            <a:ext cx="356205" cy="354341"/>
            <a:chOff x="-50503000" y="3921175"/>
            <a:chExt cx="300900" cy="299325"/>
          </a:xfrm>
        </p:grpSpPr>
        <p:sp>
          <p:nvSpPr>
            <p:cNvPr id="2020" name="Google Shape;2020;p83"/>
            <p:cNvSpPr/>
            <p:nvPr/>
          </p:nvSpPr>
          <p:spPr>
            <a:xfrm>
              <a:off x="-50432900" y="3921175"/>
              <a:ext cx="177250" cy="53575"/>
            </a:xfrm>
            <a:custGeom>
              <a:avLst/>
              <a:gdLst/>
              <a:ahLst/>
              <a:cxnLst/>
              <a:rect l="l" t="t" r="r" b="b"/>
              <a:pathLst>
                <a:path w="7090" h="2143" extrusionOk="0">
                  <a:moveTo>
                    <a:pt x="1" y="0"/>
                  </a:moveTo>
                  <a:lnTo>
                    <a:pt x="1" y="2143"/>
                  </a:lnTo>
                  <a:lnTo>
                    <a:pt x="7089" y="2143"/>
                  </a:lnTo>
                  <a:lnTo>
                    <a:pt x="7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83"/>
            <p:cNvSpPr/>
            <p:nvPr/>
          </p:nvSpPr>
          <p:spPr>
            <a:xfrm>
              <a:off x="-50503000" y="3921175"/>
              <a:ext cx="52800" cy="53575"/>
            </a:xfrm>
            <a:custGeom>
              <a:avLst/>
              <a:gdLst/>
              <a:ahLst/>
              <a:cxnLst/>
              <a:rect l="l" t="t" r="r" b="b"/>
              <a:pathLst>
                <a:path w="2112" h="2143" extrusionOk="0">
                  <a:moveTo>
                    <a:pt x="1797" y="0"/>
                  </a:moveTo>
                  <a:cubicBezTo>
                    <a:pt x="1734" y="0"/>
                    <a:pt x="1671" y="0"/>
                    <a:pt x="1639" y="63"/>
                  </a:cubicBezTo>
                  <a:lnTo>
                    <a:pt x="221" y="756"/>
                  </a:lnTo>
                  <a:cubicBezTo>
                    <a:pt x="95" y="851"/>
                    <a:pt x="1" y="945"/>
                    <a:pt x="1" y="1071"/>
                  </a:cubicBezTo>
                  <a:cubicBezTo>
                    <a:pt x="1" y="1197"/>
                    <a:pt x="95" y="1323"/>
                    <a:pt x="221" y="1386"/>
                  </a:cubicBezTo>
                  <a:lnTo>
                    <a:pt x="1639" y="2111"/>
                  </a:lnTo>
                  <a:cubicBezTo>
                    <a:pt x="1671" y="2143"/>
                    <a:pt x="1765" y="2143"/>
                    <a:pt x="1797" y="2143"/>
                  </a:cubicBezTo>
                  <a:lnTo>
                    <a:pt x="2112" y="2143"/>
                  </a:lnTo>
                  <a:lnTo>
                    <a:pt x="2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83"/>
            <p:cNvSpPr/>
            <p:nvPr/>
          </p:nvSpPr>
          <p:spPr>
            <a:xfrm>
              <a:off x="-50237550" y="3921175"/>
              <a:ext cx="35450" cy="53575"/>
            </a:xfrm>
            <a:custGeom>
              <a:avLst/>
              <a:gdLst/>
              <a:ahLst/>
              <a:cxnLst/>
              <a:rect l="l" t="t" r="r" b="b"/>
              <a:pathLst>
                <a:path w="1418" h="2143" extrusionOk="0">
                  <a:moveTo>
                    <a:pt x="0" y="0"/>
                  </a:moveTo>
                  <a:lnTo>
                    <a:pt x="0" y="2143"/>
                  </a:lnTo>
                  <a:lnTo>
                    <a:pt x="347" y="2143"/>
                  </a:lnTo>
                  <a:cubicBezTo>
                    <a:pt x="945" y="2143"/>
                    <a:pt x="1418" y="1670"/>
                    <a:pt x="1418" y="1071"/>
                  </a:cubicBezTo>
                  <a:cubicBezTo>
                    <a:pt x="1418" y="473"/>
                    <a:pt x="945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83"/>
            <p:cNvSpPr/>
            <p:nvPr/>
          </p:nvSpPr>
          <p:spPr>
            <a:xfrm>
              <a:off x="-50414775" y="4045625"/>
              <a:ext cx="159125" cy="122875"/>
            </a:xfrm>
            <a:custGeom>
              <a:avLst/>
              <a:gdLst/>
              <a:ahLst/>
              <a:cxnLst/>
              <a:rect l="l" t="t" r="r" b="b"/>
              <a:pathLst>
                <a:path w="6365" h="4915" extrusionOk="0">
                  <a:moveTo>
                    <a:pt x="0" y="0"/>
                  </a:moveTo>
                  <a:lnTo>
                    <a:pt x="0" y="4915"/>
                  </a:lnTo>
                  <a:lnTo>
                    <a:pt x="6364" y="4915"/>
                  </a:lnTo>
                  <a:lnTo>
                    <a:pt x="63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83"/>
            <p:cNvSpPr/>
            <p:nvPr/>
          </p:nvSpPr>
          <p:spPr>
            <a:xfrm>
              <a:off x="-50503000" y="3992050"/>
              <a:ext cx="300900" cy="228450"/>
            </a:xfrm>
            <a:custGeom>
              <a:avLst/>
              <a:gdLst/>
              <a:ahLst/>
              <a:cxnLst/>
              <a:rect l="l" t="t" r="r" b="b"/>
              <a:pathLst>
                <a:path w="12036" h="9138" extrusionOk="0">
                  <a:moveTo>
                    <a:pt x="1797" y="1387"/>
                  </a:moveTo>
                  <a:cubicBezTo>
                    <a:pt x="1986" y="1387"/>
                    <a:pt x="2143" y="1544"/>
                    <a:pt x="2143" y="1733"/>
                  </a:cubicBezTo>
                  <a:lnTo>
                    <a:pt x="2143" y="3151"/>
                  </a:lnTo>
                  <a:cubicBezTo>
                    <a:pt x="2143" y="3372"/>
                    <a:pt x="1986" y="3529"/>
                    <a:pt x="1797" y="3529"/>
                  </a:cubicBezTo>
                  <a:cubicBezTo>
                    <a:pt x="1608" y="3529"/>
                    <a:pt x="1450" y="3372"/>
                    <a:pt x="1450" y="3151"/>
                  </a:cubicBezTo>
                  <a:lnTo>
                    <a:pt x="1450" y="1733"/>
                  </a:lnTo>
                  <a:cubicBezTo>
                    <a:pt x="1450" y="1544"/>
                    <a:pt x="1608" y="1387"/>
                    <a:pt x="1797" y="1387"/>
                  </a:cubicBezTo>
                  <a:close/>
                  <a:moveTo>
                    <a:pt x="1797" y="4222"/>
                  </a:moveTo>
                  <a:cubicBezTo>
                    <a:pt x="1986" y="4222"/>
                    <a:pt x="2143" y="4380"/>
                    <a:pt x="2143" y="4569"/>
                  </a:cubicBezTo>
                  <a:cubicBezTo>
                    <a:pt x="2143" y="4789"/>
                    <a:pt x="1986" y="4947"/>
                    <a:pt x="1797" y="4947"/>
                  </a:cubicBezTo>
                  <a:cubicBezTo>
                    <a:pt x="1576" y="4947"/>
                    <a:pt x="1419" y="4789"/>
                    <a:pt x="1419" y="4569"/>
                  </a:cubicBezTo>
                  <a:cubicBezTo>
                    <a:pt x="1419" y="4380"/>
                    <a:pt x="1576" y="4222"/>
                    <a:pt x="1797" y="4222"/>
                  </a:cubicBezTo>
                  <a:close/>
                  <a:moveTo>
                    <a:pt x="1797" y="5609"/>
                  </a:moveTo>
                  <a:cubicBezTo>
                    <a:pt x="1986" y="5609"/>
                    <a:pt x="2143" y="5766"/>
                    <a:pt x="2143" y="5955"/>
                  </a:cubicBezTo>
                  <a:lnTo>
                    <a:pt x="2143" y="7373"/>
                  </a:lnTo>
                  <a:cubicBezTo>
                    <a:pt x="2143" y="7562"/>
                    <a:pt x="1986" y="7719"/>
                    <a:pt x="1797" y="7719"/>
                  </a:cubicBezTo>
                  <a:cubicBezTo>
                    <a:pt x="1608" y="7719"/>
                    <a:pt x="1450" y="7562"/>
                    <a:pt x="1450" y="7373"/>
                  </a:cubicBezTo>
                  <a:lnTo>
                    <a:pt x="1450" y="5955"/>
                  </a:lnTo>
                  <a:cubicBezTo>
                    <a:pt x="1450" y="5766"/>
                    <a:pt x="1608" y="5609"/>
                    <a:pt x="1797" y="5609"/>
                  </a:cubicBezTo>
                  <a:close/>
                  <a:moveTo>
                    <a:pt x="10272" y="1387"/>
                  </a:moveTo>
                  <a:cubicBezTo>
                    <a:pt x="10461" y="1387"/>
                    <a:pt x="10618" y="1544"/>
                    <a:pt x="10618" y="1733"/>
                  </a:cubicBezTo>
                  <a:lnTo>
                    <a:pt x="10618" y="7373"/>
                  </a:lnTo>
                  <a:cubicBezTo>
                    <a:pt x="10618" y="7562"/>
                    <a:pt x="10461" y="7719"/>
                    <a:pt x="10272" y="7719"/>
                  </a:cubicBezTo>
                  <a:lnTo>
                    <a:pt x="3183" y="7719"/>
                  </a:lnTo>
                  <a:cubicBezTo>
                    <a:pt x="2962" y="7719"/>
                    <a:pt x="2805" y="7562"/>
                    <a:pt x="2805" y="7373"/>
                  </a:cubicBezTo>
                  <a:lnTo>
                    <a:pt x="2805" y="1733"/>
                  </a:lnTo>
                  <a:cubicBezTo>
                    <a:pt x="2805" y="1544"/>
                    <a:pt x="2962" y="1387"/>
                    <a:pt x="3183" y="1387"/>
                  </a:cubicBezTo>
                  <a:close/>
                  <a:moveTo>
                    <a:pt x="1072" y="1"/>
                  </a:moveTo>
                  <a:cubicBezTo>
                    <a:pt x="474" y="1"/>
                    <a:pt x="1" y="473"/>
                    <a:pt x="1" y="1072"/>
                  </a:cubicBezTo>
                  <a:lnTo>
                    <a:pt x="1" y="8097"/>
                  </a:lnTo>
                  <a:cubicBezTo>
                    <a:pt x="1" y="8664"/>
                    <a:pt x="474" y="9137"/>
                    <a:pt x="1072" y="9137"/>
                  </a:cubicBezTo>
                  <a:lnTo>
                    <a:pt x="10965" y="9137"/>
                  </a:lnTo>
                  <a:cubicBezTo>
                    <a:pt x="11563" y="9137"/>
                    <a:pt x="12036" y="8664"/>
                    <a:pt x="12036" y="8097"/>
                  </a:cubicBezTo>
                  <a:lnTo>
                    <a:pt x="12036" y="1072"/>
                  </a:lnTo>
                  <a:cubicBezTo>
                    <a:pt x="12036" y="473"/>
                    <a:pt x="11563" y="1"/>
                    <a:pt x="109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5" name="Google Shape;2025;p83"/>
          <p:cNvGrpSpPr/>
          <p:nvPr/>
        </p:nvGrpSpPr>
        <p:grpSpPr>
          <a:xfrm>
            <a:off x="3224011" y="1843260"/>
            <a:ext cx="355258" cy="356205"/>
            <a:chOff x="-48630025" y="3199700"/>
            <a:chExt cx="300100" cy="300900"/>
          </a:xfrm>
        </p:grpSpPr>
        <p:sp>
          <p:nvSpPr>
            <p:cNvPr id="2026" name="Google Shape;2026;p83"/>
            <p:cNvSpPr/>
            <p:nvPr/>
          </p:nvSpPr>
          <p:spPr>
            <a:xfrm>
              <a:off x="-48630025" y="3199700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9893" y="1419"/>
                  </a:moveTo>
                  <a:lnTo>
                    <a:pt x="9893" y="1765"/>
                  </a:lnTo>
                  <a:cubicBezTo>
                    <a:pt x="9893" y="1986"/>
                    <a:pt x="10051" y="2143"/>
                    <a:pt x="10240" y="2143"/>
                  </a:cubicBezTo>
                  <a:lnTo>
                    <a:pt x="10586" y="2143"/>
                  </a:lnTo>
                  <a:lnTo>
                    <a:pt x="10586" y="5294"/>
                  </a:lnTo>
                  <a:cubicBezTo>
                    <a:pt x="9738" y="4603"/>
                    <a:pt x="8014" y="3599"/>
                    <a:pt x="6006" y="3592"/>
                  </a:cubicBezTo>
                  <a:lnTo>
                    <a:pt x="6006" y="3592"/>
                  </a:lnTo>
                  <a:cubicBezTo>
                    <a:pt x="6010" y="3592"/>
                    <a:pt x="6014" y="3592"/>
                    <a:pt x="6018" y="3592"/>
                  </a:cubicBezTo>
                  <a:lnTo>
                    <a:pt x="6018" y="3592"/>
                  </a:lnTo>
                  <a:cubicBezTo>
                    <a:pt x="6013" y="3592"/>
                    <a:pt x="6008" y="3592"/>
                    <a:pt x="6003" y="3592"/>
                  </a:cubicBezTo>
                  <a:lnTo>
                    <a:pt x="6003" y="3592"/>
                  </a:lnTo>
                  <a:cubicBezTo>
                    <a:pt x="5997" y="3592"/>
                    <a:pt x="5992" y="3592"/>
                    <a:pt x="5987" y="3592"/>
                  </a:cubicBezTo>
                  <a:cubicBezTo>
                    <a:pt x="5991" y="3592"/>
                    <a:pt x="5995" y="3592"/>
                    <a:pt x="5999" y="3592"/>
                  </a:cubicBezTo>
                  <a:lnTo>
                    <a:pt x="5999" y="3592"/>
                  </a:lnTo>
                  <a:cubicBezTo>
                    <a:pt x="4022" y="3599"/>
                    <a:pt x="2298" y="4666"/>
                    <a:pt x="1418" y="5294"/>
                  </a:cubicBezTo>
                  <a:lnTo>
                    <a:pt x="1418" y="2143"/>
                  </a:lnTo>
                  <a:lnTo>
                    <a:pt x="1765" y="2143"/>
                  </a:lnTo>
                  <a:cubicBezTo>
                    <a:pt x="1986" y="2143"/>
                    <a:pt x="2112" y="1986"/>
                    <a:pt x="2112" y="1765"/>
                  </a:cubicBezTo>
                  <a:lnTo>
                    <a:pt x="2112" y="1419"/>
                  </a:lnTo>
                  <a:close/>
                  <a:moveTo>
                    <a:pt x="6002" y="3592"/>
                  </a:moveTo>
                  <a:cubicBezTo>
                    <a:pt x="7319" y="3601"/>
                    <a:pt x="8413" y="4700"/>
                    <a:pt x="8413" y="6018"/>
                  </a:cubicBezTo>
                  <a:cubicBezTo>
                    <a:pt x="8413" y="7368"/>
                    <a:pt x="7319" y="8467"/>
                    <a:pt x="6002" y="8476"/>
                  </a:cubicBezTo>
                  <a:lnTo>
                    <a:pt x="6002" y="8476"/>
                  </a:lnTo>
                  <a:cubicBezTo>
                    <a:pt x="4686" y="8467"/>
                    <a:pt x="3592" y="7368"/>
                    <a:pt x="3592" y="6018"/>
                  </a:cubicBezTo>
                  <a:cubicBezTo>
                    <a:pt x="3592" y="4700"/>
                    <a:pt x="4686" y="3601"/>
                    <a:pt x="6002" y="3592"/>
                  </a:cubicBezTo>
                  <a:close/>
                  <a:moveTo>
                    <a:pt x="10586" y="6774"/>
                  </a:moveTo>
                  <a:lnTo>
                    <a:pt x="10586" y="9925"/>
                  </a:lnTo>
                  <a:lnTo>
                    <a:pt x="10240" y="9925"/>
                  </a:lnTo>
                  <a:cubicBezTo>
                    <a:pt x="10051" y="9925"/>
                    <a:pt x="9893" y="10082"/>
                    <a:pt x="9893" y="10271"/>
                  </a:cubicBezTo>
                  <a:lnTo>
                    <a:pt x="9893" y="10618"/>
                  </a:lnTo>
                  <a:lnTo>
                    <a:pt x="2112" y="10618"/>
                  </a:lnTo>
                  <a:lnTo>
                    <a:pt x="2112" y="10271"/>
                  </a:lnTo>
                  <a:cubicBezTo>
                    <a:pt x="2112" y="10082"/>
                    <a:pt x="1986" y="9925"/>
                    <a:pt x="1765" y="9925"/>
                  </a:cubicBezTo>
                  <a:lnTo>
                    <a:pt x="1418" y="9925"/>
                  </a:lnTo>
                  <a:lnTo>
                    <a:pt x="1418" y="6774"/>
                  </a:lnTo>
                  <a:cubicBezTo>
                    <a:pt x="2298" y="7434"/>
                    <a:pt x="4022" y="8469"/>
                    <a:pt x="5999" y="8476"/>
                  </a:cubicBezTo>
                  <a:lnTo>
                    <a:pt x="5999" y="8476"/>
                  </a:lnTo>
                  <a:cubicBezTo>
                    <a:pt x="5995" y="8476"/>
                    <a:pt x="5991" y="8476"/>
                    <a:pt x="5987" y="8476"/>
                  </a:cubicBezTo>
                  <a:cubicBezTo>
                    <a:pt x="5992" y="8476"/>
                    <a:pt x="5997" y="8476"/>
                    <a:pt x="6002" y="8476"/>
                  </a:cubicBezTo>
                  <a:lnTo>
                    <a:pt x="6002" y="8476"/>
                  </a:lnTo>
                  <a:cubicBezTo>
                    <a:pt x="6008" y="8476"/>
                    <a:pt x="6013" y="8476"/>
                    <a:pt x="6018" y="8476"/>
                  </a:cubicBezTo>
                  <a:cubicBezTo>
                    <a:pt x="6014" y="8476"/>
                    <a:pt x="6010" y="8476"/>
                    <a:pt x="6006" y="8476"/>
                  </a:cubicBezTo>
                  <a:lnTo>
                    <a:pt x="6006" y="8476"/>
                  </a:lnTo>
                  <a:cubicBezTo>
                    <a:pt x="8014" y="8469"/>
                    <a:pt x="9738" y="7402"/>
                    <a:pt x="10586" y="6774"/>
                  </a:cubicBez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86"/>
                    <a:pt x="158" y="2143"/>
                    <a:pt x="347" y="2143"/>
                  </a:cubicBezTo>
                  <a:lnTo>
                    <a:pt x="694" y="2143"/>
                  </a:lnTo>
                  <a:lnTo>
                    <a:pt x="694" y="9925"/>
                  </a:lnTo>
                  <a:lnTo>
                    <a:pt x="347" y="9925"/>
                  </a:lnTo>
                  <a:cubicBezTo>
                    <a:pt x="158" y="9925"/>
                    <a:pt x="1" y="10082"/>
                    <a:pt x="1" y="10271"/>
                  </a:cubicBezTo>
                  <a:lnTo>
                    <a:pt x="1" y="11689"/>
                  </a:lnTo>
                  <a:cubicBezTo>
                    <a:pt x="1" y="11910"/>
                    <a:pt x="158" y="12036"/>
                    <a:pt x="347" y="12036"/>
                  </a:cubicBezTo>
                  <a:lnTo>
                    <a:pt x="1765" y="12036"/>
                  </a:lnTo>
                  <a:cubicBezTo>
                    <a:pt x="1986" y="12036"/>
                    <a:pt x="2112" y="11910"/>
                    <a:pt x="2112" y="11689"/>
                  </a:cubicBezTo>
                  <a:lnTo>
                    <a:pt x="2112" y="11343"/>
                  </a:lnTo>
                  <a:lnTo>
                    <a:pt x="9893" y="11343"/>
                  </a:lnTo>
                  <a:lnTo>
                    <a:pt x="9893" y="11689"/>
                  </a:lnTo>
                  <a:cubicBezTo>
                    <a:pt x="9893" y="11910"/>
                    <a:pt x="10051" y="12036"/>
                    <a:pt x="10240" y="12036"/>
                  </a:cubicBezTo>
                  <a:lnTo>
                    <a:pt x="11658" y="12036"/>
                  </a:lnTo>
                  <a:cubicBezTo>
                    <a:pt x="11847" y="12036"/>
                    <a:pt x="12004" y="11910"/>
                    <a:pt x="12004" y="11689"/>
                  </a:cubicBezTo>
                  <a:lnTo>
                    <a:pt x="12004" y="10271"/>
                  </a:lnTo>
                  <a:cubicBezTo>
                    <a:pt x="12004" y="10082"/>
                    <a:pt x="11847" y="9925"/>
                    <a:pt x="11658" y="9925"/>
                  </a:cubicBezTo>
                  <a:lnTo>
                    <a:pt x="11311" y="9925"/>
                  </a:lnTo>
                  <a:lnTo>
                    <a:pt x="11311" y="2143"/>
                  </a:lnTo>
                  <a:lnTo>
                    <a:pt x="11658" y="2143"/>
                  </a:lnTo>
                  <a:cubicBezTo>
                    <a:pt x="11847" y="2143"/>
                    <a:pt x="12004" y="1986"/>
                    <a:pt x="12004" y="1765"/>
                  </a:cubicBezTo>
                  <a:lnTo>
                    <a:pt x="12004" y="347"/>
                  </a:lnTo>
                  <a:cubicBezTo>
                    <a:pt x="12004" y="158"/>
                    <a:pt x="11847" y="1"/>
                    <a:pt x="11658" y="1"/>
                  </a:cubicBezTo>
                  <a:lnTo>
                    <a:pt x="10240" y="1"/>
                  </a:lnTo>
                  <a:cubicBezTo>
                    <a:pt x="10051" y="1"/>
                    <a:pt x="9893" y="158"/>
                    <a:pt x="9893" y="347"/>
                  </a:cubicBezTo>
                  <a:lnTo>
                    <a:pt x="9893" y="725"/>
                  </a:lnTo>
                  <a:lnTo>
                    <a:pt x="2112" y="725"/>
                  </a:lnTo>
                  <a:lnTo>
                    <a:pt x="2112" y="347"/>
                  </a:lnTo>
                  <a:cubicBezTo>
                    <a:pt x="2112" y="158"/>
                    <a:pt x="1986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83"/>
            <p:cNvSpPr/>
            <p:nvPr/>
          </p:nvSpPr>
          <p:spPr>
            <a:xfrm>
              <a:off x="-48524475" y="3306025"/>
              <a:ext cx="88225" cy="89050"/>
            </a:xfrm>
            <a:custGeom>
              <a:avLst/>
              <a:gdLst/>
              <a:ahLst/>
              <a:cxnLst/>
              <a:rect l="l" t="t" r="r" b="b"/>
              <a:pathLst>
                <a:path w="3529" h="3562" extrusionOk="0">
                  <a:moveTo>
                    <a:pt x="1765" y="726"/>
                  </a:moveTo>
                  <a:cubicBezTo>
                    <a:pt x="2363" y="726"/>
                    <a:pt x="2836" y="1198"/>
                    <a:pt x="2836" y="1765"/>
                  </a:cubicBezTo>
                  <a:cubicBezTo>
                    <a:pt x="2836" y="2364"/>
                    <a:pt x="2363" y="2836"/>
                    <a:pt x="1765" y="2836"/>
                  </a:cubicBezTo>
                  <a:cubicBezTo>
                    <a:pt x="1166" y="2836"/>
                    <a:pt x="694" y="2364"/>
                    <a:pt x="694" y="1765"/>
                  </a:cubicBezTo>
                  <a:cubicBezTo>
                    <a:pt x="694" y="1198"/>
                    <a:pt x="1166" y="726"/>
                    <a:pt x="1765" y="726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9"/>
                    <a:pt x="0" y="1765"/>
                  </a:cubicBezTo>
                  <a:cubicBezTo>
                    <a:pt x="0" y="2773"/>
                    <a:pt x="788" y="3561"/>
                    <a:pt x="1765" y="3561"/>
                  </a:cubicBezTo>
                  <a:cubicBezTo>
                    <a:pt x="2741" y="3561"/>
                    <a:pt x="3529" y="2773"/>
                    <a:pt x="3529" y="1765"/>
                  </a:cubicBezTo>
                  <a:cubicBezTo>
                    <a:pt x="3529" y="789"/>
                    <a:pt x="2741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83"/>
            <p:cNvSpPr/>
            <p:nvPr/>
          </p:nvSpPr>
          <p:spPr>
            <a:xfrm>
              <a:off x="-48489025" y="33414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9" name="Google Shape;2029;p83"/>
          <p:cNvGrpSpPr/>
          <p:nvPr/>
        </p:nvGrpSpPr>
        <p:grpSpPr>
          <a:xfrm>
            <a:off x="7833859" y="2404591"/>
            <a:ext cx="355258" cy="355258"/>
            <a:chOff x="-48630025" y="3569100"/>
            <a:chExt cx="300100" cy="300100"/>
          </a:xfrm>
        </p:grpSpPr>
        <p:sp>
          <p:nvSpPr>
            <p:cNvPr id="2030" name="Google Shape;2030;p83"/>
            <p:cNvSpPr/>
            <p:nvPr/>
          </p:nvSpPr>
          <p:spPr>
            <a:xfrm>
              <a:off x="-48400825" y="371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83"/>
            <p:cNvSpPr/>
            <p:nvPr/>
          </p:nvSpPr>
          <p:spPr>
            <a:xfrm>
              <a:off x="-48400825" y="37817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83"/>
            <p:cNvSpPr/>
            <p:nvPr/>
          </p:nvSpPr>
          <p:spPr>
            <a:xfrm>
              <a:off x="-48488250" y="371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83"/>
            <p:cNvSpPr/>
            <p:nvPr/>
          </p:nvSpPr>
          <p:spPr>
            <a:xfrm>
              <a:off x="-48488250" y="36400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83"/>
            <p:cNvSpPr/>
            <p:nvPr/>
          </p:nvSpPr>
          <p:spPr>
            <a:xfrm>
              <a:off x="-48400825" y="36400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83"/>
            <p:cNvSpPr/>
            <p:nvPr/>
          </p:nvSpPr>
          <p:spPr>
            <a:xfrm>
              <a:off x="-48541800" y="3569100"/>
              <a:ext cx="211875" cy="300100"/>
            </a:xfrm>
            <a:custGeom>
              <a:avLst/>
              <a:gdLst/>
              <a:ahLst/>
              <a:cxnLst/>
              <a:rect l="l" t="t" r="r" b="b"/>
              <a:pathLst>
                <a:path w="8475" h="12004" extrusionOk="0">
                  <a:moveTo>
                    <a:pt x="2489" y="2080"/>
                  </a:moveTo>
                  <a:cubicBezTo>
                    <a:pt x="3088" y="2080"/>
                    <a:pt x="3560" y="2552"/>
                    <a:pt x="3560" y="3151"/>
                  </a:cubicBezTo>
                  <a:cubicBezTo>
                    <a:pt x="3560" y="3750"/>
                    <a:pt x="3088" y="4222"/>
                    <a:pt x="2489" y="4222"/>
                  </a:cubicBezTo>
                  <a:cubicBezTo>
                    <a:pt x="1891" y="4222"/>
                    <a:pt x="1418" y="3750"/>
                    <a:pt x="1418" y="3151"/>
                  </a:cubicBezTo>
                  <a:cubicBezTo>
                    <a:pt x="1418" y="2552"/>
                    <a:pt x="1891" y="2080"/>
                    <a:pt x="2489" y="2080"/>
                  </a:cubicBezTo>
                  <a:close/>
                  <a:moveTo>
                    <a:pt x="6018" y="2080"/>
                  </a:moveTo>
                  <a:cubicBezTo>
                    <a:pt x="6585" y="2080"/>
                    <a:pt x="7057" y="2552"/>
                    <a:pt x="7057" y="3151"/>
                  </a:cubicBezTo>
                  <a:cubicBezTo>
                    <a:pt x="7057" y="3750"/>
                    <a:pt x="6585" y="4222"/>
                    <a:pt x="6018" y="4222"/>
                  </a:cubicBezTo>
                  <a:cubicBezTo>
                    <a:pt x="5419" y="4222"/>
                    <a:pt x="4947" y="3750"/>
                    <a:pt x="4947" y="3151"/>
                  </a:cubicBezTo>
                  <a:cubicBezTo>
                    <a:pt x="4947" y="2552"/>
                    <a:pt x="5419" y="2080"/>
                    <a:pt x="6018" y="2080"/>
                  </a:cubicBezTo>
                  <a:close/>
                  <a:moveTo>
                    <a:pt x="2489" y="4915"/>
                  </a:moveTo>
                  <a:cubicBezTo>
                    <a:pt x="3088" y="4915"/>
                    <a:pt x="3560" y="5388"/>
                    <a:pt x="3560" y="5987"/>
                  </a:cubicBezTo>
                  <a:cubicBezTo>
                    <a:pt x="3560" y="6585"/>
                    <a:pt x="3088" y="7058"/>
                    <a:pt x="2489" y="7058"/>
                  </a:cubicBezTo>
                  <a:cubicBezTo>
                    <a:pt x="1891" y="7058"/>
                    <a:pt x="1418" y="6585"/>
                    <a:pt x="1418" y="5987"/>
                  </a:cubicBezTo>
                  <a:cubicBezTo>
                    <a:pt x="1418" y="5388"/>
                    <a:pt x="1891" y="4915"/>
                    <a:pt x="2489" y="4915"/>
                  </a:cubicBezTo>
                  <a:close/>
                  <a:moveTo>
                    <a:pt x="6018" y="4915"/>
                  </a:moveTo>
                  <a:cubicBezTo>
                    <a:pt x="6585" y="4915"/>
                    <a:pt x="7057" y="5388"/>
                    <a:pt x="7057" y="5987"/>
                  </a:cubicBezTo>
                  <a:cubicBezTo>
                    <a:pt x="7057" y="6585"/>
                    <a:pt x="6585" y="7058"/>
                    <a:pt x="6018" y="7058"/>
                  </a:cubicBezTo>
                  <a:cubicBezTo>
                    <a:pt x="5419" y="7058"/>
                    <a:pt x="4947" y="6585"/>
                    <a:pt x="4947" y="5987"/>
                  </a:cubicBezTo>
                  <a:cubicBezTo>
                    <a:pt x="4947" y="5388"/>
                    <a:pt x="5419" y="4915"/>
                    <a:pt x="6018" y="4915"/>
                  </a:cubicBezTo>
                  <a:close/>
                  <a:moveTo>
                    <a:pt x="2489" y="7751"/>
                  </a:moveTo>
                  <a:cubicBezTo>
                    <a:pt x="3088" y="7751"/>
                    <a:pt x="3560" y="8223"/>
                    <a:pt x="3560" y="8822"/>
                  </a:cubicBezTo>
                  <a:cubicBezTo>
                    <a:pt x="3560" y="9421"/>
                    <a:pt x="3088" y="9862"/>
                    <a:pt x="2489" y="9862"/>
                  </a:cubicBezTo>
                  <a:cubicBezTo>
                    <a:pt x="1891" y="9862"/>
                    <a:pt x="1418" y="9421"/>
                    <a:pt x="1418" y="8822"/>
                  </a:cubicBezTo>
                  <a:cubicBezTo>
                    <a:pt x="1418" y="8223"/>
                    <a:pt x="1891" y="7751"/>
                    <a:pt x="2489" y="7751"/>
                  </a:cubicBezTo>
                  <a:close/>
                  <a:moveTo>
                    <a:pt x="6018" y="7751"/>
                  </a:moveTo>
                  <a:cubicBezTo>
                    <a:pt x="6585" y="7751"/>
                    <a:pt x="7057" y="8223"/>
                    <a:pt x="7057" y="8822"/>
                  </a:cubicBezTo>
                  <a:cubicBezTo>
                    <a:pt x="7057" y="9421"/>
                    <a:pt x="6585" y="9862"/>
                    <a:pt x="6018" y="9862"/>
                  </a:cubicBezTo>
                  <a:cubicBezTo>
                    <a:pt x="5419" y="9862"/>
                    <a:pt x="4947" y="9421"/>
                    <a:pt x="4947" y="8822"/>
                  </a:cubicBezTo>
                  <a:cubicBezTo>
                    <a:pt x="4947" y="8223"/>
                    <a:pt x="5419" y="7751"/>
                    <a:pt x="6018" y="7751"/>
                  </a:cubicBezTo>
                  <a:close/>
                  <a:moveTo>
                    <a:pt x="1796" y="1"/>
                  </a:moveTo>
                  <a:cubicBezTo>
                    <a:pt x="788" y="1"/>
                    <a:pt x="0" y="788"/>
                    <a:pt x="0" y="1765"/>
                  </a:cubicBezTo>
                  <a:lnTo>
                    <a:pt x="0" y="10240"/>
                  </a:lnTo>
                  <a:cubicBezTo>
                    <a:pt x="0" y="11216"/>
                    <a:pt x="788" y="12004"/>
                    <a:pt x="1796" y="12004"/>
                  </a:cubicBezTo>
                  <a:lnTo>
                    <a:pt x="6711" y="12004"/>
                  </a:lnTo>
                  <a:cubicBezTo>
                    <a:pt x="7687" y="12004"/>
                    <a:pt x="8475" y="11216"/>
                    <a:pt x="8475" y="10240"/>
                  </a:cubicBezTo>
                  <a:lnTo>
                    <a:pt x="8475" y="1765"/>
                  </a:lnTo>
                  <a:cubicBezTo>
                    <a:pt x="8475" y="788"/>
                    <a:pt x="7687" y="1"/>
                    <a:pt x="6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83"/>
            <p:cNvSpPr/>
            <p:nvPr/>
          </p:nvSpPr>
          <p:spPr>
            <a:xfrm>
              <a:off x="-48488250" y="37817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725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83"/>
            <p:cNvSpPr/>
            <p:nvPr/>
          </p:nvSpPr>
          <p:spPr>
            <a:xfrm>
              <a:off x="-48630025" y="3569900"/>
              <a:ext cx="71700" cy="87450"/>
            </a:xfrm>
            <a:custGeom>
              <a:avLst/>
              <a:gdLst/>
              <a:ahLst/>
              <a:cxnLst/>
              <a:rect l="l" t="t" r="r" b="b"/>
              <a:pathLst>
                <a:path w="2868" h="3498" extrusionOk="0">
                  <a:moveTo>
                    <a:pt x="2490" y="0"/>
                  </a:moveTo>
                  <a:cubicBezTo>
                    <a:pt x="1765" y="0"/>
                    <a:pt x="1229" y="32"/>
                    <a:pt x="631" y="630"/>
                  </a:cubicBezTo>
                  <a:cubicBezTo>
                    <a:pt x="221" y="1040"/>
                    <a:pt x="1" y="1575"/>
                    <a:pt x="1" y="2142"/>
                  </a:cubicBezTo>
                  <a:cubicBezTo>
                    <a:pt x="1" y="2867"/>
                    <a:pt x="631" y="3497"/>
                    <a:pt x="1418" y="3497"/>
                  </a:cubicBezTo>
                  <a:cubicBezTo>
                    <a:pt x="2017" y="3497"/>
                    <a:pt x="2553" y="3119"/>
                    <a:pt x="2742" y="2552"/>
                  </a:cubicBezTo>
                  <a:cubicBezTo>
                    <a:pt x="2868" y="2237"/>
                    <a:pt x="2805" y="1922"/>
                    <a:pt x="2584" y="1701"/>
                  </a:cubicBezTo>
                  <a:cubicBezTo>
                    <a:pt x="2395" y="1449"/>
                    <a:pt x="2269" y="1134"/>
                    <a:pt x="2742" y="567"/>
                  </a:cubicBezTo>
                  <a:cubicBezTo>
                    <a:pt x="2836" y="441"/>
                    <a:pt x="2868" y="315"/>
                    <a:pt x="2805" y="189"/>
                  </a:cubicBezTo>
                  <a:cubicBezTo>
                    <a:pt x="2742" y="95"/>
                    <a:pt x="2584" y="0"/>
                    <a:pt x="24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83"/>
            <p:cNvSpPr/>
            <p:nvPr/>
          </p:nvSpPr>
          <p:spPr>
            <a:xfrm>
              <a:off x="-48626875" y="3668350"/>
              <a:ext cx="64625" cy="42550"/>
            </a:xfrm>
            <a:custGeom>
              <a:avLst/>
              <a:gdLst/>
              <a:ahLst/>
              <a:cxnLst/>
              <a:rect l="l" t="t" r="r" b="b"/>
              <a:pathLst>
                <a:path w="2585" h="1702" extrusionOk="0">
                  <a:moveTo>
                    <a:pt x="316" y="0"/>
                  </a:moveTo>
                  <a:cubicBezTo>
                    <a:pt x="158" y="473"/>
                    <a:pt x="32" y="1103"/>
                    <a:pt x="1" y="1701"/>
                  </a:cubicBezTo>
                  <a:lnTo>
                    <a:pt x="2584" y="1701"/>
                  </a:lnTo>
                  <a:cubicBezTo>
                    <a:pt x="2521" y="1103"/>
                    <a:pt x="2427" y="504"/>
                    <a:pt x="2269" y="0"/>
                  </a:cubicBezTo>
                  <a:cubicBezTo>
                    <a:pt x="1954" y="158"/>
                    <a:pt x="1639" y="252"/>
                    <a:pt x="1292" y="252"/>
                  </a:cubicBezTo>
                  <a:cubicBezTo>
                    <a:pt x="946" y="252"/>
                    <a:pt x="631" y="158"/>
                    <a:pt x="3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83"/>
            <p:cNvSpPr/>
            <p:nvPr/>
          </p:nvSpPr>
          <p:spPr>
            <a:xfrm>
              <a:off x="-48630025" y="3727425"/>
              <a:ext cx="70925" cy="141775"/>
            </a:xfrm>
            <a:custGeom>
              <a:avLst/>
              <a:gdLst/>
              <a:ahLst/>
              <a:cxnLst/>
              <a:rect l="l" t="t" r="r" b="b"/>
              <a:pathLst>
                <a:path w="2837" h="5671" extrusionOk="0">
                  <a:moveTo>
                    <a:pt x="32" y="0"/>
                  </a:moveTo>
                  <a:cubicBezTo>
                    <a:pt x="1" y="347"/>
                    <a:pt x="1" y="756"/>
                    <a:pt x="1" y="1071"/>
                  </a:cubicBezTo>
                  <a:cubicBezTo>
                    <a:pt x="1" y="2741"/>
                    <a:pt x="316" y="5671"/>
                    <a:pt x="1418" y="5671"/>
                  </a:cubicBezTo>
                  <a:cubicBezTo>
                    <a:pt x="2521" y="5671"/>
                    <a:pt x="2836" y="2804"/>
                    <a:pt x="2836" y="1071"/>
                  </a:cubicBezTo>
                  <a:cubicBezTo>
                    <a:pt x="2836" y="756"/>
                    <a:pt x="2836" y="378"/>
                    <a:pt x="28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0" name="Google Shape;2040;p83"/>
          <p:cNvGrpSpPr/>
          <p:nvPr/>
        </p:nvGrpSpPr>
        <p:grpSpPr>
          <a:xfrm>
            <a:off x="3222791" y="2949401"/>
            <a:ext cx="354311" cy="353394"/>
            <a:chOff x="-48629225" y="3938500"/>
            <a:chExt cx="299300" cy="298525"/>
          </a:xfrm>
        </p:grpSpPr>
        <p:sp>
          <p:nvSpPr>
            <p:cNvPr id="2041" name="Google Shape;2041;p83"/>
            <p:cNvSpPr/>
            <p:nvPr/>
          </p:nvSpPr>
          <p:spPr>
            <a:xfrm>
              <a:off x="-48629225" y="3938500"/>
              <a:ext cx="299300" cy="298525"/>
            </a:xfrm>
            <a:custGeom>
              <a:avLst/>
              <a:gdLst/>
              <a:ahLst/>
              <a:cxnLst/>
              <a:rect l="l" t="t" r="r" b="b"/>
              <a:pathLst>
                <a:path w="11972" h="11941" extrusionOk="0">
                  <a:moveTo>
                    <a:pt x="5955" y="2111"/>
                  </a:moveTo>
                  <a:cubicBezTo>
                    <a:pt x="8097" y="2111"/>
                    <a:pt x="9830" y="3844"/>
                    <a:pt x="9830" y="5986"/>
                  </a:cubicBezTo>
                  <a:cubicBezTo>
                    <a:pt x="9798" y="8129"/>
                    <a:pt x="8066" y="9830"/>
                    <a:pt x="5955" y="9830"/>
                  </a:cubicBezTo>
                  <a:cubicBezTo>
                    <a:pt x="3875" y="9830"/>
                    <a:pt x="2080" y="8129"/>
                    <a:pt x="2080" y="5986"/>
                  </a:cubicBezTo>
                  <a:cubicBezTo>
                    <a:pt x="2080" y="3844"/>
                    <a:pt x="3812" y="2111"/>
                    <a:pt x="5955" y="2111"/>
                  </a:cubicBezTo>
                  <a:close/>
                  <a:moveTo>
                    <a:pt x="5293" y="0"/>
                  </a:moveTo>
                  <a:cubicBezTo>
                    <a:pt x="5167" y="0"/>
                    <a:pt x="5041" y="63"/>
                    <a:pt x="4978" y="189"/>
                  </a:cubicBezTo>
                  <a:lnTo>
                    <a:pt x="4631" y="882"/>
                  </a:lnTo>
                  <a:cubicBezTo>
                    <a:pt x="4190" y="1009"/>
                    <a:pt x="3749" y="1166"/>
                    <a:pt x="3371" y="1418"/>
                  </a:cubicBezTo>
                  <a:lnTo>
                    <a:pt x="2615" y="1166"/>
                  </a:lnTo>
                  <a:cubicBezTo>
                    <a:pt x="2584" y="1158"/>
                    <a:pt x="2550" y="1154"/>
                    <a:pt x="2517" y="1154"/>
                  </a:cubicBezTo>
                  <a:cubicBezTo>
                    <a:pt x="2416" y="1154"/>
                    <a:pt x="2316" y="1190"/>
                    <a:pt x="2269" y="1261"/>
                  </a:cubicBezTo>
                  <a:lnTo>
                    <a:pt x="1260" y="2237"/>
                  </a:lnTo>
                  <a:cubicBezTo>
                    <a:pt x="1197" y="2300"/>
                    <a:pt x="1166" y="2458"/>
                    <a:pt x="1197" y="2584"/>
                  </a:cubicBezTo>
                  <a:lnTo>
                    <a:pt x="1418" y="3340"/>
                  </a:lnTo>
                  <a:cubicBezTo>
                    <a:pt x="1197" y="3718"/>
                    <a:pt x="1040" y="4159"/>
                    <a:pt x="914" y="4600"/>
                  </a:cubicBezTo>
                  <a:lnTo>
                    <a:pt x="221" y="4947"/>
                  </a:lnTo>
                  <a:cubicBezTo>
                    <a:pt x="95" y="5010"/>
                    <a:pt x="0" y="5136"/>
                    <a:pt x="0" y="5262"/>
                  </a:cubicBezTo>
                  <a:lnTo>
                    <a:pt x="0" y="6679"/>
                  </a:lnTo>
                  <a:cubicBezTo>
                    <a:pt x="0" y="6805"/>
                    <a:pt x="95" y="6931"/>
                    <a:pt x="221" y="6994"/>
                  </a:cubicBezTo>
                  <a:lnTo>
                    <a:pt x="914" y="7341"/>
                  </a:lnTo>
                  <a:cubicBezTo>
                    <a:pt x="1040" y="7782"/>
                    <a:pt x="1229" y="8223"/>
                    <a:pt x="1418" y="8601"/>
                  </a:cubicBezTo>
                  <a:lnTo>
                    <a:pt x="1197" y="9357"/>
                  </a:lnTo>
                  <a:cubicBezTo>
                    <a:pt x="1166" y="9483"/>
                    <a:pt x="1197" y="9641"/>
                    <a:pt x="1260" y="9704"/>
                  </a:cubicBezTo>
                  <a:lnTo>
                    <a:pt x="2269" y="10680"/>
                  </a:lnTo>
                  <a:cubicBezTo>
                    <a:pt x="2316" y="10751"/>
                    <a:pt x="2416" y="10787"/>
                    <a:pt x="2517" y="10787"/>
                  </a:cubicBezTo>
                  <a:cubicBezTo>
                    <a:pt x="2550" y="10787"/>
                    <a:pt x="2584" y="10783"/>
                    <a:pt x="2615" y="10775"/>
                  </a:cubicBezTo>
                  <a:lnTo>
                    <a:pt x="3371" y="10523"/>
                  </a:lnTo>
                  <a:cubicBezTo>
                    <a:pt x="3749" y="10775"/>
                    <a:pt x="4190" y="10933"/>
                    <a:pt x="4631" y="11059"/>
                  </a:cubicBezTo>
                  <a:lnTo>
                    <a:pt x="4978" y="11752"/>
                  </a:lnTo>
                  <a:cubicBezTo>
                    <a:pt x="5041" y="11878"/>
                    <a:pt x="5167" y="11941"/>
                    <a:pt x="5293" y="11941"/>
                  </a:cubicBezTo>
                  <a:lnTo>
                    <a:pt x="6711" y="11941"/>
                  </a:lnTo>
                  <a:cubicBezTo>
                    <a:pt x="6837" y="11941"/>
                    <a:pt x="6931" y="11878"/>
                    <a:pt x="7026" y="11752"/>
                  </a:cubicBezTo>
                  <a:lnTo>
                    <a:pt x="7372" y="11059"/>
                  </a:lnTo>
                  <a:cubicBezTo>
                    <a:pt x="7813" y="10933"/>
                    <a:pt x="8255" y="10775"/>
                    <a:pt x="8633" y="10523"/>
                  </a:cubicBezTo>
                  <a:lnTo>
                    <a:pt x="9389" y="10775"/>
                  </a:lnTo>
                  <a:cubicBezTo>
                    <a:pt x="9420" y="10783"/>
                    <a:pt x="9452" y="10787"/>
                    <a:pt x="9483" y="10787"/>
                  </a:cubicBezTo>
                  <a:cubicBezTo>
                    <a:pt x="9576" y="10787"/>
                    <a:pt x="9664" y="10751"/>
                    <a:pt x="9735" y="10680"/>
                  </a:cubicBezTo>
                  <a:lnTo>
                    <a:pt x="10712" y="9704"/>
                  </a:lnTo>
                  <a:cubicBezTo>
                    <a:pt x="10806" y="9641"/>
                    <a:pt x="10838" y="9483"/>
                    <a:pt x="10806" y="9357"/>
                  </a:cubicBezTo>
                  <a:lnTo>
                    <a:pt x="10554" y="8601"/>
                  </a:lnTo>
                  <a:cubicBezTo>
                    <a:pt x="10806" y="8223"/>
                    <a:pt x="10964" y="7782"/>
                    <a:pt x="11058" y="7341"/>
                  </a:cubicBezTo>
                  <a:lnTo>
                    <a:pt x="11783" y="6994"/>
                  </a:lnTo>
                  <a:cubicBezTo>
                    <a:pt x="11909" y="6931"/>
                    <a:pt x="11972" y="6805"/>
                    <a:pt x="11972" y="6679"/>
                  </a:cubicBezTo>
                  <a:lnTo>
                    <a:pt x="11972" y="5262"/>
                  </a:lnTo>
                  <a:cubicBezTo>
                    <a:pt x="11972" y="5136"/>
                    <a:pt x="11909" y="5041"/>
                    <a:pt x="11783" y="4947"/>
                  </a:cubicBezTo>
                  <a:lnTo>
                    <a:pt x="11058" y="4600"/>
                  </a:lnTo>
                  <a:cubicBezTo>
                    <a:pt x="10964" y="4159"/>
                    <a:pt x="10743" y="3718"/>
                    <a:pt x="10554" y="3340"/>
                  </a:cubicBezTo>
                  <a:lnTo>
                    <a:pt x="10806" y="2584"/>
                  </a:lnTo>
                  <a:cubicBezTo>
                    <a:pt x="10838" y="2458"/>
                    <a:pt x="10806" y="2300"/>
                    <a:pt x="10712" y="2237"/>
                  </a:cubicBezTo>
                  <a:lnTo>
                    <a:pt x="9735" y="1261"/>
                  </a:lnTo>
                  <a:cubicBezTo>
                    <a:pt x="9664" y="1190"/>
                    <a:pt x="9558" y="1154"/>
                    <a:pt x="9469" y="1154"/>
                  </a:cubicBezTo>
                  <a:cubicBezTo>
                    <a:pt x="9440" y="1154"/>
                    <a:pt x="9412" y="1158"/>
                    <a:pt x="9389" y="1166"/>
                  </a:cubicBezTo>
                  <a:lnTo>
                    <a:pt x="8633" y="1418"/>
                  </a:lnTo>
                  <a:cubicBezTo>
                    <a:pt x="8255" y="1166"/>
                    <a:pt x="7813" y="1009"/>
                    <a:pt x="7372" y="882"/>
                  </a:cubicBezTo>
                  <a:lnTo>
                    <a:pt x="7026" y="189"/>
                  </a:lnTo>
                  <a:cubicBezTo>
                    <a:pt x="6931" y="63"/>
                    <a:pt x="6837" y="0"/>
                    <a:pt x="67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83"/>
            <p:cNvSpPr/>
            <p:nvPr/>
          </p:nvSpPr>
          <p:spPr>
            <a:xfrm>
              <a:off x="-48496900" y="4119650"/>
              <a:ext cx="35450" cy="47275"/>
            </a:xfrm>
            <a:custGeom>
              <a:avLst/>
              <a:gdLst/>
              <a:ahLst/>
              <a:cxnLst/>
              <a:rect l="l" t="t" r="r" b="b"/>
              <a:pathLst>
                <a:path w="1418" h="1891" extrusionOk="0">
                  <a:moveTo>
                    <a:pt x="0" y="0"/>
                  </a:moveTo>
                  <a:lnTo>
                    <a:pt x="0" y="1796"/>
                  </a:lnTo>
                  <a:cubicBezTo>
                    <a:pt x="221" y="1828"/>
                    <a:pt x="473" y="1891"/>
                    <a:pt x="693" y="1891"/>
                  </a:cubicBezTo>
                  <a:cubicBezTo>
                    <a:pt x="945" y="1891"/>
                    <a:pt x="1166" y="1828"/>
                    <a:pt x="1418" y="1796"/>
                  </a:cubicBezTo>
                  <a:lnTo>
                    <a:pt x="1418" y="0"/>
                  </a:lnTo>
                  <a:cubicBezTo>
                    <a:pt x="1166" y="63"/>
                    <a:pt x="945" y="95"/>
                    <a:pt x="693" y="95"/>
                  </a:cubicBezTo>
                  <a:cubicBezTo>
                    <a:pt x="473" y="95"/>
                    <a:pt x="189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83"/>
            <p:cNvSpPr/>
            <p:nvPr/>
          </p:nvSpPr>
          <p:spPr>
            <a:xfrm>
              <a:off x="-48495325" y="4073175"/>
              <a:ext cx="29950" cy="31325"/>
            </a:xfrm>
            <a:custGeom>
              <a:avLst/>
              <a:gdLst/>
              <a:ahLst/>
              <a:cxnLst/>
              <a:rect l="l" t="t" r="r" b="b"/>
              <a:pathLst>
                <a:path w="1198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205" y="1214"/>
                    <a:pt x="410" y="1253"/>
                    <a:pt x="610" y="1253"/>
                  </a:cubicBezTo>
                  <a:cubicBezTo>
                    <a:pt x="811" y="1253"/>
                    <a:pt x="1008" y="1214"/>
                    <a:pt x="1197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83"/>
            <p:cNvSpPr/>
            <p:nvPr/>
          </p:nvSpPr>
          <p:spPr>
            <a:xfrm>
              <a:off x="-48559125" y="4009375"/>
              <a:ext cx="159900" cy="149675"/>
            </a:xfrm>
            <a:custGeom>
              <a:avLst/>
              <a:gdLst/>
              <a:ahLst/>
              <a:cxnLst/>
              <a:rect l="l" t="t" r="r" b="b"/>
              <a:pathLst>
                <a:path w="6396" h="5987" extrusionOk="0">
                  <a:moveTo>
                    <a:pt x="3151" y="1"/>
                  </a:moveTo>
                  <a:cubicBezTo>
                    <a:pt x="1418" y="1"/>
                    <a:pt x="0" y="1418"/>
                    <a:pt x="0" y="3151"/>
                  </a:cubicBezTo>
                  <a:cubicBezTo>
                    <a:pt x="0" y="4348"/>
                    <a:pt x="725" y="5420"/>
                    <a:pt x="1764" y="5987"/>
                  </a:cubicBezTo>
                  <a:lnTo>
                    <a:pt x="1764" y="3844"/>
                  </a:lnTo>
                  <a:cubicBezTo>
                    <a:pt x="1764" y="3687"/>
                    <a:pt x="2804" y="1734"/>
                    <a:pt x="2867" y="1608"/>
                  </a:cubicBezTo>
                  <a:cubicBezTo>
                    <a:pt x="2930" y="1482"/>
                    <a:pt x="3064" y="1418"/>
                    <a:pt x="3194" y="1418"/>
                  </a:cubicBezTo>
                  <a:cubicBezTo>
                    <a:pt x="3324" y="1418"/>
                    <a:pt x="3450" y="1482"/>
                    <a:pt x="3497" y="1608"/>
                  </a:cubicBezTo>
                  <a:cubicBezTo>
                    <a:pt x="3592" y="1734"/>
                    <a:pt x="4600" y="3718"/>
                    <a:pt x="4600" y="3844"/>
                  </a:cubicBezTo>
                  <a:lnTo>
                    <a:pt x="4600" y="5987"/>
                  </a:lnTo>
                  <a:cubicBezTo>
                    <a:pt x="5640" y="5451"/>
                    <a:pt x="6396" y="4411"/>
                    <a:pt x="6396" y="3151"/>
                  </a:cubicBezTo>
                  <a:cubicBezTo>
                    <a:pt x="6333" y="1418"/>
                    <a:pt x="4915" y="1"/>
                    <a:pt x="3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5" name="Google Shape;2045;p83"/>
          <p:cNvGrpSpPr/>
          <p:nvPr/>
        </p:nvGrpSpPr>
        <p:grpSpPr>
          <a:xfrm>
            <a:off x="6246445" y="2405046"/>
            <a:ext cx="311458" cy="354341"/>
            <a:chOff x="-46762575" y="3200500"/>
            <a:chExt cx="263100" cy="299325"/>
          </a:xfrm>
        </p:grpSpPr>
        <p:sp>
          <p:nvSpPr>
            <p:cNvPr id="2046" name="Google Shape;2046;p83"/>
            <p:cNvSpPr/>
            <p:nvPr/>
          </p:nvSpPr>
          <p:spPr>
            <a:xfrm>
              <a:off x="-46762575" y="3393475"/>
              <a:ext cx="263100" cy="106350"/>
            </a:xfrm>
            <a:custGeom>
              <a:avLst/>
              <a:gdLst/>
              <a:ahLst/>
              <a:cxnLst/>
              <a:rect l="l" t="t" r="r" b="b"/>
              <a:pathLst>
                <a:path w="10524" h="4254" extrusionOk="0">
                  <a:moveTo>
                    <a:pt x="7814" y="1418"/>
                  </a:moveTo>
                  <a:lnTo>
                    <a:pt x="8003" y="2142"/>
                  </a:lnTo>
                  <a:lnTo>
                    <a:pt x="2553" y="2142"/>
                  </a:lnTo>
                  <a:lnTo>
                    <a:pt x="2710" y="1418"/>
                  </a:lnTo>
                  <a:close/>
                  <a:moveTo>
                    <a:pt x="726" y="0"/>
                  </a:moveTo>
                  <a:lnTo>
                    <a:pt x="726" y="725"/>
                  </a:lnTo>
                  <a:lnTo>
                    <a:pt x="379" y="725"/>
                  </a:lnTo>
                  <a:cubicBezTo>
                    <a:pt x="159" y="725"/>
                    <a:pt x="1" y="882"/>
                    <a:pt x="1" y="1071"/>
                  </a:cubicBezTo>
                  <a:cubicBezTo>
                    <a:pt x="1" y="1260"/>
                    <a:pt x="159" y="1418"/>
                    <a:pt x="379" y="1418"/>
                  </a:cubicBezTo>
                  <a:lnTo>
                    <a:pt x="2017" y="1418"/>
                  </a:lnTo>
                  <a:lnTo>
                    <a:pt x="1419" y="3844"/>
                  </a:lnTo>
                  <a:cubicBezTo>
                    <a:pt x="1387" y="4033"/>
                    <a:pt x="1513" y="4222"/>
                    <a:pt x="1671" y="4253"/>
                  </a:cubicBezTo>
                  <a:lnTo>
                    <a:pt x="1734" y="4253"/>
                  </a:lnTo>
                  <a:cubicBezTo>
                    <a:pt x="1891" y="4253"/>
                    <a:pt x="2049" y="4159"/>
                    <a:pt x="2112" y="4001"/>
                  </a:cubicBezTo>
                  <a:lnTo>
                    <a:pt x="2364" y="2804"/>
                  </a:lnTo>
                  <a:lnTo>
                    <a:pt x="8161" y="2804"/>
                  </a:lnTo>
                  <a:lnTo>
                    <a:pt x="8444" y="4001"/>
                  </a:lnTo>
                  <a:cubicBezTo>
                    <a:pt x="8476" y="4159"/>
                    <a:pt x="8633" y="4253"/>
                    <a:pt x="8791" y="4253"/>
                  </a:cubicBezTo>
                  <a:lnTo>
                    <a:pt x="8854" y="4253"/>
                  </a:lnTo>
                  <a:cubicBezTo>
                    <a:pt x="9074" y="4222"/>
                    <a:pt x="9169" y="4033"/>
                    <a:pt x="9106" y="3844"/>
                  </a:cubicBezTo>
                  <a:lnTo>
                    <a:pt x="8507" y="1418"/>
                  </a:lnTo>
                  <a:lnTo>
                    <a:pt x="10177" y="1418"/>
                  </a:lnTo>
                  <a:cubicBezTo>
                    <a:pt x="10366" y="1418"/>
                    <a:pt x="10524" y="1260"/>
                    <a:pt x="10524" y="1071"/>
                  </a:cubicBezTo>
                  <a:cubicBezTo>
                    <a:pt x="10524" y="882"/>
                    <a:pt x="10398" y="725"/>
                    <a:pt x="10209" y="725"/>
                  </a:cubicBezTo>
                  <a:lnTo>
                    <a:pt x="9862" y="725"/>
                  </a:lnTo>
                  <a:lnTo>
                    <a:pt x="98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83"/>
            <p:cNvSpPr/>
            <p:nvPr/>
          </p:nvSpPr>
          <p:spPr>
            <a:xfrm>
              <a:off x="-46743650" y="3200500"/>
              <a:ext cx="228425" cy="176450"/>
            </a:xfrm>
            <a:custGeom>
              <a:avLst/>
              <a:gdLst/>
              <a:ahLst/>
              <a:cxnLst/>
              <a:rect l="l" t="t" r="r" b="b"/>
              <a:pathLst>
                <a:path w="9137" h="7058" extrusionOk="0">
                  <a:moveTo>
                    <a:pt x="4568" y="725"/>
                  </a:moveTo>
                  <a:cubicBezTo>
                    <a:pt x="5041" y="725"/>
                    <a:pt x="5419" y="1040"/>
                    <a:pt x="5545" y="1418"/>
                  </a:cubicBezTo>
                  <a:lnTo>
                    <a:pt x="3592" y="1418"/>
                  </a:lnTo>
                  <a:cubicBezTo>
                    <a:pt x="3686" y="1040"/>
                    <a:pt x="4096" y="725"/>
                    <a:pt x="4568" y="725"/>
                  </a:cubicBezTo>
                  <a:close/>
                  <a:moveTo>
                    <a:pt x="4568" y="2804"/>
                  </a:moveTo>
                  <a:cubicBezTo>
                    <a:pt x="5167" y="2804"/>
                    <a:pt x="5640" y="3277"/>
                    <a:pt x="5640" y="3875"/>
                  </a:cubicBezTo>
                  <a:cubicBezTo>
                    <a:pt x="5576" y="4474"/>
                    <a:pt x="5104" y="4947"/>
                    <a:pt x="4568" y="4947"/>
                  </a:cubicBezTo>
                  <a:cubicBezTo>
                    <a:pt x="3970" y="4947"/>
                    <a:pt x="3497" y="4474"/>
                    <a:pt x="3497" y="3875"/>
                  </a:cubicBezTo>
                  <a:cubicBezTo>
                    <a:pt x="3497" y="3277"/>
                    <a:pt x="3970" y="2804"/>
                    <a:pt x="4568" y="2804"/>
                  </a:cubicBezTo>
                  <a:close/>
                  <a:moveTo>
                    <a:pt x="4568" y="0"/>
                  </a:moveTo>
                  <a:cubicBezTo>
                    <a:pt x="3718" y="0"/>
                    <a:pt x="2993" y="630"/>
                    <a:pt x="2836" y="1418"/>
                  </a:cubicBezTo>
                  <a:lnTo>
                    <a:pt x="1071" y="1418"/>
                  </a:lnTo>
                  <a:cubicBezTo>
                    <a:pt x="473" y="1418"/>
                    <a:pt x="0" y="1891"/>
                    <a:pt x="0" y="2489"/>
                  </a:cubicBezTo>
                  <a:lnTo>
                    <a:pt x="0" y="7057"/>
                  </a:lnTo>
                  <a:lnTo>
                    <a:pt x="914" y="7057"/>
                  </a:lnTo>
                  <a:lnTo>
                    <a:pt x="2899" y="5041"/>
                  </a:lnTo>
                  <a:cubicBezTo>
                    <a:pt x="2962" y="4978"/>
                    <a:pt x="3056" y="4947"/>
                    <a:pt x="3155" y="4947"/>
                  </a:cubicBezTo>
                  <a:cubicBezTo>
                    <a:pt x="3253" y="4947"/>
                    <a:pt x="3355" y="4978"/>
                    <a:pt x="3434" y="5041"/>
                  </a:cubicBezTo>
                  <a:lnTo>
                    <a:pt x="4600" y="6238"/>
                  </a:lnTo>
                  <a:lnTo>
                    <a:pt x="5703" y="5041"/>
                  </a:lnTo>
                  <a:cubicBezTo>
                    <a:pt x="5766" y="4962"/>
                    <a:pt x="5852" y="4923"/>
                    <a:pt x="5943" y="4923"/>
                  </a:cubicBezTo>
                  <a:cubicBezTo>
                    <a:pt x="6033" y="4923"/>
                    <a:pt x="6128" y="4962"/>
                    <a:pt x="6207" y="5041"/>
                  </a:cubicBezTo>
                  <a:lnTo>
                    <a:pt x="8223" y="7057"/>
                  </a:lnTo>
                  <a:lnTo>
                    <a:pt x="9137" y="7057"/>
                  </a:lnTo>
                  <a:lnTo>
                    <a:pt x="9137" y="2489"/>
                  </a:lnTo>
                  <a:cubicBezTo>
                    <a:pt x="9137" y="1891"/>
                    <a:pt x="8664" y="1418"/>
                    <a:pt x="8065" y="1418"/>
                  </a:cubicBezTo>
                  <a:lnTo>
                    <a:pt x="6301" y="1418"/>
                  </a:lnTo>
                  <a:cubicBezTo>
                    <a:pt x="6144" y="630"/>
                    <a:pt x="5450" y="0"/>
                    <a:pt x="45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83"/>
            <p:cNvSpPr/>
            <p:nvPr/>
          </p:nvSpPr>
          <p:spPr>
            <a:xfrm>
              <a:off x="-46638125" y="32895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83"/>
            <p:cNvSpPr/>
            <p:nvPr/>
          </p:nvSpPr>
          <p:spPr>
            <a:xfrm>
              <a:off x="-46696400" y="3345425"/>
              <a:ext cx="63025" cy="31525"/>
            </a:xfrm>
            <a:custGeom>
              <a:avLst/>
              <a:gdLst/>
              <a:ahLst/>
              <a:cxnLst/>
              <a:rect l="l" t="t" r="r" b="b"/>
              <a:pathLst>
                <a:path w="2521" h="1261" extrusionOk="0">
                  <a:moveTo>
                    <a:pt x="1261" y="0"/>
                  </a:moveTo>
                  <a:lnTo>
                    <a:pt x="0" y="1260"/>
                  </a:lnTo>
                  <a:lnTo>
                    <a:pt x="2521" y="1260"/>
                  </a:lnTo>
                  <a:lnTo>
                    <a:pt x="1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83"/>
            <p:cNvSpPr/>
            <p:nvPr/>
          </p:nvSpPr>
          <p:spPr>
            <a:xfrm>
              <a:off x="-46616850" y="3345425"/>
              <a:ext cx="53575" cy="31525"/>
            </a:xfrm>
            <a:custGeom>
              <a:avLst/>
              <a:gdLst/>
              <a:ahLst/>
              <a:cxnLst/>
              <a:rect l="l" t="t" r="r" b="b"/>
              <a:pathLst>
                <a:path w="2143" h="1261" extrusionOk="0">
                  <a:moveTo>
                    <a:pt x="883" y="0"/>
                  </a:moveTo>
                  <a:lnTo>
                    <a:pt x="0" y="945"/>
                  </a:lnTo>
                  <a:lnTo>
                    <a:pt x="315" y="1260"/>
                  </a:lnTo>
                  <a:lnTo>
                    <a:pt x="2143" y="1260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1" name="Google Shape;2051;p83"/>
          <p:cNvGrpSpPr/>
          <p:nvPr/>
        </p:nvGrpSpPr>
        <p:grpSpPr>
          <a:xfrm>
            <a:off x="6224471" y="3921557"/>
            <a:ext cx="355288" cy="312375"/>
            <a:chOff x="-46779900" y="3588000"/>
            <a:chExt cx="300125" cy="263875"/>
          </a:xfrm>
        </p:grpSpPr>
        <p:sp>
          <p:nvSpPr>
            <p:cNvPr id="2052" name="Google Shape;2052;p83"/>
            <p:cNvSpPr/>
            <p:nvPr/>
          </p:nvSpPr>
          <p:spPr>
            <a:xfrm>
              <a:off x="-46746025" y="3588000"/>
              <a:ext cx="230800" cy="263875"/>
            </a:xfrm>
            <a:custGeom>
              <a:avLst/>
              <a:gdLst/>
              <a:ahLst/>
              <a:cxnLst/>
              <a:rect l="l" t="t" r="r" b="b"/>
              <a:pathLst>
                <a:path w="9232" h="10555" extrusionOk="0">
                  <a:moveTo>
                    <a:pt x="4632" y="1"/>
                  </a:moveTo>
                  <a:cubicBezTo>
                    <a:pt x="3309" y="1"/>
                    <a:pt x="2017" y="442"/>
                    <a:pt x="1040" y="1355"/>
                  </a:cubicBezTo>
                  <a:cubicBezTo>
                    <a:pt x="694" y="1670"/>
                    <a:pt x="599" y="2206"/>
                    <a:pt x="851" y="2679"/>
                  </a:cubicBezTo>
                  <a:cubicBezTo>
                    <a:pt x="284" y="3403"/>
                    <a:pt x="1" y="4317"/>
                    <a:pt x="1" y="5262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cubicBezTo>
                    <a:pt x="1670" y="10555"/>
                    <a:pt x="2143" y="10082"/>
                    <a:pt x="2143" y="9484"/>
                  </a:cubicBezTo>
                  <a:lnTo>
                    <a:pt x="2143" y="6680"/>
                  </a:lnTo>
                  <a:cubicBezTo>
                    <a:pt x="2143" y="6081"/>
                    <a:pt x="1670" y="5609"/>
                    <a:pt x="1072" y="5609"/>
                  </a:cubicBezTo>
                  <a:cubicBezTo>
                    <a:pt x="946" y="5609"/>
                    <a:pt x="851" y="5672"/>
                    <a:pt x="725" y="5703"/>
                  </a:cubicBezTo>
                  <a:lnTo>
                    <a:pt x="725" y="5262"/>
                  </a:lnTo>
                  <a:cubicBezTo>
                    <a:pt x="725" y="4474"/>
                    <a:pt x="946" y="3750"/>
                    <a:pt x="1387" y="3151"/>
                  </a:cubicBezTo>
                  <a:cubicBezTo>
                    <a:pt x="1499" y="3182"/>
                    <a:pt x="1620" y="3199"/>
                    <a:pt x="1745" y="3199"/>
                  </a:cubicBezTo>
                  <a:cubicBezTo>
                    <a:pt x="2005" y="3199"/>
                    <a:pt x="2276" y="3123"/>
                    <a:pt x="2489" y="2931"/>
                  </a:cubicBezTo>
                  <a:cubicBezTo>
                    <a:pt x="3057" y="2427"/>
                    <a:pt x="3836" y="2175"/>
                    <a:pt x="4616" y="2175"/>
                  </a:cubicBezTo>
                  <a:cubicBezTo>
                    <a:pt x="5396" y="2175"/>
                    <a:pt x="6176" y="2427"/>
                    <a:pt x="6743" y="2931"/>
                  </a:cubicBezTo>
                  <a:cubicBezTo>
                    <a:pt x="6942" y="3107"/>
                    <a:pt x="7187" y="3207"/>
                    <a:pt x="7468" y="3207"/>
                  </a:cubicBezTo>
                  <a:cubicBezTo>
                    <a:pt x="7588" y="3207"/>
                    <a:pt x="7714" y="3189"/>
                    <a:pt x="7845" y="3151"/>
                  </a:cubicBezTo>
                  <a:cubicBezTo>
                    <a:pt x="8286" y="3781"/>
                    <a:pt x="8507" y="4506"/>
                    <a:pt x="8507" y="5262"/>
                  </a:cubicBezTo>
                  <a:lnTo>
                    <a:pt x="8507" y="5703"/>
                  </a:lnTo>
                  <a:cubicBezTo>
                    <a:pt x="8412" y="5640"/>
                    <a:pt x="8286" y="5609"/>
                    <a:pt x="8160" y="5609"/>
                  </a:cubicBezTo>
                  <a:cubicBezTo>
                    <a:pt x="7562" y="5609"/>
                    <a:pt x="7089" y="6081"/>
                    <a:pt x="7089" y="6680"/>
                  </a:cubicBezTo>
                  <a:lnTo>
                    <a:pt x="7089" y="9484"/>
                  </a:lnTo>
                  <a:cubicBezTo>
                    <a:pt x="7089" y="10082"/>
                    <a:pt x="7562" y="10555"/>
                    <a:pt x="8160" y="10555"/>
                  </a:cubicBezTo>
                  <a:cubicBezTo>
                    <a:pt x="8759" y="10555"/>
                    <a:pt x="9232" y="10082"/>
                    <a:pt x="9232" y="9484"/>
                  </a:cubicBezTo>
                  <a:lnTo>
                    <a:pt x="9232" y="5262"/>
                  </a:lnTo>
                  <a:cubicBezTo>
                    <a:pt x="9232" y="4317"/>
                    <a:pt x="8948" y="3466"/>
                    <a:pt x="8412" y="2679"/>
                  </a:cubicBezTo>
                  <a:cubicBezTo>
                    <a:pt x="8664" y="2206"/>
                    <a:pt x="8570" y="1670"/>
                    <a:pt x="8223" y="1355"/>
                  </a:cubicBezTo>
                  <a:cubicBezTo>
                    <a:pt x="7215" y="442"/>
                    <a:pt x="5955" y="1"/>
                    <a:pt x="46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83"/>
            <p:cNvSpPr/>
            <p:nvPr/>
          </p:nvSpPr>
          <p:spPr>
            <a:xfrm>
              <a:off x="-46674350" y="3710075"/>
              <a:ext cx="91400" cy="122900"/>
            </a:xfrm>
            <a:custGeom>
              <a:avLst/>
              <a:gdLst/>
              <a:ahLst/>
              <a:cxnLst/>
              <a:rect l="l" t="t" r="r" b="b"/>
              <a:pathLst>
                <a:path w="3656" h="4916" extrusionOk="0">
                  <a:moveTo>
                    <a:pt x="1765" y="1"/>
                  </a:moveTo>
                  <a:cubicBezTo>
                    <a:pt x="1544" y="1"/>
                    <a:pt x="1418" y="158"/>
                    <a:pt x="1418" y="348"/>
                  </a:cubicBezTo>
                  <a:lnTo>
                    <a:pt x="1418" y="2868"/>
                  </a:lnTo>
                  <a:cubicBezTo>
                    <a:pt x="1292" y="2805"/>
                    <a:pt x="1166" y="2773"/>
                    <a:pt x="1040" y="2773"/>
                  </a:cubicBezTo>
                  <a:cubicBezTo>
                    <a:pt x="473" y="2773"/>
                    <a:pt x="1" y="3246"/>
                    <a:pt x="1" y="3845"/>
                  </a:cubicBezTo>
                  <a:cubicBezTo>
                    <a:pt x="1" y="4443"/>
                    <a:pt x="473" y="4916"/>
                    <a:pt x="1040" y="4916"/>
                  </a:cubicBezTo>
                  <a:cubicBezTo>
                    <a:pt x="1639" y="4916"/>
                    <a:pt x="2111" y="4443"/>
                    <a:pt x="2111" y="3845"/>
                  </a:cubicBezTo>
                  <a:lnTo>
                    <a:pt x="2111" y="1450"/>
                  </a:lnTo>
                  <a:cubicBezTo>
                    <a:pt x="2363" y="1513"/>
                    <a:pt x="2521" y="1639"/>
                    <a:pt x="2584" y="1797"/>
                  </a:cubicBezTo>
                  <a:cubicBezTo>
                    <a:pt x="2868" y="2112"/>
                    <a:pt x="2931" y="2584"/>
                    <a:pt x="2836" y="3057"/>
                  </a:cubicBezTo>
                  <a:cubicBezTo>
                    <a:pt x="2773" y="3246"/>
                    <a:pt x="2899" y="3435"/>
                    <a:pt x="3057" y="3498"/>
                  </a:cubicBezTo>
                  <a:lnTo>
                    <a:pt x="3151" y="3498"/>
                  </a:lnTo>
                  <a:cubicBezTo>
                    <a:pt x="3309" y="3498"/>
                    <a:pt x="3466" y="3372"/>
                    <a:pt x="3498" y="3214"/>
                  </a:cubicBezTo>
                  <a:cubicBezTo>
                    <a:pt x="3655" y="2553"/>
                    <a:pt x="3529" y="1828"/>
                    <a:pt x="3151" y="1324"/>
                  </a:cubicBezTo>
                  <a:cubicBezTo>
                    <a:pt x="2899" y="1041"/>
                    <a:pt x="2552" y="820"/>
                    <a:pt x="2111" y="726"/>
                  </a:cubicBezTo>
                  <a:lnTo>
                    <a:pt x="2111" y="348"/>
                  </a:ln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83"/>
            <p:cNvSpPr/>
            <p:nvPr/>
          </p:nvSpPr>
          <p:spPr>
            <a:xfrm>
              <a:off x="-46779900" y="3754200"/>
              <a:ext cx="17350" cy="70125"/>
            </a:xfrm>
            <a:custGeom>
              <a:avLst/>
              <a:gdLst/>
              <a:ahLst/>
              <a:cxnLst/>
              <a:rect l="l" t="t" r="r" b="b"/>
              <a:pathLst>
                <a:path w="694" h="2805" extrusionOk="0">
                  <a:moveTo>
                    <a:pt x="694" y="0"/>
                  </a:moveTo>
                  <a:cubicBezTo>
                    <a:pt x="253" y="347"/>
                    <a:pt x="1" y="819"/>
                    <a:pt x="1" y="1418"/>
                  </a:cubicBezTo>
                  <a:cubicBezTo>
                    <a:pt x="1" y="2017"/>
                    <a:pt x="253" y="2458"/>
                    <a:pt x="694" y="2804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83"/>
            <p:cNvSpPr/>
            <p:nvPr/>
          </p:nvSpPr>
          <p:spPr>
            <a:xfrm>
              <a:off x="-46497925" y="3754200"/>
              <a:ext cx="18150" cy="70125"/>
            </a:xfrm>
            <a:custGeom>
              <a:avLst/>
              <a:gdLst/>
              <a:ahLst/>
              <a:cxnLst/>
              <a:rect l="l" t="t" r="r" b="b"/>
              <a:pathLst>
                <a:path w="726" h="2805" extrusionOk="0">
                  <a:moveTo>
                    <a:pt x="1" y="0"/>
                  </a:moveTo>
                  <a:lnTo>
                    <a:pt x="1" y="2804"/>
                  </a:lnTo>
                  <a:cubicBezTo>
                    <a:pt x="442" y="2489"/>
                    <a:pt x="725" y="1954"/>
                    <a:pt x="725" y="1418"/>
                  </a:cubicBezTo>
                  <a:cubicBezTo>
                    <a:pt x="725" y="851"/>
                    <a:pt x="442" y="34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6" name="Google Shape;2056;p83"/>
          <p:cNvGrpSpPr/>
          <p:nvPr/>
        </p:nvGrpSpPr>
        <p:grpSpPr>
          <a:xfrm>
            <a:off x="2187774" y="3440793"/>
            <a:ext cx="354341" cy="353394"/>
            <a:chOff x="-46779100" y="3938500"/>
            <a:chExt cx="299325" cy="298525"/>
          </a:xfrm>
        </p:grpSpPr>
        <p:sp>
          <p:nvSpPr>
            <p:cNvPr id="2057" name="Google Shape;2057;p83"/>
            <p:cNvSpPr/>
            <p:nvPr/>
          </p:nvSpPr>
          <p:spPr>
            <a:xfrm>
              <a:off x="-46656225" y="4061375"/>
              <a:ext cx="53575" cy="52775"/>
            </a:xfrm>
            <a:custGeom>
              <a:avLst/>
              <a:gdLst/>
              <a:ahLst/>
              <a:cxnLst/>
              <a:rect l="l" t="t" r="r" b="b"/>
              <a:pathLst>
                <a:path w="2143" h="2111" extrusionOk="0"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cubicBezTo>
                    <a:pt x="0" y="1638"/>
                    <a:pt x="473" y="2111"/>
                    <a:pt x="1071" y="2111"/>
                  </a:cubicBezTo>
                  <a:cubicBezTo>
                    <a:pt x="1670" y="2111"/>
                    <a:pt x="2143" y="1638"/>
                    <a:pt x="2143" y="1071"/>
                  </a:cubicBezTo>
                  <a:cubicBezTo>
                    <a:pt x="2079" y="473"/>
                    <a:pt x="1607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83"/>
            <p:cNvSpPr/>
            <p:nvPr/>
          </p:nvSpPr>
          <p:spPr>
            <a:xfrm>
              <a:off x="-46779100" y="3938500"/>
              <a:ext cx="299325" cy="298525"/>
            </a:xfrm>
            <a:custGeom>
              <a:avLst/>
              <a:gdLst/>
              <a:ahLst/>
              <a:cxnLst/>
              <a:rect l="l" t="t" r="r" b="b"/>
              <a:pathLst>
                <a:path w="11973" h="11941" extrusionOk="0">
                  <a:moveTo>
                    <a:pt x="6301" y="1418"/>
                  </a:moveTo>
                  <a:cubicBezTo>
                    <a:pt x="8538" y="1607"/>
                    <a:pt x="10366" y="3371"/>
                    <a:pt x="10523" y="5608"/>
                  </a:cubicBezTo>
                  <a:lnTo>
                    <a:pt x="9798" y="5608"/>
                  </a:lnTo>
                  <a:cubicBezTo>
                    <a:pt x="9641" y="3781"/>
                    <a:pt x="8160" y="2300"/>
                    <a:pt x="6301" y="2111"/>
                  </a:cubicBezTo>
                  <a:lnTo>
                    <a:pt x="6301" y="1418"/>
                  </a:lnTo>
                  <a:close/>
                  <a:moveTo>
                    <a:pt x="5640" y="1450"/>
                  </a:moveTo>
                  <a:lnTo>
                    <a:pt x="5640" y="2143"/>
                  </a:lnTo>
                  <a:cubicBezTo>
                    <a:pt x="3781" y="2300"/>
                    <a:pt x="2332" y="3812"/>
                    <a:pt x="2111" y="5671"/>
                  </a:cubicBezTo>
                  <a:lnTo>
                    <a:pt x="1418" y="5671"/>
                  </a:lnTo>
                  <a:cubicBezTo>
                    <a:pt x="1576" y="3371"/>
                    <a:pt x="3371" y="1607"/>
                    <a:pt x="5640" y="1450"/>
                  </a:cubicBezTo>
                  <a:close/>
                  <a:moveTo>
                    <a:pt x="6333" y="2899"/>
                  </a:moveTo>
                  <a:cubicBezTo>
                    <a:pt x="7782" y="3056"/>
                    <a:pt x="8948" y="4190"/>
                    <a:pt x="9105" y="5671"/>
                  </a:cubicBezTo>
                  <a:lnTo>
                    <a:pt x="8790" y="5671"/>
                  </a:lnTo>
                  <a:cubicBezTo>
                    <a:pt x="8570" y="5671"/>
                    <a:pt x="8412" y="5829"/>
                    <a:pt x="8412" y="6018"/>
                  </a:cubicBezTo>
                  <a:cubicBezTo>
                    <a:pt x="8412" y="6175"/>
                    <a:pt x="8570" y="6333"/>
                    <a:pt x="8790" y="6333"/>
                  </a:cubicBezTo>
                  <a:lnTo>
                    <a:pt x="9105" y="6333"/>
                  </a:lnTo>
                  <a:cubicBezTo>
                    <a:pt x="8948" y="7782"/>
                    <a:pt x="7782" y="8916"/>
                    <a:pt x="6333" y="9137"/>
                  </a:cubicBezTo>
                  <a:lnTo>
                    <a:pt x="6333" y="8822"/>
                  </a:lnTo>
                  <a:cubicBezTo>
                    <a:pt x="6333" y="8601"/>
                    <a:pt x="6175" y="8444"/>
                    <a:pt x="5986" y="8444"/>
                  </a:cubicBezTo>
                  <a:cubicBezTo>
                    <a:pt x="5797" y="8444"/>
                    <a:pt x="5640" y="8601"/>
                    <a:pt x="5640" y="8822"/>
                  </a:cubicBezTo>
                  <a:lnTo>
                    <a:pt x="5640" y="9137"/>
                  </a:lnTo>
                  <a:cubicBezTo>
                    <a:pt x="4191" y="8979"/>
                    <a:pt x="3025" y="7814"/>
                    <a:pt x="2867" y="6364"/>
                  </a:cubicBezTo>
                  <a:lnTo>
                    <a:pt x="3182" y="6364"/>
                  </a:lnTo>
                  <a:cubicBezTo>
                    <a:pt x="3403" y="6364"/>
                    <a:pt x="3560" y="6207"/>
                    <a:pt x="3560" y="6018"/>
                  </a:cubicBezTo>
                  <a:cubicBezTo>
                    <a:pt x="3560" y="5829"/>
                    <a:pt x="3403" y="5671"/>
                    <a:pt x="3182" y="5671"/>
                  </a:cubicBezTo>
                  <a:lnTo>
                    <a:pt x="2867" y="5671"/>
                  </a:lnTo>
                  <a:cubicBezTo>
                    <a:pt x="3025" y="4190"/>
                    <a:pt x="4191" y="3056"/>
                    <a:pt x="5640" y="2899"/>
                  </a:cubicBezTo>
                  <a:lnTo>
                    <a:pt x="5640" y="3214"/>
                  </a:lnTo>
                  <a:cubicBezTo>
                    <a:pt x="5640" y="3403"/>
                    <a:pt x="5797" y="3560"/>
                    <a:pt x="5986" y="3560"/>
                  </a:cubicBezTo>
                  <a:cubicBezTo>
                    <a:pt x="6175" y="3560"/>
                    <a:pt x="6333" y="3403"/>
                    <a:pt x="6333" y="3214"/>
                  </a:cubicBezTo>
                  <a:lnTo>
                    <a:pt x="6333" y="2899"/>
                  </a:lnTo>
                  <a:close/>
                  <a:moveTo>
                    <a:pt x="2111" y="6333"/>
                  </a:moveTo>
                  <a:cubicBezTo>
                    <a:pt x="2269" y="8192"/>
                    <a:pt x="3781" y="9641"/>
                    <a:pt x="5640" y="9830"/>
                  </a:cubicBezTo>
                  <a:lnTo>
                    <a:pt x="5640" y="10554"/>
                  </a:lnTo>
                  <a:cubicBezTo>
                    <a:pt x="3371" y="10334"/>
                    <a:pt x="1576" y="8570"/>
                    <a:pt x="1418" y="6333"/>
                  </a:cubicBezTo>
                  <a:close/>
                  <a:moveTo>
                    <a:pt x="10523" y="6333"/>
                  </a:moveTo>
                  <a:cubicBezTo>
                    <a:pt x="10366" y="8570"/>
                    <a:pt x="8538" y="10334"/>
                    <a:pt x="6301" y="10554"/>
                  </a:cubicBezTo>
                  <a:lnTo>
                    <a:pt x="6301" y="9830"/>
                  </a:lnTo>
                  <a:cubicBezTo>
                    <a:pt x="8160" y="9672"/>
                    <a:pt x="9609" y="8192"/>
                    <a:pt x="9798" y="6333"/>
                  </a:cubicBezTo>
                  <a:close/>
                  <a:moveTo>
                    <a:pt x="5986" y="0"/>
                  </a:moveTo>
                  <a:cubicBezTo>
                    <a:pt x="5797" y="0"/>
                    <a:pt x="5640" y="158"/>
                    <a:pt x="5640" y="347"/>
                  </a:cubicBezTo>
                  <a:lnTo>
                    <a:pt x="5640" y="725"/>
                  </a:lnTo>
                  <a:cubicBezTo>
                    <a:pt x="2993" y="882"/>
                    <a:pt x="914" y="3025"/>
                    <a:pt x="757" y="5608"/>
                  </a:cubicBezTo>
                  <a:lnTo>
                    <a:pt x="347" y="5608"/>
                  </a:lnTo>
                  <a:cubicBezTo>
                    <a:pt x="158" y="5608"/>
                    <a:pt x="0" y="5766"/>
                    <a:pt x="0" y="5986"/>
                  </a:cubicBezTo>
                  <a:cubicBezTo>
                    <a:pt x="0" y="6175"/>
                    <a:pt x="158" y="6333"/>
                    <a:pt x="347" y="6333"/>
                  </a:cubicBezTo>
                  <a:lnTo>
                    <a:pt x="757" y="6333"/>
                  </a:lnTo>
                  <a:cubicBezTo>
                    <a:pt x="914" y="8979"/>
                    <a:pt x="3025" y="11059"/>
                    <a:pt x="5640" y="11216"/>
                  </a:cubicBezTo>
                  <a:lnTo>
                    <a:pt x="5640" y="11594"/>
                  </a:lnTo>
                  <a:cubicBezTo>
                    <a:pt x="5640" y="11783"/>
                    <a:pt x="5797" y="11941"/>
                    <a:pt x="5986" y="11941"/>
                  </a:cubicBezTo>
                  <a:cubicBezTo>
                    <a:pt x="6175" y="11941"/>
                    <a:pt x="6333" y="11783"/>
                    <a:pt x="6333" y="11594"/>
                  </a:cubicBezTo>
                  <a:lnTo>
                    <a:pt x="6333" y="11216"/>
                  </a:lnTo>
                  <a:cubicBezTo>
                    <a:pt x="8979" y="11059"/>
                    <a:pt x="11059" y="8916"/>
                    <a:pt x="11216" y="6333"/>
                  </a:cubicBezTo>
                  <a:lnTo>
                    <a:pt x="11626" y="6333"/>
                  </a:lnTo>
                  <a:cubicBezTo>
                    <a:pt x="11815" y="6333"/>
                    <a:pt x="11972" y="6175"/>
                    <a:pt x="11972" y="5986"/>
                  </a:cubicBezTo>
                  <a:cubicBezTo>
                    <a:pt x="11972" y="5766"/>
                    <a:pt x="11815" y="5608"/>
                    <a:pt x="11626" y="5608"/>
                  </a:cubicBezTo>
                  <a:lnTo>
                    <a:pt x="11216" y="5608"/>
                  </a:lnTo>
                  <a:cubicBezTo>
                    <a:pt x="11059" y="2993"/>
                    <a:pt x="8948" y="882"/>
                    <a:pt x="6333" y="725"/>
                  </a:cubicBezTo>
                  <a:lnTo>
                    <a:pt x="6333" y="347"/>
                  </a:lnTo>
                  <a:cubicBezTo>
                    <a:pt x="6333" y="158"/>
                    <a:pt x="6175" y="0"/>
                    <a:pt x="59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9" name="Google Shape;2059;p83"/>
          <p:cNvGrpSpPr/>
          <p:nvPr/>
        </p:nvGrpSpPr>
        <p:grpSpPr>
          <a:xfrm>
            <a:off x="1669795" y="3439853"/>
            <a:ext cx="355258" cy="355288"/>
            <a:chOff x="-44924250" y="3206000"/>
            <a:chExt cx="300100" cy="300125"/>
          </a:xfrm>
        </p:grpSpPr>
        <p:sp>
          <p:nvSpPr>
            <p:cNvPr id="2060" name="Google Shape;2060;p83"/>
            <p:cNvSpPr/>
            <p:nvPr/>
          </p:nvSpPr>
          <p:spPr>
            <a:xfrm>
              <a:off x="-44747025" y="3365100"/>
              <a:ext cx="122875" cy="87450"/>
            </a:xfrm>
            <a:custGeom>
              <a:avLst/>
              <a:gdLst/>
              <a:ahLst/>
              <a:cxnLst/>
              <a:rect l="l" t="t" r="r" b="b"/>
              <a:pathLst>
                <a:path w="4915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4915" y="3498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83"/>
            <p:cNvSpPr/>
            <p:nvPr/>
          </p:nvSpPr>
          <p:spPr>
            <a:xfrm>
              <a:off x="-44747025" y="3470650"/>
              <a:ext cx="122875" cy="35475"/>
            </a:xfrm>
            <a:custGeom>
              <a:avLst/>
              <a:gdLst/>
              <a:ahLst/>
              <a:cxnLst/>
              <a:rect l="l" t="t" r="r" b="b"/>
              <a:pathLst>
                <a:path w="4915" h="1419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946"/>
                    <a:pt x="473" y="1418"/>
                    <a:pt x="1071" y="1418"/>
                  </a:cubicBezTo>
                  <a:lnTo>
                    <a:pt x="3875" y="1418"/>
                  </a:lnTo>
                  <a:cubicBezTo>
                    <a:pt x="4442" y="1418"/>
                    <a:pt x="4915" y="946"/>
                    <a:pt x="4915" y="347"/>
                  </a:cubicBezTo>
                  <a:lnTo>
                    <a:pt x="4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83"/>
            <p:cNvSpPr/>
            <p:nvPr/>
          </p:nvSpPr>
          <p:spPr>
            <a:xfrm>
              <a:off x="-44747025" y="3313125"/>
              <a:ext cx="122875" cy="35475"/>
            </a:xfrm>
            <a:custGeom>
              <a:avLst/>
              <a:gdLst/>
              <a:ahLst/>
              <a:cxnLst/>
              <a:rect l="l" t="t" r="r" b="b"/>
              <a:pathLst>
                <a:path w="4915" h="1419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lnTo>
                    <a:pt x="0" y="1418"/>
                  </a:lnTo>
                  <a:lnTo>
                    <a:pt x="4915" y="1418"/>
                  </a:lnTo>
                  <a:lnTo>
                    <a:pt x="4915" y="1072"/>
                  </a:lnTo>
                  <a:cubicBezTo>
                    <a:pt x="4915" y="473"/>
                    <a:pt x="4442" y="1"/>
                    <a:pt x="38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83"/>
            <p:cNvSpPr/>
            <p:nvPr/>
          </p:nvSpPr>
          <p:spPr>
            <a:xfrm>
              <a:off x="-44924250" y="3384000"/>
              <a:ext cx="159125" cy="69350"/>
            </a:xfrm>
            <a:custGeom>
              <a:avLst/>
              <a:gdLst/>
              <a:ahLst/>
              <a:cxnLst/>
              <a:rect l="l" t="t" r="r" b="b"/>
              <a:pathLst>
                <a:path w="6365" h="2774" extrusionOk="0">
                  <a:moveTo>
                    <a:pt x="1" y="1"/>
                  </a:moveTo>
                  <a:lnTo>
                    <a:pt x="1" y="316"/>
                  </a:lnTo>
                  <a:lnTo>
                    <a:pt x="32" y="316"/>
                  </a:lnTo>
                  <a:cubicBezTo>
                    <a:pt x="32" y="915"/>
                    <a:pt x="505" y="1387"/>
                    <a:pt x="1103" y="1387"/>
                  </a:cubicBezTo>
                  <a:lnTo>
                    <a:pt x="4254" y="1387"/>
                  </a:lnTo>
                  <a:lnTo>
                    <a:pt x="4254" y="2080"/>
                  </a:lnTo>
                  <a:lnTo>
                    <a:pt x="3183" y="2080"/>
                  </a:lnTo>
                  <a:cubicBezTo>
                    <a:pt x="2994" y="2080"/>
                    <a:pt x="2836" y="2238"/>
                    <a:pt x="2836" y="2427"/>
                  </a:cubicBezTo>
                  <a:cubicBezTo>
                    <a:pt x="2836" y="2647"/>
                    <a:pt x="2994" y="2773"/>
                    <a:pt x="3183" y="2773"/>
                  </a:cubicBezTo>
                  <a:lnTo>
                    <a:pt x="6365" y="2773"/>
                  </a:lnTo>
                  <a:lnTo>
                    <a:pt x="63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83"/>
            <p:cNvSpPr/>
            <p:nvPr/>
          </p:nvSpPr>
          <p:spPr>
            <a:xfrm>
              <a:off x="-44924250" y="3206000"/>
              <a:ext cx="264675" cy="159125"/>
            </a:xfrm>
            <a:custGeom>
              <a:avLst/>
              <a:gdLst/>
              <a:ahLst/>
              <a:cxnLst/>
              <a:rect l="l" t="t" r="r" b="b"/>
              <a:pathLst>
                <a:path w="10587" h="6365" extrusionOk="0">
                  <a:moveTo>
                    <a:pt x="1072" y="1"/>
                  </a:moveTo>
                  <a:cubicBezTo>
                    <a:pt x="473" y="1"/>
                    <a:pt x="1" y="473"/>
                    <a:pt x="1" y="1041"/>
                  </a:cubicBezTo>
                  <a:lnTo>
                    <a:pt x="1" y="6365"/>
                  </a:lnTo>
                  <a:lnTo>
                    <a:pt x="6365" y="6365"/>
                  </a:lnTo>
                  <a:lnTo>
                    <a:pt x="6365" y="5357"/>
                  </a:lnTo>
                  <a:cubicBezTo>
                    <a:pt x="6365" y="4349"/>
                    <a:pt x="7152" y="3561"/>
                    <a:pt x="8160" y="3561"/>
                  </a:cubicBezTo>
                  <a:lnTo>
                    <a:pt x="10586" y="3561"/>
                  </a:lnTo>
                  <a:lnTo>
                    <a:pt x="10586" y="1041"/>
                  </a:lnTo>
                  <a:cubicBezTo>
                    <a:pt x="10586" y="473"/>
                    <a:pt x="10114" y="1"/>
                    <a:pt x="95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5" name="Google Shape;2065;p83"/>
          <p:cNvGrpSpPr/>
          <p:nvPr/>
        </p:nvGrpSpPr>
        <p:grpSpPr>
          <a:xfrm>
            <a:off x="1153060" y="1843738"/>
            <a:ext cx="355258" cy="355258"/>
            <a:chOff x="-50134375" y="3183175"/>
            <a:chExt cx="300100" cy="300100"/>
          </a:xfrm>
        </p:grpSpPr>
        <p:sp>
          <p:nvSpPr>
            <p:cNvPr id="2066" name="Google Shape;2066;p83"/>
            <p:cNvSpPr/>
            <p:nvPr/>
          </p:nvSpPr>
          <p:spPr>
            <a:xfrm>
              <a:off x="-50134375" y="3270600"/>
              <a:ext cx="87450" cy="53575"/>
            </a:xfrm>
            <a:custGeom>
              <a:avLst/>
              <a:gdLst/>
              <a:ahLst/>
              <a:cxnLst/>
              <a:rect l="l" t="t" r="r" b="b"/>
              <a:pathLst>
                <a:path w="3498" h="2143" extrusionOk="0">
                  <a:moveTo>
                    <a:pt x="0" y="0"/>
                  </a:moveTo>
                  <a:lnTo>
                    <a:pt x="0" y="2143"/>
                  </a:lnTo>
                  <a:lnTo>
                    <a:pt x="3497" y="2143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83"/>
            <p:cNvSpPr/>
            <p:nvPr/>
          </p:nvSpPr>
          <p:spPr>
            <a:xfrm>
              <a:off x="-50134375" y="3340700"/>
              <a:ext cx="87450" cy="54375"/>
            </a:xfrm>
            <a:custGeom>
              <a:avLst/>
              <a:gdLst/>
              <a:ahLst/>
              <a:cxnLst/>
              <a:rect l="l" t="t" r="r" b="b"/>
              <a:pathLst>
                <a:path w="3498" h="2175" extrusionOk="0">
                  <a:moveTo>
                    <a:pt x="0" y="0"/>
                  </a:moveTo>
                  <a:lnTo>
                    <a:pt x="0" y="2174"/>
                  </a:lnTo>
                  <a:cubicBezTo>
                    <a:pt x="441" y="1701"/>
                    <a:pt x="1071" y="1418"/>
                    <a:pt x="1765" y="1418"/>
                  </a:cubicBezTo>
                  <a:cubicBezTo>
                    <a:pt x="2426" y="1418"/>
                    <a:pt x="3056" y="1670"/>
                    <a:pt x="3497" y="2174"/>
                  </a:cubicBez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83"/>
            <p:cNvSpPr/>
            <p:nvPr/>
          </p:nvSpPr>
          <p:spPr>
            <a:xfrm>
              <a:off x="-50134375" y="3183175"/>
              <a:ext cx="87450" cy="70125"/>
            </a:xfrm>
            <a:custGeom>
              <a:avLst/>
              <a:gdLst/>
              <a:ahLst/>
              <a:cxnLst/>
              <a:rect l="l" t="t" r="r" b="b"/>
              <a:pathLst>
                <a:path w="3498" h="280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804"/>
                  </a:lnTo>
                  <a:lnTo>
                    <a:pt x="3497" y="2804"/>
                  </a:lnTo>
                  <a:lnTo>
                    <a:pt x="3497" y="347"/>
                  </a:ln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83"/>
            <p:cNvSpPr/>
            <p:nvPr/>
          </p:nvSpPr>
          <p:spPr>
            <a:xfrm>
              <a:off x="-50028050" y="3363525"/>
              <a:ext cx="37050" cy="75650"/>
            </a:xfrm>
            <a:custGeom>
              <a:avLst/>
              <a:gdLst/>
              <a:ahLst/>
              <a:cxnLst/>
              <a:rect l="l" t="t" r="r" b="b"/>
              <a:pathLst>
                <a:path w="1482" h="3026" extrusionOk="0">
                  <a:moveTo>
                    <a:pt x="0" y="1"/>
                  </a:moveTo>
                  <a:lnTo>
                    <a:pt x="0" y="3025"/>
                  </a:lnTo>
                  <a:lnTo>
                    <a:pt x="1481" y="14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83"/>
            <p:cNvSpPr/>
            <p:nvPr/>
          </p:nvSpPr>
          <p:spPr>
            <a:xfrm>
              <a:off x="-50028050" y="3287125"/>
              <a:ext cx="88225" cy="101625"/>
            </a:xfrm>
            <a:custGeom>
              <a:avLst/>
              <a:gdLst/>
              <a:ahLst/>
              <a:cxnLst/>
              <a:rect l="l" t="t" r="r" b="b"/>
              <a:pathLst>
                <a:path w="3529" h="4065" extrusionOk="0">
                  <a:moveTo>
                    <a:pt x="1072" y="1"/>
                  </a:moveTo>
                  <a:lnTo>
                    <a:pt x="0" y="1104"/>
                  </a:lnTo>
                  <a:lnTo>
                    <a:pt x="0" y="2049"/>
                  </a:lnTo>
                  <a:lnTo>
                    <a:pt x="2017" y="4065"/>
                  </a:lnTo>
                  <a:lnTo>
                    <a:pt x="3529" y="2490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83"/>
            <p:cNvSpPr/>
            <p:nvPr/>
          </p:nvSpPr>
          <p:spPr>
            <a:xfrm>
              <a:off x="-49988675" y="3225700"/>
              <a:ext cx="111875" cy="111875"/>
            </a:xfrm>
            <a:custGeom>
              <a:avLst/>
              <a:gdLst/>
              <a:ahLst/>
              <a:cxnLst/>
              <a:rect l="l" t="t" r="r" b="b"/>
              <a:pathLst>
                <a:path w="4475" h="4475" extrusionOk="0">
                  <a:moveTo>
                    <a:pt x="2155" y="0"/>
                  </a:moveTo>
                  <a:cubicBezTo>
                    <a:pt x="2064" y="0"/>
                    <a:pt x="1970" y="32"/>
                    <a:pt x="1891" y="95"/>
                  </a:cubicBezTo>
                  <a:lnTo>
                    <a:pt x="1" y="1985"/>
                  </a:lnTo>
                  <a:lnTo>
                    <a:pt x="2490" y="4474"/>
                  </a:lnTo>
                  <a:lnTo>
                    <a:pt x="4380" y="2584"/>
                  </a:lnTo>
                  <a:cubicBezTo>
                    <a:pt x="4474" y="2458"/>
                    <a:pt x="4474" y="2237"/>
                    <a:pt x="4380" y="2080"/>
                  </a:cubicBezTo>
                  <a:lnTo>
                    <a:pt x="2395" y="95"/>
                  </a:lnTo>
                  <a:cubicBezTo>
                    <a:pt x="2332" y="32"/>
                    <a:pt x="2245" y="0"/>
                    <a:pt x="2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83"/>
            <p:cNvSpPr/>
            <p:nvPr/>
          </p:nvSpPr>
          <p:spPr>
            <a:xfrm>
              <a:off x="-50134375" y="3395050"/>
              <a:ext cx="89025" cy="88225"/>
            </a:xfrm>
            <a:custGeom>
              <a:avLst/>
              <a:gdLst/>
              <a:ahLst/>
              <a:cxnLst/>
              <a:rect l="l" t="t" r="r" b="b"/>
              <a:pathLst>
                <a:path w="3561" h="3529" extrusionOk="0">
                  <a:moveTo>
                    <a:pt x="1765" y="1418"/>
                  </a:moveTo>
                  <a:cubicBezTo>
                    <a:pt x="1985" y="1418"/>
                    <a:pt x="2111" y="1575"/>
                    <a:pt x="2111" y="1764"/>
                  </a:cubicBezTo>
                  <a:cubicBezTo>
                    <a:pt x="2111" y="1953"/>
                    <a:pt x="1985" y="2111"/>
                    <a:pt x="1765" y="2111"/>
                  </a:cubicBezTo>
                  <a:cubicBezTo>
                    <a:pt x="1576" y="2111"/>
                    <a:pt x="1418" y="1953"/>
                    <a:pt x="1418" y="1764"/>
                  </a:cubicBezTo>
                  <a:cubicBezTo>
                    <a:pt x="1418" y="1575"/>
                    <a:pt x="1576" y="1418"/>
                    <a:pt x="1765" y="1418"/>
                  </a:cubicBezTo>
                  <a:close/>
                  <a:moveTo>
                    <a:pt x="1765" y="0"/>
                  </a:moveTo>
                  <a:cubicBezTo>
                    <a:pt x="788" y="0"/>
                    <a:pt x="0" y="788"/>
                    <a:pt x="0" y="1764"/>
                  </a:cubicBezTo>
                  <a:cubicBezTo>
                    <a:pt x="0" y="2741"/>
                    <a:pt x="788" y="3529"/>
                    <a:pt x="1765" y="3529"/>
                  </a:cubicBezTo>
                  <a:cubicBezTo>
                    <a:pt x="2773" y="3529"/>
                    <a:pt x="3560" y="2741"/>
                    <a:pt x="3560" y="1764"/>
                  </a:cubicBezTo>
                  <a:cubicBezTo>
                    <a:pt x="3497" y="788"/>
                    <a:pt x="2710" y="0"/>
                    <a:pt x="17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83"/>
            <p:cNvSpPr/>
            <p:nvPr/>
          </p:nvSpPr>
          <p:spPr>
            <a:xfrm>
              <a:off x="-50045375" y="3428900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2111" y="1"/>
                  </a:moveTo>
                  <a:lnTo>
                    <a:pt x="0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83"/>
            <p:cNvSpPr/>
            <p:nvPr/>
          </p:nvSpPr>
          <p:spPr>
            <a:xfrm>
              <a:off x="-49975275" y="3395050"/>
              <a:ext cx="52775" cy="87450"/>
            </a:xfrm>
            <a:custGeom>
              <a:avLst/>
              <a:gdLst/>
              <a:ahLst/>
              <a:cxnLst/>
              <a:rect l="l" t="t" r="r" b="b"/>
              <a:pathLst>
                <a:path w="2111" h="3498" extrusionOk="0">
                  <a:moveTo>
                    <a:pt x="693" y="0"/>
                  </a:moveTo>
                  <a:lnTo>
                    <a:pt x="0" y="662"/>
                  </a:lnTo>
                  <a:lnTo>
                    <a:pt x="0" y="3497"/>
                  </a:lnTo>
                  <a:lnTo>
                    <a:pt x="2111" y="3497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83"/>
            <p:cNvSpPr/>
            <p:nvPr/>
          </p:nvSpPr>
          <p:spPr>
            <a:xfrm>
              <a:off x="-49905175" y="3395050"/>
              <a:ext cx="70900" cy="87450"/>
            </a:xfrm>
            <a:custGeom>
              <a:avLst/>
              <a:gdLst/>
              <a:ahLst/>
              <a:cxnLst/>
              <a:rect l="l" t="t" r="r" b="b"/>
              <a:pathLst>
                <a:path w="2836" h="3498" extrusionOk="0">
                  <a:moveTo>
                    <a:pt x="0" y="0"/>
                  </a:moveTo>
                  <a:lnTo>
                    <a:pt x="0" y="3497"/>
                  </a:lnTo>
                  <a:lnTo>
                    <a:pt x="2489" y="3497"/>
                  </a:lnTo>
                  <a:cubicBezTo>
                    <a:pt x="2678" y="3497"/>
                    <a:pt x="2836" y="3340"/>
                    <a:pt x="2836" y="3151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6" name="Google Shape;2076;p83"/>
          <p:cNvGrpSpPr/>
          <p:nvPr/>
        </p:nvGrpSpPr>
        <p:grpSpPr>
          <a:xfrm>
            <a:off x="1151435" y="2948463"/>
            <a:ext cx="355258" cy="355288"/>
            <a:chOff x="-50134375" y="3550975"/>
            <a:chExt cx="300100" cy="300125"/>
          </a:xfrm>
        </p:grpSpPr>
        <p:sp>
          <p:nvSpPr>
            <p:cNvPr id="2077" name="Google Shape;2077;p83"/>
            <p:cNvSpPr/>
            <p:nvPr/>
          </p:nvSpPr>
          <p:spPr>
            <a:xfrm>
              <a:off x="-50134375" y="3550975"/>
              <a:ext cx="300100" cy="300125"/>
            </a:xfrm>
            <a:custGeom>
              <a:avLst/>
              <a:gdLst/>
              <a:ahLst/>
              <a:cxnLst/>
              <a:rect l="l" t="t" r="r" b="b"/>
              <a:pathLst>
                <a:path w="12004" h="12005" extrusionOk="0">
                  <a:moveTo>
                    <a:pt x="9893" y="1419"/>
                  </a:moveTo>
                  <a:lnTo>
                    <a:pt x="9893" y="1797"/>
                  </a:lnTo>
                  <a:cubicBezTo>
                    <a:pt x="9893" y="1986"/>
                    <a:pt x="10050" y="2143"/>
                    <a:pt x="10239" y="2143"/>
                  </a:cubicBezTo>
                  <a:lnTo>
                    <a:pt x="10586" y="2143"/>
                  </a:lnTo>
                  <a:lnTo>
                    <a:pt x="10586" y="9893"/>
                  </a:lnTo>
                  <a:lnTo>
                    <a:pt x="10239" y="9893"/>
                  </a:lnTo>
                  <a:cubicBezTo>
                    <a:pt x="10050" y="9893"/>
                    <a:pt x="9893" y="10051"/>
                    <a:pt x="9893" y="10240"/>
                  </a:cubicBezTo>
                  <a:lnTo>
                    <a:pt x="9893" y="10587"/>
                  </a:lnTo>
                  <a:lnTo>
                    <a:pt x="2143" y="10587"/>
                  </a:lnTo>
                  <a:lnTo>
                    <a:pt x="2143" y="10240"/>
                  </a:lnTo>
                  <a:cubicBezTo>
                    <a:pt x="2143" y="10051"/>
                    <a:pt x="1985" y="9893"/>
                    <a:pt x="1765" y="9893"/>
                  </a:cubicBezTo>
                  <a:lnTo>
                    <a:pt x="1418" y="9893"/>
                  </a:lnTo>
                  <a:lnTo>
                    <a:pt x="1418" y="2143"/>
                  </a:lnTo>
                  <a:lnTo>
                    <a:pt x="1765" y="2143"/>
                  </a:lnTo>
                  <a:cubicBezTo>
                    <a:pt x="1985" y="2143"/>
                    <a:pt x="2143" y="1986"/>
                    <a:pt x="2143" y="1797"/>
                  </a:cubicBezTo>
                  <a:lnTo>
                    <a:pt x="2143" y="1419"/>
                  </a:lnTo>
                  <a:close/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97"/>
                  </a:lnTo>
                  <a:cubicBezTo>
                    <a:pt x="0" y="1986"/>
                    <a:pt x="158" y="2143"/>
                    <a:pt x="347" y="2143"/>
                  </a:cubicBezTo>
                  <a:lnTo>
                    <a:pt x="693" y="2143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1"/>
                    <a:pt x="0" y="10240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47" y="12004"/>
                  </a:cubicBezTo>
                  <a:lnTo>
                    <a:pt x="1765" y="12004"/>
                  </a:lnTo>
                  <a:cubicBezTo>
                    <a:pt x="1985" y="12004"/>
                    <a:pt x="2111" y="11847"/>
                    <a:pt x="2111" y="11658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8"/>
                  </a:lnTo>
                  <a:cubicBezTo>
                    <a:pt x="9893" y="11847"/>
                    <a:pt x="10050" y="12004"/>
                    <a:pt x="10239" y="12004"/>
                  </a:cubicBezTo>
                  <a:lnTo>
                    <a:pt x="11657" y="12004"/>
                  </a:lnTo>
                  <a:cubicBezTo>
                    <a:pt x="11846" y="12004"/>
                    <a:pt x="12004" y="11847"/>
                    <a:pt x="12004" y="11658"/>
                  </a:cubicBezTo>
                  <a:lnTo>
                    <a:pt x="12004" y="10240"/>
                  </a:lnTo>
                  <a:cubicBezTo>
                    <a:pt x="12004" y="10051"/>
                    <a:pt x="11846" y="9893"/>
                    <a:pt x="11657" y="9893"/>
                  </a:cubicBezTo>
                  <a:lnTo>
                    <a:pt x="11311" y="9893"/>
                  </a:lnTo>
                  <a:lnTo>
                    <a:pt x="11311" y="2143"/>
                  </a:lnTo>
                  <a:lnTo>
                    <a:pt x="11657" y="2143"/>
                  </a:lnTo>
                  <a:cubicBezTo>
                    <a:pt x="11846" y="2143"/>
                    <a:pt x="12004" y="1986"/>
                    <a:pt x="12004" y="1797"/>
                  </a:cubicBezTo>
                  <a:lnTo>
                    <a:pt x="12004" y="348"/>
                  </a:lnTo>
                  <a:cubicBezTo>
                    <a:pt x="12004" y="159"/>
                    <a:pt x="11846" y="1"/>
                    <a:pt x="11657" y="1"/>
                  </a:cubicBezTo>
                  <a:lnTo>
                    <a:pt x="10239" y="1"/>
                  </a:lnTo>
                  <a:cubicBezTo>
                    <a:pt x="10050" y="1"/>
                    <a:pt x="9893" y="159"/>
                    <a:pt x="9893" y="348"/>
                  </a:cubicBezTo>
                  <a:lnTo>
                    <a:pt x="9893" y="726"/>
                  </a:lnTo>
                  <a:lnTo>
                    <a:pt x="2111" y="726"/>
                  </a:lnTo>
                  <a:lnTo>
                    <a:pt x="2111" y="348"/>
                  </a:lnTo>
                  <a:cubicBezTo>
                    <a:pt x="2111" y="159"/>
                    <a:pt x="1985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83"/>
            <p:cNvSpPr/>
            <p:nvPr/>
          </p:nvSpPr>
          <p:spPr>
            <a:xfrm>
              <a:off x="-50054825" y="3603750"/>
              <a:ext cx="141800" cy="194575"/>
            </a:xfrm>
            <a:custGeom>
              <a:avLst/>
              <a:gdLst/>
              <a:ahLst/>
              <a:cxnLst/>
              <a:rect l="l" t="t" r="r" b="b"/>
              <a:pathLst>
                <a:path w="5672" h="7783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65"/>
                  </a:lnTo>
                  <a:cubicBezTo>
                    <a:pt x="0" y="1873"/>
                    <a:pt x="74" y="1922"/>
                    <a:pt x="151" y="1922"/>
                  </a:cubicBezTo>
                  <a:cubicBezTo>
                    <a:pt x="186" y="1922"/>
                    <a:pt x="222" y="1911"/>
                    <a:pt x="252" y="1891"/>
                  </a:cubicBezTo>
                  <a:lnTo>
                    <a:pt x="725" y="1419"/>
                  </a:lnTo>
                  <a:lnTo>
                    <a:pt x="2143" y="1419"/>
                  </a:lnTo>
                  <a:lnTo>
                    <a:pt x="2143" y="7089"/>
                  </a:lnTo>
                  <a:lnTo>
                    <a:pt x="1670" y="7562"/>
                  </a:lnTo>
                  <a:cubicBezTo>
                    <a:pt x="1576" y="7625"/>
                    <a:pt x="1670" y="7782"/>
                    <a:pt x="1765" y="7782"/>
                  </a:cubicBezTo>
                  <a:lnTo>
                    <a:pt x="3907" y="7782"/>
                  </a:lnTo>
                  <a:cubicBezTo>
                    <a:pt x="4064" y="7782"/>
                    <a:pt x="4096" y="7625"/>
                    <a:pt x="4033" y="7562"/>
                  </a:cubicBezTo>
                  <a:lnTo>
                    <a:pt x="3560" y="7089"/>
                  </a:lnTo>
                  <a:lnTo>
                    <a:pt x="3560" y="1419"/>
                  </a:lnTo>
                  <a:lnTo>
                    <a:pt x="4978" y="1419"/>
                  </a:lnTo>
                  <a:lnTo>
                    <a:pt x="5451" y="1891"/>
                  </a:lnTo>
                  <a:cubicBezTo>
                    <a:pt x="5467" y="1908"/>
                    <a:pt x="5491" y="1916"/>
                    <a:pt x="5517" y="1916"/>
                  </a:cubicBezTo>
                  <a:cubicBezTo>
                    <a:pt x="5587" y="1916"/>
                    <a:pt x="5671" y="1857"/>
                    <a:pt x="5671" y="1765"/>
                  </a:cubicBezTo>
                  <a:lnTo>
                    <a:pt x="5671" y="347"/>
                  </a:lnTo>
                  <a:cubicBezTo>
                    <a:pt x="5671" y="158"/>
                    <a:pt x="5514" y="1"/>
                    <a:pt x="53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9" name="Google Shape;2079;p83"/>
          <p:cNvGrpSpPr/>
          <p:nvPr/>
        </p:nvGrpSpPr>
        <p:grpSpPr>
          <a:xfrm>
            <a:off x="3758440" y="1843738"/>
            <a:ext cx="357123" cy="355258"/>
            <a:chOff x="-48262200" y="3200500"/>
            <a:chExt cx="301675" cy="300100"/>
          </a:xfrm>
        </p:grpSpPr>
        <p:sp>
          <p:nvSpPr>
            <p:cNvPr id="2080" name="Google Shape;2080;p83"/>
            <p:cNvSpPr/>
            <p:nvPr/>
          </p:nvSpPr>
          <p:spPr>
            <a:xfrm>
              <a:off x="-48191325" y="32887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72" y="1"/>
                  </a:moveTo>
                  <a:cubicBezTo>
                    <a:pt x="474" y="1"/>
                    <a:pt x="1" y="473"/>
                    <a:pt x="1" y="1041"/>
                  </a:cubicBezTo>
                  <a:cubicBezTo>
                    <a:pt x="1" y="1513"/>
                    <a:pt x="285" y="1891"/>
                    <a:pt x="726" y="2049"/>
                  </a:cubicBezTo>
                  <a:lnTo>
                    <a:pt x="726" y="1041"/>
                  </a:lnTo>
                  <a:cubicBezTo>
                    <a:pt x="726" y="852"/>
                    <a:pt x="883" y="694"/>
                    <a:pt x="1072" y="694"/>
                  </a:cubicBezTo>
                  <a:lnTo>
                    <a:pt x="2049" y="694"/>
                  </a:lnTo>
                  <a:cubicBezTo>
                    <a:pt x="1891" y="253"/>
                    <a:pt x="1513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83"/>
            <p:cNvSpPr/>
            <p:nvPr/>
          </p:nvSpPr>
          <p:spPr>
            <a:xfrm>
              <a:off x="-48155875" y="33241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1"/>
                  </a:moveTo>
                  <a:lnTo>
                    <a:pt x="1" y="631"/>
                  </a:lnTo>
                  <a:cubicBezTo>
                    <a:pt x="284" y="505"/>
                    <a:pt x="536" y="253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83"/>
            <p:cNvSpPr/>
            <p:nvPr/>
          </p:nvSpPr>
          <p:spPr>
            <a:xfrm>
              <a:off x="-48085775" y="3206000"/>
              <a:ext cx="47275" cy="47300"/>
            </a:xfrm>
            <a:custGeom>
              <a:avLst/>
              <a:gdLst/>
              <a:ahLst/>
              <a:cxnLst/>
              <a:rect l="l" t="t" r="r" b="b"/>
              <a:pathLst>
                <a:path w="1891" h="1892" extrusionOk="0">
                  <a:moveTo>
                    <a:pt x="1" y="1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83"/>
            <p:cNvSpPr/>
            <p:nvPr/>
          </p:nvSpPr>
          <p:spPr>
            <a:xfrm>
              <a:off x="-48262200" y="3200500"/>
              <a:ext cx="228425" cy="300100"/>
            </a:xfrm>
            <a:custGeom>
              <a:avLst/>
              <a:gdLst/>
              <a:ahLst/>
              <a:cxnLst/>
              <a:rect l="l" t="t" r="r" b="b"/>
              <a:pathLst>
                <a:path w="9137" h="12004" extrusionOk="0">
                  <a:moveTo>
                    <a:pt x="3907" y="2773"/>
                  </a:moveTo>
                  <a:cubicBezTo>
                    <a:pt x="4789" y="2773"/>
                    <a:pt x="5482" y="3371"/>
                    <a:pt x="5640" y="4190"/>
                  </a:cubicBezTo>
                  <a:lnTo>
                    <a:pt x="6743" y="4190"/>
                  </a:lnTo>
                  <a:cubicBezTo>
                    <a:pt x="6900" y="4222"/>
                    <a:pt x="7058" y="4380"/>
                    <a:pt x="7058" y="4569"/>
                  </a:cubicBezTo>
                  <a:lnTo>
                    <a:pt x="7058" y="7372"/>
                  </a:lnTo>
                  <a:cubicBezTo>
                    <a:pt x="7058" y="7562"/>
                    <a:pt x="6900" y="7719"/>
                    <a:pt x="6711" y="7719"/>
                  </a:cubicBezTo>
                  <a:lnTo>
                    <a:pt x="3907" y="7719"/>
                  </a:lnTo>
                  <a:cubicBezTo>
                    <a:pt x="3718" y="7719"/>
                    <a:pt x="3561" y="7562"/>
                    <a:pt x="3561" y="7372"/>
                  </a:cubicBezTo>
                  <a:lnTo>
                    <a:pt x="3561" y="6270"/>
                  </a:lnTo>
                  <a:cubicBezTo>
                    <a:pt x="2773" y="6112"/>
                    <a:pt x="2143" y="5419"/>
                    <a:pt x="2143" y="4537"/>
                  </a:cubicBezTo>
                  <a:cubicBezTo>
                    <a:pt x="2143" y="3560"/>
                    <a:pt x="2931" y="2773"/>
                    <a:pt x="3907" y="2773"/>
                  </a:cubicBezTo>
                  <a:close/>
                  <a:moveTo>
                    <a:pt x="5293" y="8475"/>
                  </a:moveTo>
                  <a:cubicBezTo>
                    <a:pt x="5482" y="8475"/>
                    <a:pt x="5640" y="8633"/>
                    <a:pt x="5640" y="8822"/>
                  </a:cubicBezTo>
                  <a:cubicBezTo>
                    <a:pt x="5640" y="9042"/>
                    <a:pt x="5482" y="9200"/>
                    <a:pt x="5293" y="9200"/>
                  </a:cubicBezTo>
                  <a:lnTo>
                    <a:pt x="2489" y="9200"/>
                  </a:lnTo>
                  <a:cubicBezTo>
                    <a:pt x="2300" y="9200"/>
                    <a:pt x="2143" y="9042"/>
                    <a:pt x="2143" y="8822"/>
                  </a:cubicBezTo>
                  <a:cubicBezTo>
                    <a:pt x="2143" y="8633"/>
                    <a:pt x="2300" y="8475"/>
                    <a:pt x="2489" y="8475"/>
                  </a:cubicBezTo>
                  <a:close/>
                  <a:moveTo>
                    <a:pt x="6711" y="8475"/>
                  </a:moveTo>
                  <a:cubicBezTo>
                    <a:pt x="6900" y="8475"/>
                    <a:pt x="7058" y="8633"/>
                    <a:pt x="7058" y="8822"/>
                  </a:cubicBezTo>
                  <a:cubicBezTo>
                    <a:pt x="7058" y="9042"/>
                    <a:pt x="6900" y="9200"/>
                    <a:pt x="6711" y="9200"/>
                  </a:cubicBezTo>
                  <a:cubicBezTo>
                    <a:pt x="6522" y="9200"/>
                    <a:pt x="6365" y="9042"/>
                    <a:pt x="6365" y="8822"/>
                  </a:cubicBezTo>
                  <a:cubicBezTo>
                    <a:pt x="6365" y="8633"/>
                    <a:pt x="6522" y="8475"/>
                    <a:pt x="6711" y="8475"/>
                  </a:cubicBezTo>
                  <a:close/>
                  <a:moveTo>
                    <a:pt x="6711" y="9893"/>
                  </a:moveTo>
                  <a:cubicBezTo>
                    <a:pt x="6900" y="9893"/>
                    <a:pt x="7058" y="10050"/>
                    <a:pt x="7058" y="10239"/>
                  </a:cubicBezTo>
                  <a:cubicBezTo>
                    <a:pt x="7058" y="10428"/>
                    <a:pt x="6900" y="10617"/>
                    <a:pt x="6711" y="10617"/>
                  </a:cubicBezTo>
                  <a:lnTo>
                    <a:pt x="2489" y="10617"/>
                  </a:lnTo>
                  <a:cubicBezTo>
                    <a:pt x="2300" y="10617"/>
                    <a:pt x="2143" y="10460"/>
                    <a:pt x="2143" y="10239"/>
                  </a:cubicBezTo>
                  <a:cubicBezTo>
                    <a:pt x="2143" y="10050"/>
                    <a:pt x="2300" y="9893"/>
                    <a:pt x="2489" y="9893"/>
                  </a:cubicBez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1657"/>
                  </a:lnTo>
                  <a:cubicBezTo>
                    <a:pt x="1" y="11878"/>
                    <a:pt x="158" y="12004"/>
                    <a:pt x="379" y="12004"/>
                  </a:cubicBezTo>
                  <a:lnTo>
                    <a:pt x="8790" y="12004"/>
                  </a:lnTo>
                  <a:cubicBezTo>
                    <a:pt x="8979" y="12004"/>
                    <a:pt x="9137" y="11878"/>
                    <a:pt x="9137" y="11657"/>
                  </a:cubicBezTo>
                  <a:lnTo>
                    <a:pt x="9137" y="2804"/>
                  </a:lnTo>
                  <a:lnTo>
                    <a:pt x="6711" y="2804"/>
                  </a:lnTo>
                  <a:cubicBezTo>
                    <a:pt x="6522" y="2804"/>
                    <a:pt x="6365" y="2647"/>
                    <a:pt x="6365" y="2458"/>
                  </a:cubicBezTo>
                  <a:lnTo>
                    <a:pt x="63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83"/>
            <p:cNvSpPr/>
            <p:nvPr/>
          </p:nvSpPr>
          <p:spPr>
            <a:xfrm>
              <a:off x="-48155075" y="3322575"/>
              <a:ext cx="52775" cy="53575"/>
            </a:xfrm>
            <a:custGeom>
              <a:avLst/>
              <a:gdLst/>
              <a:ahLst/>
              <a:cxnLst/>
              <a:rect l="l" t="t" r="r" b="b"/>
              <a:pathLst>
                <a:path w="2111" h="2143" extrusionOk="0">
                  <a:moveTo>
                    <a:pt x="1355" y="1"/>
                  </a:moveTo>
                  <a:cubicBezTo>
                    <a:pt x="1197" y="725"/>
                    <a:pt x="662" y="1261"/>
                    <a:pt x="0" y="1387"/>
                  </a:cubicBezTo>
                  <a:lnTo>
                    <a:pt x="0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83"/>
            <p:cNvSpPr/>
            <p:nvPr/>
          </p:nvSpPr>
          <p:spPr>
            <a:xfrm>
              <a:off x="-48014100" y="3417100"/>
              <a:ext cx="53575" cy="18125"/>
            </a:xfrm>
            <a:custGeom>
              <a:avLst/>
              <a:gdLst/>
              <a:ahLst/>
              <a:cxnLst/>
              <a:rect l="l" t="t" r="r" b="b"/>
              <a:pathLst>
                <a:path w="2143" h="725" extrusionOk="0">
                  <a:moveTo>
                    <a:pt x="1" y="0"/>
                  </a:moveTo>
                  <a:lnTo>
                    <a:pt x="1" y="725"/>
                  </a:lnTo>
                  <a:lnTo>
                    <a:pt x="2143" y="725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83"/>
            <p:cNvSpPr/>
            <p:nvPr/>
          </p:nvSpPr>
          <p:spPr>
            <a:xfrm>
              <a:off x="-48014100" y="3289500"/>
              <a:ext cx="53575" cy="110300"/>
            </a:xfrm>
            <a:custGeom>
              <a:avLst/>
              <a:gdLst/>
              <a:ahLst/>
              <a:cxnLst/>
              <a:rect l="l" t="t" r="r" b="b"/>
              <a:pathLst>
                <a:path w="2143" h="4412" extrusionOk="0">
                  <a:moveTo>
                    <a:pt x="1" y="0"/>
                  </a:moveTo>
                  <a:lnTo>
                    <a:pt x="1" y="4411"/>
                  </a:lnTo>
                  <a:lnTo>
                    <a:pt x="2143" y="4411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83"/>
            <p:cNvSpPr/>
            <p:nvPr/>
          </p:nvSpPr>
          <p:spPr>
            <a:xfrm>
              <a:off x="-48014100" y="3451750"/>
              <a:ext cx="53575" cy="48075"/>
            </a:xfrm>
            <a:custGeom>
              <a:avLst/>
              <a:gdLst/>
              <a:ahLst/>
              <a:cxnLst/>
              <a:rect l="l" t="t" r="r" b="b"/>
              <a:pathLst>
                <a:path w="2143" h="1923" extrusionOk="0">
                  <a:moveTo>
                    <a:pt x="1" y="0"/>
                  </a:moveTo>
                  <a:lnTo>
                    <a:pt x="1" y="883"/>
                  </a:lnTo>
                  <a:cubicBezTo>
                    <a:pt x="1" y="1450"/>
                    <a:pt x="473" y="1922"/>
                    <a:pt x="1072" y="1922"/>
                  </a:cubicBezTo>
                  <a:cubicBezTo>
                    <a:pt x="1670" y="1922"/>
                    <a:pt x="2143" y="1450"/>
                    <a:pt x="2143" y="883"/>
                  </a:cubicBez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83"/>
            <p:cNvSpPr/>
            <p:nvPr/>
          </p:nvSpPr>
          <p:spPr>
            <a:xfrm>
              <a:off x="-48011725" y="3220375"/>
              <a:ext cx="48050" cy="51025"/>
            </a:xfrm>
            <a:custGeom>
              <a:avLst/>
              <a:gdLst/>
              <a:ahLst/>
              <a:cxnLst/>
              <a:rect l="l" t="t" r="r" b="b"/>
              <a:pathLst>
                <a:path w="1922" h="2041" extrusionOk="0">
                  <a:moveTo>
                    <a:pt x="985" y="1"/>
                  </a:moveTo>
                  <a:cubicBezTo>
                    <a:pt x="843" y="1"/>
                    <a:pt x="693" y="72"/>
                    <a:pt x="630" y="213"/>
                  </a:cubicBezTo>
                  <a:lnTo>
                    <a:pt x="0" y="2041"/>
                  </a:lnTo>
                  <a:lnTo>
                    <a:pt x="1922" y="2041"/>
                  </a:lnTo>
                  <a:lnTo>
                    <a:pt x="1292" y="213"/>
                  </a:lnTo>
                  <a:cubicBezTo>
                    <a:pt x="1260" y="72"/>
                    <a:pt x="1126" y="1"/>
                    <a:pt x="9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9" name="Google Shape;2089;p83"/>
          <p:cNvGrpSpPr/>
          <p:nvPr/>
        </p:nvGrpSpPr>
        <p:grpSpPr>
          <a:xfrm>
            <a:off x="3786225" y="2404970"/>
            <a:ext cx="298377" cy="354519"/>
            <a:chOff x="-48233050" y="3569725"/>
            <a:chExt cx="252050" cy="299475"/>
          </a:xfrm>
        </p:grpSpPr>
        <p:sp>
          <p:nvSpPr>
            <p:cNvPr id="2090" name="Google Shape;2090;p83"/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83"/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83"/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3" name="Google Shape;2093;p83"/>
          <p:cNvGrpSpPr/>
          <p:nvPr/>
        </p:nvGrpSpPr>
        <p:grpSpPr>
          <a:xfrm>
            <a:off x="2186872" y="2404591"/>
            <a:ext cx="356205" cy="355258"/>
            <a:chOff x="-44914800" y="3560450"/>
            <a:chExt cx="300900" cy="300100"/>
          </a:xfrm>
        </p:grpSpPr>
        <p:sp>
          <p:nvSpPr>
            <p:cNvPr id="2094" name="Google Shape;2094;p83"/>
            <p:cNvSpPr/>
            <p:nvPr/>
          </p:nvSpPr>
          <p:spPr>
            <a:xfrm>
              <a:off x="-44914800" y="3560450"/>
              <a:ext cx="300900" cy="300100"/>
            </a:xfrm>
            <a:custGeom>
              <a:avLst/>
              <a:gdLst/>
              <a:ahLst/>
              <a:cxnLst/>
              <a:rect l="l" t="t" r="r" b="b"/>
              <a:pathLst>
                <a:path w="12036" h="12004" extrusionOk="0">
                  <a:moveTo>
                    <a:pt x="9893" y="1418"/>
                  </a:moveTo>
                  <a:lnTo>
                    <a:pt x="9893" y="1764"/>
                  </a:lnTo>
                  <a:cubicBezTo>
                    <a:pt x="9893" y="1953"/>
                    <a:pt x="10051" y="2111"/>
                    <a:pt x="10240" y="2111"/>
                  </a:cubicBezTo>
                  <a:lnTo>
                    <a:pt x="10618" y="2111"/>
                  </a:lnTo>
                  <a:lnTo>
                    <a:pt x="10618" y="9924"/>
                  </a:lnTo>
                  <a:lnTo>
                    <a:pt x="10240" y="9924"/>
                  </a:lnTo>
                  <a:cubicBezTo>
                    <a:pt x="10051" y="9924"/>
                    <a:pt x="9893" y="10082"/>
                    <a:pt x="9893" y="10271"/>
                  </a:cubicBezTo>
                  <a:lnTo>
                    <a:pt x="9893" y="10617"/>
                  </a:lnTo>
                  <a:lnTo>
                    <a:pt x="2143" y="10617"/>
                  </a:lnTo>
                  <a:lnTo>
                    <a:pt x="2143" y="10271"/>
                  </a:lnTo>
                  <a:cubicBezTo>
                    <a:pt x="2143" y="10082"/>
                    <a:pt x="1985" y="9924"/>
                    <a:pt x="1796" y="9924"/>
                  </a:cubicBezTo>
                  <a:lnTo>
                    <a:pt x="1450" y="9924"/>
                  </a:lnTo>
                  <a:lnTo>
                    <a:pt x="1450" y="2142"/>
                  </a:lnTo>
                  <a:lnTo>
                    <a:pt x="1796" y="2142"/>
                  </a:lnTo>
                  <a:cubicBezTo>
                    <a:pt x="1985" y="2142"/>
                    <a:pt x="2143" y="1985"/>
                    <a:pt x="2143" y="1796"/>
                  </a:cubicBezTo>
                  <a:lnTo>
                    <a:pt x="2143" y="1418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4"/>
                  </a:lnTo>
                  <a:cubicBezTo>
                    <a:pt x="1" y="1953"/>
                    <a:pt x="158" y="2111"/>
                    <a:pt x="379" y="2111"/>
                  </a:cubicBezTo>
                  <a:lnTo>
                    <a:pt x="725" y="2111"/>
                  </a:lnTo>
                  <a:lnTo>
                    <a:pt x="725" y="9861"/>
                  </a:lnTo>
                  <a:lnTo>
                    <a:pt x="379" y="9861"/>
                  </a:lnTo>
                  <a:cubicBezTo>
                    <a:pt x="158" y="9861"/>
                    <a:pt x="1" y="10019"/>
                    <a:pt x="1" y="10208"/>
                  </a:cubicBezTo>
                  <a:lnTo>
                    <a:pt x="1" y="11657"/>
                  </a:lnTo>
                  <a:cubicBezTo>
                    <a:pt x="1" y="11846"/>
                    <a:pt x="158" y="12003"/>
                    <a:pt x="379" y="12003"/>
                  </a:cubicBezTo>
                  <a:lnTo>
                    <a:pt x="1796" y="12003"/>
                  </a:lnTo>
                  <a:cubicBezTo>
                    <a:pt x="1985" y="12003"/>
                    <a:pt x="2143" y="11846"/>
                    <a:pt x="2143" y="11657"/>
                  </a:cubicBezTo>
                  <a:lnTo>
                    <a:pt x="2143" y="11279"/>
                  </a:lnTo>
                  <a:lnTo>
                    <a:pt x="9893" y="11279"/>
                  </a:lnTo>
                  <a:lnTo>
                    <a:pt x="9893" y="11657"/>
                  </a:lnTo>
                  <a:cubicBezTo>
                    <a:pt x="9893" y="11846"/>
                    <a:pt x="10051" y="12003"/>
                    <a:pt x="10240" y="12003"/>
                  </a:cubicBezTo>
                  <a:lnTo>
                    <a:pt x="11657" y="12003"/>
                  </a:lnTo>
                  <a:cubicBezTo>
                    <a:pt x="11878" y="12003"/>
                    <a:pt x="12036" y="11846"/>
                    <a:pt x="12036" y="11657"/>
                  </a:cubicBezTo>
                  <a:lnTo>
                    <a:pt x="12036" y="10208"/>
                  </a:lnTo>
                  <a:cubicBezTo>
                    <a:pt x="12036" y="10019"/>
                    <a:pt x="11878" y="9861"/>
                    <a:pt x="11657" y="9861"/>
                  </a:cubicBezTo>
                  <a:lnTo>
                    <a:pt x="11311" y="9861"/>
                  </a:lnTo>
                  <a:lnTo>
                    <a:pt x="11311" y="2111"/>
                  </a:lnTo>
                  <a:lnTo>
                    <a:pt x="11657" y="2111"/>
                  </a:lnTo>
                  <a:cubicBezTo>
                    <a:pt x="11878" y="2111"/>
                    <a:pt x="12036" y="1953"/>
                    <a:pt x="12036" y="1764"/>
                  </a:cubicBezTo>
                  <a:lnTo>
                    <a:pt x="12036" y="347"/>
                  </a:lnTo>
                  <a:cubicBezTo>
                    <a:pt x="12036" y="158"/>
                    <a:pt x="11878" y="0"/>
                    <a:pt x="11657" y="0"/>
                  </a:cubicBezTo>
                  <a:lnTo>
                    <a:pt x="10240" y="0"/>
                  </a:lnTo>
                  <a:cubicBezTo>
                    <a:pt x="10051" y="0"/>
                    <a:pt x="9893" y="158"/>
                    <a:pt x="9893" y="347"/>
                  </a:cubicBezTo>
                  <a:lnTo>
                    <a:pt x="9893" y="693"/>
                  </a:lnTo>
                  <a:lnTo>
                    <a:pt x="2143" y="693"/>
                  </a:lnTo>
                  <a:lnTo>
                    <a:pt x="2143" y="347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83"/>
            <p:cNvSpPr/>
            <p:nvPr/>
          </p:nvSpPr>
          <p:spPr>
            <a:xfrm>
              <a:off x="-44861250" y="3632100"/>
              <a:ext cx="193800" cy="146525"/>
            </a:xfrm>
            <a:custGeom>
              <a:avLst/>
              <a:gdLst/>
              <a:ahLst/>
              <a:cxnLst/>
              <a:rect l="l" t="t" r="r" b="b"/>
              <a:pathLst>
                <a:path w="7752" h="5861" extrusionOk="0">
                  <a:moveTo>
                    <a:pt x="3845" y="1009"/>
                  </a:moveTo>
                  <a:cubicBezTo>
                    <a:pt x="4443" y="1009"/>
                    <a:pt x="4916" y="1482"/>
                    <a:pt x="4916" y="2080"/>
                  </a:cubicBezTo>
                  <a:cubicBezTo>
                    <a:pt x="4916" y="2679"/>
                    <a:pt x="4443" y="3151"/>
                    <a:pt x="3845" y="3151"/>
                  </a:cubicBezTo>
                  <a:cubicBezTo>
                    <a:pt x="3277" y="3151"/>
                    <a:pt x="2805" y="2679"/>
                    <a:pt x="2805" y="2080"/>
                  </a:cubicBezTo>
                  <a:cubicBezTo>
                    <a:pt x="2805" y="1482"/>
                    <a:pt x="3277" y="1009"/>
                    <a:pt x="3845" y="1009"/>
                  </a:cubicBezTo>
                  <a:close/>
                  <a:moveTo>
                    <a:pt x="348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5829"/>
                  </a:lnTo>
                  <a:lnTo>
                    <a:pt x="2206" y="3624"/>
                  </a:lnTo>
                  <a:cubicBezTo>
                    <a:pt x="2269" y="3561"/>
                    <a:pt x="2356" y="3530"/>
                    <a:pt x="2447" y="3530"/>
                  </a:cubicBezTo>
                  <a:cubicBezTo>
                    <a:pt x="2537" y="3530"/>
                    <a:pt x="2632" y="3561"/>
                    <a:pt x="2710" y="3624"/>
                  </a:cubicBezTo>
                  <a:lnTo>
                    <a:pt x="3939" y="4821"/>
                  </a:lnTo>
                  <a:lnTo>
                    <a:pt x="5042" y="3656"/>
                  </a:lnTo>
                  <a:cubicBezTo>
                    <a:pt x="5136" y="3561"/>
                    <a:pt x="5199" y="3530"/>
                    <a:pt x="5294" y="3530"/>
                  </a:cubicBezTo>
                  <a:cubicBezTo>
                    <a:pt x="5388" y="3530"/>
                    <a:pt x="5483" y="3561"/>
                    <a:pt x="5546" y="3656"/>
                  </a:cubicBezTo>
                  <a:lnTo>
                    <a:pt x="7751" y="5861"/>
                  </a:lnTo>
                  <a:lnTo>
                    <a:pt x="7751" y="379"/>
                  </a:lnTo>
                  <a:cubicBezTo>
                    <a:pt x="7720" y="159"/>
                    <a:pt x="7562" y="1"/>
                    <a:pt x="73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83"/>
            <p:cNvSpPr/>
            <p:nvPr/>
          </p:nvSpPr>
          <p:spPr>
            <a:xfrm>
              <a:off x="-44773800" y="36754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83"/>
            <p:cNvSpPr/>
            <p:nvPr/>
          </p:nvSpPr>
          <p:spPr>
            <a:xfrm>
              <a:off x="-44750975" y="3741600"/>
              <a:ext cx="70900" cy="48050"/>
            </a:xfrm>
            <a:custGeom>
              <a:avLst/>
              <a:gdLst/>
              <a:ahLst/>
              <a:cxnLst/>
              <a:rect l="l" t="t" r="r" b="b"/>
              <a:pathLst>
                <a:path w="2836" h="1922" extrusionOk="0">
                  <a:moveTo>
                    <a:pt x="883" y="0"/>
                  </a:moveTo>
                  <a:lnTo>
                    <a:pt x="1" y="945"/>
                  </a:lnTo>
                  <a:lnTo>
                    <a:pt x="1009" y="1922"/>
                  </a:lnTo>
                  <a:lnTo>
                    <a:pt x="2836" y="1922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83"/>
            <p:cNvSpPr/>
            <p:nvPr/>
          </p:nvSpPr>
          <p:spPr>
            <a:xfrm>
              <a:off x="-44848625" y="3740025"/>
              <a:ext cx="97675" cy="49625"/>
            </a:xfrm>
            <a:custGeom>
              <a:avLst/>
              <a:gdLst/>
              <a:ahLst/>
              <a:cxnLst/>
              <a:rect l="l" t="t" r="r" b="b"/>
              <a:pathLst>
                <a:path w="3907" h="1985" extrusionOk="0">
                  <a:moveTo>
                    <a:pt x="1985" y="0"/>
                  </a:moveTo>
                  <a:lnTo>
                    <a:pt x="0" y="1985"/>
                  </a:lnTo>
                  <a:lnTo>
                    <a:pt x="3907" y="1985"/>
                  </a:lnTo>
                  <a:lnTo>
                    <a:pt x="19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9" name="Google Shape;2099;p83"/>
          <p:cNvGrpSpPr/>
          <p:nvPr/>
        </p:nvGrpSpPr>
        <p:grpSpPr>
          <a:xfrm>
            <a:off x="1656694" y="1844317"/>
            <a:ext cx="354311" cy="354104"/>
            <a:chOff x="-49764975" y="3183375"/>
            <a:chExt cx="299300" cy="299125"/>
          </a:xfrm>
        </p:grpSpPr>
        <p:sp>
          <p:nvSpPr>
            <p:cNvPr id="2100" name="Google Shape;2100;p83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83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83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83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83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83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83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83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83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9" name="Google Shape;2109;p83"/>
          <p:cNvGrpSpPr/>
          <p:nvPr/>
        </p:nvGrpSpPr>
        <p:grpSpPr>
          <a:xfrm>
            <a:off x="1655069" y="2404268"/>
            <a:ext cx="354311" cy="355909"/>
            <a:chOff x="-49764975" y="3551225"/>
            <a:chExt cx="299300" cy="300650"/>
          </a:xfrm>
        </p:grpSpPr>
        <p:sp>
          <p:nvSpPr>
            <p:cNvPr id="2110" name="Google Shape;2110;p83"/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83"/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83"/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83"/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83"/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83"/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83"/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83"/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83"/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83"/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83"/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1" name="Google Shape;2121;p83"/>
          <p:cNvGrpSpPr/>
          <p:nvPr/>
        </p:nvGrpSpPr>
        <p:grpSpPr>
          <a:xfrm>
            <a:off x="3198833" y="2405046"/>
            <a:ext cx="357123" cy="354341"/>
            <a:chOff x="-47892800" y="3200500"/>
            <a:chExt cx="301675" cy="299325"/>
          </a:xfrm>
        </p:grpSpPr>
        <p:sp>
          <p:nvSpPr>
            <p:cNvPr id="2122" name="Google Shape;2122;p83"/>
            <p:cNvSpPr/>
            <p:nvPr/>
          </p:nvSpPr>
          <p:spPr>
            <a:xfrm>
              <a:off x="-47892800" y="3200500"/>
              <a:ext cx="301675" cy="177225"/>
            </a:xfrm>
            <a:custGeom>
              <a:avLst/>
              <a:gdLst/>
              <a:ahLst/>
              <a:cxnLst/>
              <a:rect l="l" t="t" r="r" b="b"/>
              <a:pathLst>
                <a:path w="12067" h="7089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796"/>
                  </a:lnTo>
                  <a:cubicBezTo>
                    <a:pt x="0" y="1985"/>
                    <a:pt x="158" y="2143"/>
                    <a:pt x="347" y="2143"/>
                  </a:cubicBezTo>
                  <a:lnTo>
                    <a:pt x="1765" y="2143"/>
                  </a:lnTo>
                  <a:cubicBezTo>
                    <a:pt x="1985" y="2143"/>
                    <a:pt x="2143" y="1985"/>
                    <a:pt x="2143" y="1796"/>
                  </a:cubicBezTo>
                  <a:lnTo>
                    <a:pt x="2143" y="1418"/>
                  </a:lnTo>
                  <a:lnTo>
                    <a:pt x="5010" y="1418"/>
                  </a:lnTo>
                  <a:cubicBezTo>
                    <a:pt x="4915" y="1576"/>
                    <a:pt x="3277" y="4506"/>
                    <a:pt x="3182" y="4663"/>
                  </a:cubicBezTo>
                  <a:lnTo>
                    <a:pt x="4821" y="7089"/>
                  </a:lnTo>
                  <a:lnTo>
                    <a:pt x="5671" y="7089"/>
                  </a:lnTo>
                  <a:lnTo>
                    <a:pt x="5671" y="5577"/>
                  </a:lnTo>
                  <a:cubicBezTo>
                    <a:pt x="5293" y="5419"/>
                    <a:pt x="4978" y="5010"/>
                    <a:pt x="4978" y="4569"/>
                  </a:cubicBezTo>
                  <a:cubicBezTo>
                    <a:pt x="4978" y="4001"/>
                    <a:pt x="5451" y="3529"/>
                    <a:pt x="6018" y="3529"/>
                  </a:cubicBezTo>
                  <a:cubicBezTo>
                    <a:pt x="6616" y="3529"/>
                    <a:pt x="7089" y="4001"/>
                    <a:pt x="7089" y="4569"/>
                  </a:cubicBezTo>
                  <a:cubicBezTo>
                    <a:pt x="7089" y="5041"/>
                    <a:pt x="6805" y="5419"/>
                    <a:pt x="6396" y="5577"/>
                  </a:cubicBezTo>
                  <a:lnTo>
                    <a:pt x="6396" y="7026"/>
                  </a:lnTo>
                  <a:lnTo>
                    <a:pt x="7247" y="7026"/>
                  </a:lnTo>
                  <a:lnTo>
                    <a:pt x="8853" y="4569"/>
                  </a:lnTo>
                  <a:cubicBezTo>
                    <a:pt x="8790" y="4411"/>
                    <a:pt x="7120" y="1513"/>
                    <a:pt x="7057" y="1355"/>
                  </a:cubicBezTo>
                  <a:lnTo>
                    <a:pt x="9924" y="1355"/>
                  </a:lnTo>
                  <a:lnTo>
                    <a:pt x="9924" y="1702"/>
                  </a:lnTo>
                  <a:cubicBezTo>
                    <a:pt x="9924" y="1891"/>
                    <a:pt x="10082" y="2048"/>
                    <a:pt x="10271" y="2048"/>
                  </a:cubicBezTo>
                  <a:lnTo>
                    <a:pt x="11689" y="2048"/>
                  </a:lnTo>
                  <a:cubicBezTo>
                    <a:pt x="11909" y="2048"/>
                    <a:pt x="12067" y="1891"/>
                    <a:pt x="12067" y="1702"/>
                  </a:cubicBezTo>
                  <a:lnTo>
                    <a:pt x="12067" y="284"/>
                  </a:lnTo>
                  <a:cubicBezTo>
                    <a:pt x="12004" y="158"/>
                    <a:pt x="11846" y="0"/>
                    <a:pt x="11657" y="0"/>
                  </a:cubicBezTo>
                  <a:lnTo>
                    <a:pt x="10239" y="0"/>
                  </a:lnTo>
                  <a:cubicBezTo>
                    <a:pt x="10050" y="0"/>
                    <a:pt x="9893" y="158"/>
                    <a:pt x="9893" y="378"/>
                  </a:cubicBezTo>
                  <a:lnTo>
                    <a:pt x="9893" y="725"/>
                  </a:lnTo>
                  <a:lnTo>
                    <a:pt x="6616" y="725"/>
                  </a:lnTo>
                  <a:lnTo>
                    <a:pt x="6301" y="221"/>
                  </a:lnTo>
                  <a:cubicBezTo>
                    <a:pt x="6238" y="95"/>
                    <a:pt x="6120" y="32"/>
                    <a:pt x="6002" y="32"/>
                  </a:cubicBezTo>
                  <a:cubicBezTo>
                    <a:pt x="5884" y="32"/>
                    <a:pt x="5766" y="95"/>
                    <a:pt x="5703" y="221"/>
                  </a:cubicBezTo>
                  <a:lnTo>
                    <a:pt x="5388" y="725"/>
                  </a:ln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83"/>
            <p:cNvSpPr/>
            <p:nvPr/>
          </p:nvSpPr>
          <p:spPr>
            <a:xfrm>
              <a:off x="-47751825" y="33060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83"/>
            <p:cNvSpPr/>
            <p:nvPr/>
          </p:nvSpPr>
          <p:spPr>
            <a:xfrm>
              <a:off x="-47786475" y="339505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3"/>
                  </a:lnTo>
                  <a:lnTo>
                    <a:pt x="3498" y="693"/>
                  </a:lnTo>
                  <a:lnTo>
                    <a:pt x="3498" y="347"/>
                  </a:lnTo>
                  <a:cubicBezTo>
                    <a:pt x="3498" y="158"/>
                    <a:pt x="3372" y="0"/>
                    <a:pt x="3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83"/>
            <p:cNvSpPr/>
            <p:nvPr/>
          </p:nvSpPr>
          <p:spPr>
            <a:xfrm>
              <a:off x="-47692750" y="3271375"/>
              <a:ext cx="101625" cy="140225"/>
            </a:xfrm>
            <a:custGeom>
              <a:avLst/>
              <a:gdLst/>
              <a:ahLst/>
              <a:cxnLst/>
              <a:rect l="l" t="t" r="r" b="b"/>
              <a:pathLst>
                <a:path w="4065" h="5609" extrusionOk="0">
                  <a:moveTo>
                    <a:pt x="631" y="1"/>
                  </a:moveTo>
                  <a:lnTo>
                    <a:pt x="1576" y="1639"/>
                  </a:lnTo>
                  <a:cubicBezTo>
                    <a:pt x="1639" y="1734"/>
                    <a:pt x="1639" y="1891"/>
                    <a:pt x="1576" y="1986"/>
                  </a:cubicBezTo>
                  <a:lnTo>
                    <a:pt x="1" y="4348"/>
                  </a:lnTo>
                  <a:cubicBezTo>
                    <a:pt x="316" y="4537"/>
                    <a:pt x="505" y="4853"/>
                    <a:pt x="505" y="5262"/>
                  </a:cubicBezTo>
                  <a:lnTo>
                    <a:pt x="505" y="5609"/>
                  </a:lnTo>
                  <a:lnTo>
                    <a:pt x="4065" y="5609"/>
                  </a:lnTo>
                  <a:lnTo>
                    <a:pt x="4065" y="1040"/>
                  </a:lnTo>
                  <a:cubicBezTo>
                    <a:pt x="4002" y="473"/>
                    <a:pt x="3561" y="1"/>
                    <a:pt x="2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83"/>
            <p:cNvSpPr/>
            <p:nvPr/>
          </p:nvSpPr>
          <p:spPr>
            <a:xfrm>
              <a:off x="-47891225" y="3272950"/>
              <a:ext cx="100050" cy="140225"/>
            </a:xfrm>
            <a:custGeom>
              <a:avLst/>
              <a:gdLst/>
              <a:ahLst/>
              <a:cxnLst/>
              <a:rect l="l" t="t" r="r" b="b"/>
              <a:pathLst>
                <a:path w="4002" h="5609" extrusionOk="0">
                  <a:moveTo>
                    <a:pt x="1040" y="1"/>
                  </a:moveTo>
                  <a:cubicBezTo>
                    <a:pt x="473" y="1"/>
                    <a:pt x="0" y="442"/>
                    <a:pt x="0" y="1040"/>
                  </a:cubicBezTo>
                  <a:lnTo>
                    <a:pt x="0" y="5609"/>
                  </a:lnTo>
                  <a:lnTo>
                    <a:pt x="3529" y="5609"/>
                  </a:lnTo>
                  <a:lnTo>
                    <a:pt x="3529" y="5231"/>
                  </a:lnTo>
                  <a:lnTo>
                    <a:pt x="3497" y="5231"/>
                  </a:lnTo>
                  <a:cubicBezTo>
                    <a:pt x="3497" y="4821"/>
                    <a:pt x="3686" y="4506"/>
                    <a:pt x="4002" y="4317"/>
                  </a:cubicBezTo>
                  <a:lnTo>
                    <a:pt x="2426" y="1954"/>
                  </a:lnTo>
                  <a:cubicBezTo>
                    <a:pt x="2363" y="1828"/>
                    <a:pt x="2363" y="1734"/>
                    <a:pt x="2426" y="1608"/>
                  </a:cubicBezTo>
                  <a:lnTo>
                    <a:pt x="3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83"/>
            <p:cNvSpPr/>
            <p:nvPr/>
          </p:nvSpPr>
          <p:spPr>
            <a:xfrm>
              <a:off x="-47892800" y="3428900"/>
              <a:ext cx="300100" cy="70925"/>
            </a:xfrm>
            <a:custGeom>
              <a:avLst/>
              <a:gdLst/>
              <a:ahLst/>
              <a:cxnLst/>
              <a:rect l="l" t="t" r="r" b="b"/>
              <a:pathLst>
                <a:path w="12004" h="2837" extrusionOk="0">
                  <a:moveTo>
                    <a:pt x="0" y="1"/>
                  </a:moveTo>
                  <a:lnTo>
                    <a:pt x="0" y="379"/>
                  </a:lnTo>
                  <a:cubicBezTo>
                    <a:pt x="0" y="946"/>
                    <a:pt x="473" y="1418"/>
                    <a:pt x="1072" y="1418"/>
                  </a:cubicBezTo>
                  <a:lnTo>
                    <a:pt x="4978" y="1418"/>
                  </a:lnTo>
                  <a:lnTo>
                    <a:pt x="4978" y="2143"/>
                  </a:lnTo>
                  <a:lnTo>
                    <a:pt x="3907" y="2143"/>
                  </a:lnTo>
                  <a:cubicBezTo>
                    <a:pt x="3718" y="2143"/>
                    <a:pt x="3560" y="2301"/>
                    <a:pt x="3560" y="2490"/>
                  </a:cubicBezTo>
                  <a:cubicBezTo>
                    <a:pt x="3560" y="2679"/>
                    <a:pt x="3718" y="2836"/>
                    <a:pt x="3907" y="2836"/>
                  </a:cubicBezTo>
                  <a:lnTo>
                    <a:pt x="8129" y="2836"/>
                  </a:lnTo>
                  <a:cubicBezTo>
                    <a:pt x="8318" y="2836"/>
                    <a:pt x="8475" y="2679"/>
                    <a:pt x="8475" y="2490"/>
                  </a:cubicBezTo>
                  <a:cubicBezTo>
                    <a:pt x="8475" y="2301"/>
                    <a:pt x="8318" y="2143"/>
                    <a:pt x="8129" y="2143"/>
                  </a:cubicBezTo>
                  <a:lnTo>
                    <a:pt x="7057" y="2143"/>
                  </a:lnTo>
                  <a:lnTo>
                    <a:pt x="7057" y="1418"/>
                  </a:lnTo>
                  <a:lnTo>
                    <a:pt x="10964" y="1418"/>
                  </a:lnTo>
                  <a:cubicBezTo>
                    <a:pt x="11531" y="1418"/>
                    <a:pt x="12004" y="946"/>
                    <a:pt x="12004" y="379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8" name="Google Shape;2128;p83"/>
          <p:cNvGrpSpPr/>
          <p:nvPr/>
        </p:nvGrpSpPr>
        <p:grpSpPr>
          <a:xfrm>
            <a:off x="2756485" y="2948468"/>
            <a:ext cx="229391" cy="355258"/>
            <a:chOff x="-47839250" y="3569100"/>
            <a:chExt cx="193775" cy="300100"/>
          </a:xfrm>
        </p:grpSpPr>
        <p:sp>
          <p:nvSpPr>
            <p:cNvPr id="2129" name="Google Shape;2129;p83"/>
            <p:cNvSpPr/>
            <p:nvPr/>
          </p:nvSpPr>
          <p:spPr>
            <a:xfrm>
              <a:off x="-47786475" y="3657325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44"/>
                    <a:pt x="284" y="1890"/>
                    <a:pt x="725" y="2048"/>
                  </a:cubicBezTo>
                  <a:lnTo>
                    <a:pt x="725" y="1071"/>
                  </a:lnTo>
                  <a:cubicBezTo>
                    <a:pt x="725" y="882"/>
                    <a:pt x="883" y="725"/>
                    <a:pt x="1072" y="725"/>
                  </a:cubicBezTo>
                  <a:lnTo>
                    <a:pt x="2048" y="725"/>
                  </a:lnTo>
                  <a:cubicBezTo>
                    <a:pt x="1891" y="315"/>
                    <a:pt x="1513" y="0"/>
                    <a:pt x="1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83"/>
            <p:cNvSpPr/>
            <p:nvPr/>
          </p:nvSpPr>
          <p:spPr>
            <a:xfrm>
              <a:off x="-47751025" y="36927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0" y="1"/>
                  </a:moveTo>
                  <a:lnTo>
                    <a:pt x="0" y="631"/>
                  </a:lnTo>
                  <a:cubicBezTo>
                    <a:pt x="315" y="536"/>
                    <a:pt x="504" y="284"/>
                    <a:pt x="6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83"/>
            <p:cNvSpPr/>
            <p:nvPr/>
          </p:nvSpPr>
          <p:spPr>
            <a:xfrm>
              <a:off x="-47838450" y="3569100"/>
              <a:ext cx="192975" cy="35475"/>
            </a:xfrm>
            <a:custGeom>
              <a:avLst/>
              <a:gdLst/>
              <a:ahLst/>
              <a:cxnLst/>
              <a:rect l="l" t="t" r="r" b="b"/>
              <a:pathLst>
                <a:path w="7719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7719" y="1418"/>
                  </a:lnTo>
                  <a:lnTo>
                    <a:pt x="7719" y="347"/>
                  </a:lnTo>
                  <a:cubicBezTo>
                    <a:pt x="7719" y="158"/>
                    <a:pt x="7561" y="1"/>
                    <a:pt x="73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83"/>
            <p:cNvSpPr/>
            <p:nvPr/>
          </p:nvSpPr>
          <p:spPr>
            <a:xfrm>
              <a:off x="-47751025" y="3691975"/>
              <a:ext cx="53575" cy="53575"/>
            </a:xfrm>
            <a:custGeom>
              <a:avLst/>
              <a:gdLst/>
              <a:ahLst/>
              <a:cxnLst/>
              <a:rect l="l" t="t" r="r" b="b"/>
              <a:pathLst>
                <a:path w="2143" h="2143" extrusionOk="0">
                  <a:moveTo>
                    <a:pt x="1386" y="0"/>
                  </a:moveTo>
                  <a:cubicBezTo>
                    <a:pt x="1229" y="662"/>
                    <a:pt x="725" y="1229"/>
                    <a:pt x="0" y="1387"/>
                  </a:cubicBezTo>
                  <a:lnTo>
                    <a:pt x="0" y="2143"/>
                  </a:lnTo>
                  <a:lnTo>
                    <a:pt x="2143" y="2143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83"/>
            <p:cNvSpPr/>
            <p:nvPr/>
          </p:nvSpPr>
          <p:spPr>
            <a:xfrm>
              <a:off x="-47839250" y="3621875"/>
              <a:ext cx="193000" cy="159125"/>
            </a:xfrm>
            <a:custGeom>
              <a:avLst/>
              <a:gdLst/>
              <a:ahLst/>
              <a:cxnLst/>
              <a:rect l="l" t="t" r="r" b="b"/>
              <a:pathLst>
                <a:path w="7720" h="6365" extrusionOk="0">
                  <a:moveTo>
                    <a:pt x="3183" y="725"/>
                  </a:moveTo>
                  <a:cubicBezTo>
                    <a:pt x="4033" y="725"/>
                    <a:pt x="4758" y="1324"/>
                    <a:pt x="4915" y="2143"/>
                  </a:cubicBezTo>
                  <a:lnTo>
                    <a:pt x="6018" y="2143"/>
                  </a:lnTo>
                  <a:cubicBezTo>
                    <a:pt x="6207" y="2143"/>
                    <a:pt x="6365" y="2300"/>
                    <a:pt x="6365" y="2489"/>
                  </a:cubicBezTo>
                  <a:lnTo>
                    <a:pt x="6365" y="5293"/>
                  </a:lnTo>
                  <a:cubicBezTo>
                    <a:pt x="6365" y="5482"/>
                    <a:pt x="6207" y="5640"/>
                    <a:pt x="6018" y="5640"/>
                  </a:cubicBezTo>
                  <a:lnTo>
                    <a:pt x="3214" y="5640"/>
                  </a:lnTo>
                  <a:cubicBezTo>
                    <a:pt x="3025" y="5640"/>
                    <a:pt x="2868" y="5482"/>
                    <a:pt x="2868" y="5293"/>
                  </a:cubicBezTo>
                  <a:lnTo>
                    <a:pt x="2868" y="4191"/>
                  </a:lnTo>
                  <a:cubicBezTo>
                    <a:pt x="2080" y="4033"/>
                    <a:pt x="1450" y="3308"/>
                    <a:pt x="1450" y="2458"/>
                  </a:cubicBezTo>
                  <a:cubicBezTo>
                    <a:pt x="1418" y="1513"/>
                    <a:pt x="2206" y="725"/>
                    <a:pt x="3183" y="725"/>
                  </a:cubicBezTo>
                  <a:close/>
                  <a:moveTo>
                    <a:pt x="1" y="0"/>
                  </a:moveTo>
                  <a:lnTo>
                    <a:pt x="1" y="6364"/>
                  </a:lnTo>
                  <a:lnTo>
                    <a:pt x="7719" y="6364"/>
                  </a:lnTo>
                  <a:lnTo>
                    <a:pt x="77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83"/>
            <p:cNvSpPr/>
            <p:nvPr/>
          </p:nvSpPr>
          <p:spPr>
            <a:xfrm>
              <a:off x="-47839250" y="3799075"/>
              <a:ext cx="193000" cy="70125"/>
            </a:xfrm>
            <a:custGeom>
              <a:avLst/>
              <a:gdLst/>
              <a:ahLst/>
              <a:cxnLst/>
              <a:rect l="l" t="t" r="r" b="b"/>
              <a:pathLst>
                <a:path w="7720" h="2805" extrusionOk="0">
                  <a:moveTo>
                    <a:pt x="4600" y="663"/>
                  </a:moveTo>
                  <a:cubicBezTo>
                    <a:pt x="4789" y="663"/>
                    <a:pt x="4947" y="820"/>
                    <a:pt x="4947" y="1041"/>
                  </a:cubicBezTo>
                  <a:cubicBezTo>
                    <a:pt x="4947" y="1230"/>
                    <a:pt x="4789" y="1387"/>
                    <a:pt x="4600" y="1387"/>
                  </a:cubicBezTo>
                  <a:lnTo>
                    <a:pt x="3183" y="1387"/>
                  </a:lnTo>
                  <a:cubicBezTo>
                    <a:pt x="2994" y="1387"/>
                    <a:pt x="2836" y="1230"/>
                    <a:pt x="2836" y="1041"/>
                  </a:cubicBezTo>
                  <a:cubicBezTo>
                    <a:pt x="2836" y="852"/>
                    <a:pt x="2994" y="663"/>
                    <a:pt x="3183" y="663"/>
                  </a:cubicBezTo>
                  <a:close/>
                  <a:moveTo>
                    <a:pt x="1" y="1"/>
                  </a:moveTo>
                  <a:lnTo>
                    <a:pt x="1" y="2458"/>
                  </a:lnTo>
                  <a:cubicBezTo>
                    <a:pt x="1" y="2647"/>
                    <a:pt x="158" y="2805"/>
                    <a:pt x="347" y="2805"/>
                  </a:cubicBezTo>
                  <a:lnTo>
                    <a:pt x="7341" y="2805"/>
                  </a:lnTo>
                  <a:cubicBezTo>
                    <a:pt x="7562" y="2805"/>
                    <a:pt x="7719" y="2647"/>
                    <a:pt x="7719" y="2458"/>
                  </a:cubicBezTo>
                  <a:lnTo>
                    <a:pt x="77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5" name="Google Shape;2135;p83"/>
          <p:cNvGrpSpPr/>
          <p:nvPr/>
        </p:nvGrpSpPr>
        <p:grpSpPr>
          <a:xfrm>
            <a:off x="1656498" y="3899626"/>
            <a:ext cx="355258" cy="356205"/>
            <a:chOff x="-47892800" y="3937700"/>
            <a:chExt cx="300100" cy="300900"/>
          </a:xfrm>
        </p:grpSpPr>
        <p:sp>
          <p:nvSpPr>
            <p:cNvPr id="2136" name="Google Shape;2136;p83"/>
            <p:cNvSpPr/>
            <p:nvPr/>
          </p:nvSpPr>
          <p:spPr>
            <a:xfrm>
              <a:off x="-47858150" y="3937700"/>
              <a:ext cx="70900" cy="44150"/>
            </a:xfrm>
            <a:custGeom>
              <a:avLst/>
              <a:gdLst/>
              <a:ahLst/>
              <a:cxnLst/>
              <a:rect l="l" t="t" r="r" b="b"/>
              <a:pathLst>
                <a:path w="2836" h="1766" extrusionOk="0">
                  <a:moveTo>
                    <a:pt x="1418" y="1"/>
                  </a:moveTo>
                  <a:cubicBezTo>
                    <a:pt x="631" y="1"/>
                    <a:pt x="1" y="694"/>
                    <a:pt x="1" y="1419"/>
                  </a:cubicBezTo>
                  <a:lnTo>
                    <a:pt x="1" y="1765"/>
                  </a:lnTo>
                  <a:cubicBezTo>
                    <a:pt x="442" y="1545"/>
                    <a:pt x="914" y="1419"/>
                    <a:pt x="1418" y="1419"/>
                  </a:cubicBezTo>
                  <a:cubicBezTo>
                    <a:pt x="1922" y="1419"/>
                    <a:pt x="2395" y="1545"/>
                    <a:pt x="2836" y="1765"/>
                  </a:cubicBezTo>
                  <a:lnTo>
                    <a:pt x="2836" y="1419"/>
                  </a:ln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83"/>
            <p:cNvSpPr/>
            <p:nvPr/>
          </p:nvSpPr>
          <p:spPr>
            <a:xfrm>
              <a:off x="-47892800" y="3991275"/>
              <a:ext cx="141000" cy="105550"/>
            </a:xfrm>
            <a:custGeom>
              <a:avLst/>
              <a:gdLst/>
              <a:ahLst/>
              <a:cxnLst/>
              <a:rect l="l" t="t" r="r" b="b"/>
              <a:pathLst>
                <a:path w="5640" h="4222" extrusionOk="0">
                  <a:moveTo>
                    <a:pt x="2836" y="0"/>
                  </a:moveTo>
                  <a:cubicBezTo>
                    <a:pt x="1292" y="0"/>
                    <a:pt x="32" y="1260"/>
                    <a:pt x="32" y="2804"/>
                  </a:cubicBezTo>
                  <a:lnTo>
                    <a:pt x="32" y="3875"/>
                  </a:lnTo>
                  <a:cubicBezTo>
                    <a:pt x="0" y="4064"/>
                    <a:pt x="158" y="4222"/>
                    <a:pt x="347" y="4222"/>
                  </a:cubicBezTo>
                  <a:lnTo>
                    <a:pt x="5293" y="4222"/>
                  </a:lnTo>
                  <a:cubicBezTo>
                    <a:pt x="5482" y="4222"/>
                    <a:pt x="5640" y="4064"/>
                    <a:pt x="5640" y="3875"/>
                  </a:cubicBezTo>
                  <a:lnTo>
                    <a:pt x="5640" y="2804"/>
                  </a:lnTo>
                  <a:cubicBezTo>
                    <a:pt x="5640" y="1260"/>
                    <a:pt x="4380" y="0"/>
                    <a:pt x="2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83"/>
            <p:cNvSpPr/>
            <p:nvPr/>
          </p:nvSpPr>
          <p:spPr>
            <a:xfrm>
              <a:off x="-47773875" y="3956600"/>
              <a:ext cx="119750" cy="89025"/>
            </a:xfrm>
            <a:custGeom>
              <a:avLst/>
              <a:gdLst/>
              <a:ahLst/>
              <a:cxnLst/>
              <a:rect l="l" t="t" r="r" b="b"/>
              <a:pathLst>
                <a:path w="4790" h="3561" extrusionOk="0">
                  <a:moveTo>
                    <a:pt x="1" y="1"/>
                  </a:moveTo>
                  <a:cubicBezTo>
                    <a:pt x="95" y="253"/>
                    <a:pt x="127" y="474"/>
                    <a:pt x="127" y="726"/>
                  </a:cubicBezTo>
                  <a:lnTo>
                    <a:pt x="127" y="1419"/>
                  </a:lnTo>
                  <a:lnTo>
                    <a:pt x="158" y="1419"/>
                  </a:lnTo>
                  <a:cubicBezTo>
                    <a:pt x="442" y="1639"/>
                    <a:pt x="694" y="1860"/>
                    <a:pt x="883" y="2143"/>
                  </a:cubicBezTo>
                  <a:cubicBezTo>
                    <a:pt x="1702" y="2301"/>
                    <a:pt x="2427" y="2805"/>
                    <a:pt x="2805" y="3561"/>
                  </a:cubicBezTo>
                  <a:cubicBezTo>
                    <a:pt x="3214" y="3120"/>
                    <a:pt x="3750" y="2805"/>
                    <a:pt x="4380" y="2805"/>
                  </a:cubicBezTo>
                  <a:cubicBezTo>
                    <a:pt x="4506" y="2805"/>
                    <a:pt x="4663" y="2805"/>
                    <a:pt x="4789" y="2836"/>
                  </a:cubicBezTo>
                  <a:cubicBezTo>
                    <a:pt x="4033" y="1167"/>
                    <a:pt x="2332" y="1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83"/>
            <p:cNvSpPr/>
            <p:nvPr/>
          </p:nvSpPr>
          <p:spPr>
            <a:xfrm>
              <a:off x="-47699050" y="4043250"/>
              <a:ext cx="71700" cy="70900"/>
            </a:xfrm>
            <a:custGeom>
              <a:avLst/>
              <a:gdLst/>
              <a:ahLst/>
              <a:cxnLst/>
              <a:rect l="l" t="t" r="r" b="b"/>
              <a:pathLst>
                <a:path w="2868" h="2836" extrusionOk="0">
                  <a:moveTo>
                    <a:pt x="1450" y="0"/>
                  </a:moveTo>
                  <a:cubicBezTo>
                    <a:pt x="662" y="0"/>
                    <a:pt x="1" y="694"/>
                    <a:pt x="1" y="1418"/>
                  </a:cubicBezTo>
                  <a:cubicBezTo>
                    <a:pt x="1" y="2206"/>
                    <a:pt x="662" y="2836"/>
                    <a:pt x="1450" y="2836"/>
                  </a:cubicBezTo>
                  <a:cubicBezTo>
                    <a:pt x="2237" y="2836"/>
                    <a:pt x="2868" y="2206"/>
                    <a:pt x="2868" y="1418"/>
                  </a:cubicBezTo>
                  <a:cubicBezTo>
                    <a:pt x="2868" y="631"/>
                    <a:pt x="2237" y="0"/>
                    <a:pt x="1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83"/>
            <p:cNvSpPr/>
            <p:nvPr/>
          </p:nvSpPr>
          <p:spPr>
            <a:xfrm>
              <a:off x="-47770725" y="4124375"/>
              <a:ext cx="178025" cy="114225"/>
            </a:xfrm>
            <a:custGeom>
              <a:avLst/>
              <a:gdLst/>
              <a:ahLst/>
              <a:cxnLst/>
              <a:rect l="l" t="t" r="r" b="b"/>
              <a:pathLst>
                <a:path w="7121" h="4569" extrusionOk="0">
                  <a:moveTo>
                    <a:pt x="3183" y="0"/>
                  </a:moveTo>
                  <a:lnTo>
                    <a:pt x="3183" y="2426"/>
                  </a:lnTo>
                  <a:lnTo>
                    <a:pt x="2490" y="2426"/>
                  </a:lnTo>
                  <a:lnTo>
                    <a:pt x="2490" y="2080"/>
                  </a:lnTo>
                  <a:cubicBezTo>
                    <a:pt x="2490" y="1891"/>
                    <a:pt x="2332" y="1733"/>
                    <a:pt x="2143" y="1733"/>
                  </a:cubicBezTo>
                  <a:cubicBezTo>
                    <a:pt x="1954" y="1733"/>
                    <a:pt x="1796" y="1891"/>
                    <a:pt x="1796" y="2080"/>
                  </a:cubicBezTo>
                  <a:lnTo>
                    <a:pt x="1796" y="2426"/>
                  </a:lnTo>
                  <a:cubicBezTo>
                    <a:pt x="788" y="2426"/>
                    <a:pt x="1" y="3214"/>
                    <a:pt x="1" y="4222"/>
                  </a:cubicBezTo>
                  <a:cubicBezTo>
                    <a:pt x="1" y="4411"/>
                    <a:pt x="158" y="4569"/>
                    <a:pt x="379" y="4569"/>
                  </a:cubicBezTo>
                  <a:lnTo>
                    <a:pt x="6711" y="4569"/>
                  </a:lnTo>
                  <a:cubicBezTo>
                    <a:pt x="6900" y="4569"/>
                    <a:pt x="7058" y="4411"/>
                    <a:pt x="7058" y="4222"/>
                  </a:cubicBezTo>
                  <a:cubicBezTo>
                    <a:pt x="7121" y="3214"/>
                    <a:pt x="6302" y="2426"/>
                    <a:pt x="5325" y="2426"/>
                  </a:cubicBezTo>
                  <a:lnTo>
                    <a:pt x="5325" y="0"/>
                  </a:lnTo>
                  <a:cubicBezTo>
                    <a:pt x="5010" y="190"/>
                    <a:pt x="4663" y="284"/>
                    <a:pt x="4254" y="284"/>
                  </a:cubicBezTo>
                  <a:cubicBezTo>
                    <a:pt x="3876" y="284"/>
                    <a:pt x="3529" y="158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83"/>
            <p:cNvSpPr/>
            <p:nvPr/>
          </p:nvSpPr>
          <p:spPr>
            <a:xfrm>
              <a:off x="-47830575" y="41322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83"/>
            <p:cNvSpPr/>
            <p:nvPr/>
          </p:nvSpPr>
          <p:spPr>
            <a:xfrm>
              <a:off x="-47785675" y="4112375"/>
              <a:ext cx="37825" cy="36250"/>
            </a:xfrm>
            <a:custGeom>
              <a:avLst/>
              <a:gdLst/>
              <a:ahLst/>
              <a:cxnLst/>
              <a:rect l="l" t="t" r="r" b="b"/>
              <a:pathLst>
                <a:path w="1513" h="1450" extrusionOk="0">
                  <a:moveTo>
                    <a:pt x="402" y="0"/>
                  </a:moveTo>
                  <a:cubicBezTo>
                    <a:pt x="307" y="0"/>
                    <a:pt x="205" y="24"/>
                    <a:pt x="126" y="71"/>
                  </a:cubicBezTo>
                  <a:cubicBezTo>
                    <a:pt x="0" y="197"/>
                    <a:pt x="0" y="449"/>
                    <a:pt x="126" y="607"/>
                  </a:cubicBezTo>
                  <a:lnTo>
                    <a:pt x="882" y="1331"/>
                  </a:lnTo>
                  <a:cubicBezTo>
                    <a:pt x="961" y="1410"/>
                    <a:pt x="1055" y="1449"/>
                    <a:pt x="1146" y="1449"/>
                  </a:cubicBezTo>
                  <a:cubicBezTo>
                    <a:pt x="1237" y="1449"/>
                    <a:pt x="1323" y="1410"/>
                    <a:pt x="1386" y="1331"/>
                  </a:cubicBezTo>
                  <a:cubicBezTo>
                    <a:pt x="1512" y="1237"/>
                    <a:pt x="1512" y="985"/>
                    <a:pt x="1386" y="827"/>
                  </a:cubicBezTo>
                  <a:lnTo>
                    <a:pt x="630" y="71"/>
                  </a:lnTo>
                  <a:cubicBezTo>
                    <a:pt x="583" y="24"/>
                    <a:pt x="496" y="0"/>
                    <a:pt x="4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83"/>
            <p:cNvSpPr/>
            <p:nvPr/>
          </p:nvSpPr>
          <p:spPr>
            <a:xfrm>
              <a:off x="-47892800" y="4112750"/>
              <a:ext cx="37825" cy="36250"/>
            </a:xfrm>
            <a:custGeom>
              <a:avLst/>
              <a:gdLst/>
              <a:ahLst/>
              <a:cxnLst/>
              <a:rect l="l" t="t" r="r" b="b"/>
              <a:pathLst>
                <a:path w="1513" h="1450" extrusionOk="0">
                  <a:moveTo>
                    <a:pt x="1111" y="1"/>
                  </a:moveTo>
                  <a:cubicBezTo>
                    <a:pt x="1016" y="1"/>
                    <a:pt x="930" y="40"/>
                    <a:pt x="883" y="119"/>
                  </a:cubicBezTo>
                  <a:lnTo>
                    <a:pt x="126" y="844"/>
                  </a:lnTo>
                  <a:cubicBezTo>
                    <a:pt x="0" y="970"/>
                    <a:pt x="0" y="1222"/>
                    <a:pt x="126" y="1379"/>
                  </a:cubicBezTo>
                  <a:cubicBezTo>
                    <a:pt x="189" y="1426"/>
                    <a:pt x="276" y="1450"/>
                    <a:pt x="367" y="1450"/>
                  </a:cubicBezTo>
                  <a:cubicBezTo>
                    <a:pt x="457" y="1450"/>
                    <a:pt x="552" y="1426"/>
                    <a:pt x="630" y="1379"/>
                  </a:cubicBezTo>
                  <a:lnTo>
                    <a:pt x="1387" y="623"/>
                  </a:lnTo>
                  <a:cubicBezTo>
                    <a:pt x="1513" y="497"/>
                    <a:pt x="1513" y="276"/>
                    <a:pt x="1387" y="119"/>
                  </a:cubicBezTo>
                  <a:cubicBezTo>
                    <a:pt x="1308" y="40"/>
                    <a:pt x="1205" y="1"/>
                    <a:pt x="1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4" name="Google Shape;2144;p83"/>
          <p:cNvGrpSpPr/>
          <p:nvPr/>
        </p:nvGrpSpPr>
        <p:grpSpPr>
          <a:xfrm>
            <a:off x="3757741" y="3455939"/>
            <a:ext cx="355258" cy="323118"/>
            <a:chOff x="-46042675" y="3568700"/>
            <a:chExt cx="300100" cy="272950"/>
          </a:xfrm>
        </p:grpSpPr>
        <p:sp>
          <p:nvSpPr>
            <p:cNvPr id="2145" name="Google Shape;2145;p83"/>
            <p:cNvSpPr/>
            <p:nvPr/>
          </p:nvSpPr>
          <p:spPr>
            <a:xfrm>
              <a:off x="-46042675" y="3758125"/>
              <a:ext cx="115025" cy="83525"/>
            </a:xfrm>
            <a:custGeom>
              <a:avLst/>
              <a:gdLst/>
              <a:ahLst/>
              <a:cxnLst/>
              <a:rect l="l" t="t" r="r" b="b"/>
              <a:pathLst>
                <a:path w="4601" h="3341" extrusionOk="0">
                  <a:moveTo>
                    <a:pt x="1985" y="1"/>
                  </a:moveTo>
                  <a:lnTo>
                    <a:pt x="127" y="1797"/>
                  </a:lnTo>
                  <a:cubicBezTo>
                    <a:pt x="32" y="1891"/>
                    <a:pt x="1" y="2017"/>
                    <a:pt x="32" y="2112"/>
                  </a:cubicBezTo>
                  <a:cubicBezTo>
                    <a:pt x="95" y="2238"/>
                    <a:pt x="158" y="2332"/>
                    <a:pt x="284" y="2364"/>
                  </a:cubicBezTo>
                  <a:lnTo>
                    <a:pt x="3277" y="3340"/>
                  </a:lnTo>
                  <a:lnTo>
                    <a:pt x="3403" y="3340"/>
                  </a:lnTo>
                  <a:cubicBezTo>
                    <a:pt x="3466" y="3340"/>
                    <a:pt x="3592" y="3309"/>
                    <a:pt x="3624" y="3214"/>
                  </a:cubicBezTo>
                  <a:lnTo>
                    <a:pt x="4600" y="2238"/>
                  </a:lnTo>
                  <a:lnTo>
                    <a:pt x="2395" y="1639"/>
                  </a:lnTo>
                  <a:cubicBezTo>
                    <a:pt x="2367" y="1650"/>
                    <a:pt x="2340" y="1656"/>
                    <a:pt x="2316" y="1656"/>
                  </a:cubicBezTo>
                  <a:cubicBezTo>
                    <a:pt x="2206" y="1656"/>
                    <a:pt x="2143" y="1548"/>
                    <a:pt x="2143" y="1418"/>
                  </a:cubicBezTo>
                  <a:lnTo>
                    <a:pt x="19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83"/>
            <p:cNvSpPr/>
            <p:nvPr/>
          </p:nvSpPr>
          <p:spPr>
            <a:xfrm>
              <a:off x="-45866250" y="3654175"/>
              <a:ext cx="37825" cy="37825"/>
            </a:xfrm>
            <a:custGeom>
              <a:avLst/>
              <a:gdLst/>
              <a:ahLst/>
              <a:cxnLst/>
              <a:rect l="l" t="t" r="r" b="b"/>
              <a:pathLst>
                <a:path w="1513" h="1513" extrusionOk="0">
                  <a:moveTo>
                    <a:pt x="1009" y="0"/>
                  </a:moveTo>
                  <a:lnTo>
                    <a:pt x="1" y="1008"/>
                  </a:lnTo>
                  <a:lnTo>
                    <a:pt x="505" y="1512"/>
                  </a:lnTo>
                  <a:lnTo>
                    <a:pt x="1513" y="504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83"/>
            <p:cNvSpPr/>
            <p:nvPr/>
          </p:nvSpPr>
          <p:spPr>
            <a:xfrm>
              <a:off x="-45828450" y="3629750"/>
              <a:ext cx="25225" cy="25225"/>
            </a:xfrm>
            <a:custGeom>
              <a:avLst/>
              <a:gdLst/>
              <a:ahLst/>
              <a:cxnLst/>
              <a:rect l="l" t="t" r="r" b="b"/>
              <a:pathLst>
                <a:path w="1009" h="1009" extrusionOk="0">
                  <a:moveTo>
                    <a:pt x="505" y="0"/>
                  </a:moveTo>
                  <a:lnTo>
                    <a:pt x="1" y="505"/>
                  </a:lnTo>
                  <a:lnTo>
                    <a:pt x="505" y="1009"/>
                  </a:lnTo>
                  <a:lnTo>
                    <a:pt x="1009" y="50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83"/>
            <p:cNvSpPr/>
            <p:nvPr/>
          </p:nvSpPr>
          <p:spPr>
            <a:xfrm>
              <a:off x="-45979675" y="3568700"/>
              <a:ext cx="237100" cy="237800"/>
            </a:xfrm>
            <a:custGeom>
              <a:avLst/>
              <a:gdLst/>
              <a:ahLst/>
              <a:cxnLst/>
              <a:rect l="l" t="t" r="r" b="b"/>
              <a:pathLst>
                <a:path w="9484" h="9512" extrusionOk="0">
                  <a:moveTo>
                    <a:pt x="6499" y="1615"/>
                  </a:moveTo>
                  <a:cubicBezTo>
                    <a:pt x="6593" y="1615"/>
                    <a:pt x="6696" y="1639"/>
                    <a:pt x="6774" y="1686"/>
                  </a:cubicBezTo>
                  <a:lnTo>
                    <a:pt x="7751" y="2695"/>
                  </a:lnTo>
                  <a:cubicBezTo>
                    <a:pt x="7909" y="2852"/>
                    <a:pt x="7909" y="3073"/>
                    <a:pt x="7751" y="3199"/>
                  </a:cubicBezTo>
                  <a:lnTo>
                    <a:pt x="5262" y="5687"/>
                  </a:lnTo>
                  <a:cubicBezTo>
                    <a:pt x="5215" y="5750"/>
                    <a:pt x="5128" y="5782"/>
                    <a:pt x="5034" y="5782"/>
                  </a:cubicBezTo>
                  <a:cubicBezTo>
                    <a:pt x="4939" y="5782"/>
                    <a:pt x="4837" y="5750"/>
                    <a:pt x="4758" y="5687"/>
                  </a:cubicBezTo>
                  <a:lnTo>
                    <a:pt x="3782" y="4711"/>
                  </a:lnTo>
                  <a:cubicBezTo>
                    <a:pt x="3656" y="4585"/>
                    <a:pt x="3656" y="4333"/>
                    <a:pt x="3782" y="4175"/>
                  </a:cubicBezTo>
                  <a:lnTo>
                    <a:pt x="6270" y="1686"/>
                  </a:lnTo>
                  <a:cubicBezTo>
                    <a:pt x="6318" y="1639"/>
                    <a:pt x="6404" y="1615"/>
                    <a:pt x="6499" y="1615"/>
                  </a:cubicBezTo>
                  <a:close/>
                  <a:moveTo>
                    <a:pt x="3506" y="5593"/>
                  </a:moveTo>
                  <a:cubicBezTo>
                    <a:pt x="3600" y="5593"/>
                    <a:pt x="3703" y="5624"/>
                    <a:pt x="3782" y="5687"/>
                  </a:cubicBezTo>
                  <a:cubicBezTo>
                    <a:pt x="3939" y="5845"/>
                    <a:pt x="3939" y="6034"/>
                    <a:pt x="3782" y="6192"/>
                  </a:cubicBezTo>
                  <a:lnTo>
                    <a:pt x="2553" y="7420"/>
                  </a:lnTo>
                  <a:cubicBezTo>
                    <a:pt x="2490" y="7483"/>
                    <a:pt x="2403" y="7515"/>
                    <a:pt x="2313" y="7515"/>
                  </a:cubicBezTo>
                  <a:cubicBezTo>
                    <a:pt x="2222" y="7515"/>
                    <a:pt x="2128" y="7483"/>
                    <a:pt x="2049" y="7420"/>
                  </a:cubicBezTo>
                  <a:cubicBezTo>
                    <a:pt x="1923" y="7294"/>
                    <a:pt x="1923" y="7074"/>
                    <a:pt x="2049" y="6916"/>
                  </a:cubicBezTo>
                  <a:lnTo>
                    <a:pt x="3277" y="5687"/>
                  </a:lnTo>
                  <a:cubicBezTo>
                    <a:pt x="3325" y="5624"/>
                    <a:pt x="3411" y="5593"/>
                    <a:pt x="3506" y="5593"/>
                  </a:cubicBezTo>
                  <a:close/>
                  <a:moveTo>
                    <a:pt x="7034" y="1"/>
                  </a:moveTo>
                  <a:cubicBezTo>
                    <a:pt x="6396" y="1"/>
                    <a:pt x="5766" y="237"/>
                    <a:pt x="5325" y="710"/>
                  </a:cubicBezTo>
                  <a:lnTo>
                    <a:pt x="127" y="5908"/>
                  </a:lnTo>
                  <a:cubicBezTo>
                    <a:pt x="32" y="6003"/>
                    <a:pt x="1" y="6129"/>
                    <a:pt x="1" y="6192"/>
                  </a:cubicBezTo>
                  <a:lnTo>
                    <a:pt x="221" y="8428"/>
                  </a:lnTo>
                  <a:cubicBezTo>
                    <a:pt x="221" y="8586"/>
                    <a:pt x="347" y="8712"/>
                    <a:pt x="505" y="8743"/>
                  </a:cubicBezTo>
                  <a:lnTo>
                    <a:pt x="3214" y="9500"/>
                  </a:lnTo>
                  <a:cubicBezTo>
                    <a:pt x="3248" y="9508"/>
                    <a:pt x="3282" y="9512"/>
                    <a:pt x="3316" y="9512"/>
                  </a:cubicBezTo>
                  <a:cubicBezTo>
                    <a:pt x="3408" y="9512"/>
                    <a:pt x="3500" y="9483"/>
                    <a:pt x="3592" y="9437"/>
                  </a:cubicBezTo>
                  <a:lnTo>
                    <a:pt x="8791" y="4238"/>
                  </a:lnTo>
                  <a:cubicBezTo>
                    <a:pt x="9263" y="3766"/>
                    <a:pt x="9484" y="3167"/>
                    <a:pt x="9484" y="2505"/>
                  </a:cubicBezTo>
                  <a:cubicBezTo>
                    <a:pt x="9484" y="1812"/>
                    <a:pt x="9200" y="1182"/>
                    <a:pt x="8791" y="710"/>
                  </a:cubicBezTo>
                  <a:cubicBezTo>
                    <a:pt x="8318" y="237"/>
                    <a:pt x="7672" y="1"/>
                    <a:pt x="70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9" name="Google Shape;2149;p83"/>
          <p:cNvGrpSpPr/>
          <p:nvPr/>
        </p:nvGrpSpPr>
        <p:grpSpPr>
          <a:xfrm>
            <a:off x="2710879" y="3438698"/>
            <a:ext cx="312375" cy="357596"/>
            <a:chOff x="-44895900" y="3929450"/>
            <a:chExt cx="263875" cy="302075"/>
          </a:xfrm>
        </p:grpSpPr>
        <p:sp>
          <p:nvSpPr>
            <p:cNvPr id="2150" name="Google Shape;2150;p83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83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83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83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83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83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6" name="Google Shape;2156;p83"/>
          <p:cNvGrpSpPr/>
          <p:nvPr/>
        </p:nvGrpSpPr>
        <p:grpSpPr>
          <a:xfrm>
            <a:off x="2183543" y="1854929"/>
            <a:ext cx="356205" cy="332885"/>
            <a:chOff x="-49397175" y="3192625"/>
            <a:chExt cx="300900" cy="281200"/>
          </a:xfrm>
        </p:grpSpPr>
        <p:sp>
          <p:nvSpPr>
            <p:cNvPr id="2157" name="Google Shape;2157;p83"/>
            <p:cNvSpPr/>
            <p:nvPr/>
          </p:nvSpPr>
          <p:spPr>
            <a:xfrm>
              <a:off x="-49325500" y="3297975"/>
              <a:ext cx="64625" cy="58500"/>
            </a:xfrm>
            <a:custGeom>
              <a:avLst/>
              <a:gdLst/>
              <a:ahLst/>
              <a:cxnLst/>
              <a:rect l="l" t="t" r="r" b="b"/>
              <a:pathLst>
                <a:path w="2585" h="2340" extrusionOk="0">
                  <a:moveTo>
                    <a:pt x="1045" y="1"/>
                  </a:moveTo>
                  <a:cubicBezTo>
                    <a:pt x="692" y="1"/>
                    <a:pt x="336" y="54"/>
                    <a:pt x="1" y="165"/>
                  </a:cubicBezTo>
                  <a:cubicBezTo>
                    <a:pt x="158" y="1079"/>
                    <a:pt x="694" y="1867"/>
                    <a:pt x="1482" y="2339"/>
                  </a:cubicBezTo>
                  <a:cubicBezTo>
                    <a:pt x="1639" y="1583"/>
                    <a:pt x="2017" y="890"/>
                    <a:pt x="2584" y="354"/>
                  </a:cubicBezTo>
                  <a:cubicBezTo>
                    <a:pt x="2126" y="126"/>
                    <a:pt x="1588" y="1"/>
                    <a:pt x="10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83"/>
            <p:cNvSpPr/>
            <p:nvPr/>
          </p:nvSpPr>
          <p:spPr>
            <a:xfrm>
              <a:off x="-49345975" y="3192625"/>
              <a:ext cx="199300" cy="103975"/>
            </a:xfrm>
            <a:custGeom>
              <a:avLst/>
              <a:gdLst/>
              <a:ahLst/>
              <a:cxnLst/>
              <a:rect l="l" t="t" r="r" b="b"/>
              <a:pathLst>
                <a:path w="7972" h="4159" extrusionOk="0">
                  <a:moveTo>
                    <a:pt x="3970" y="0"/>
                  </a:moveTo>
                  <a:cubicBezTo>
                    <a:pt x="1670" y="0"/>
                    <a:pt x="1" y="2048"/>
                    <a:pt x="127" y="3907"/>
                  </a:cubicBezTo>
                  <a:cubicBezTo>
                    <a:pt x="743" y="3639"/>
                    <a:pt x="1342" y="3513"/>
                    <a:pt x="1908" y="3513"/>
                  </a:cubicBezTo>
                  <a:cubicBezTo>
                    <a:pt x="2671" y="3513"/>
                    <a:pt x="3373" y="3743"/>
                    <a:pt x="3970" y="4159"/>
                  </a:cubicBezTo>
                  <a:cubicBezTo>
                    <a:pt x="4586" y="3743"/>
                    <a:pt x="5274" y="3513"/>
                    <a:pt x="6036" y="3513"/>
                  </a:cubicBezTo>
                  <a:cubicBezTo>
                    <a:pt x="6599" y="3513"/>
                    <a:pt x="7202" y="3639"/>
                    <a:pt x="7845" y="3907"/>
                  </a:cubicBezTo>
                  <a:cubicBezTo>
                    <a:pt x="7971" y="2048"/>
                    <a:pt x="6302" y="0"/>
                    <a:pt x="39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83"/>
            <p:cNvSpPr/>
            <p:nvPr/>
          </p:nvSpPr>
          <p:spPr>
            <a:xfrm>
              <a:off x="-49272725" y="3381650"/>
              <a:ext cx="52800" cy="53575"/>
            </a:xfrm>
            <a:custGeom>
              <a:avLst/>
              <a:gdLst/>
              <a:ahLst/>
              <a:cxnLst/>
              <a:rect l="l" t="t" r="r" b="b"/>
              <a:pathLst>
                <a:path w="2112" h="2143" extrusionOk="0">
                  <a:moveTo>
                    <a:pt x="2112" y="0"/>
                  </a:moveTo>
                  <a:cubicBezTo>
                    <a:pt x="1765" y="111"/>
                    <a:pt x="1403" y="166"/>
                    <a:pt x="1044" y="166"/>
                  </a:cubicBezTo>
                  <a:cubicBezTo>
                    <a:pt x="686" y="166"/>
                    <a:pt x="331" y="111"/>
                    <a:pt x="1" y="0"/>
                  </a:cubicBezTo>
                  <a:lnTo>
                    <a:pt x="1" y="0"/>
                  </a:lnTo>
                  <a:cubicBezTo>
                    <a:pt x="32" y="851"/>
                    <a:pt x="442" y="1576"/>
                    <a:pt x="1040" y="2143"/>
                  </a:cubicBezTo>
                  <a:cubicBezTo>
                    <a:pt x="1702" y="1576"/>
                    <a:pt x="2049" y="788"/>
                    <a:pt x="2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83"/>
            <p:cNvSpPr/>
            <p:nvPr/>
          </p:nvSpPr>
          <p:spPr>
            <a:xfrm>
              <a:off x="-49231775" y="3298075"/>
              <a:ext cx="63050" cy="58400"/>
            </a:xfrm>
            <a:custGeom>
              <a:avLst/>
              <a:gdLst/>
              <a:ahLst/>
              <a:cxnLst/>
              <a:rect l="l" t="t" r="r" b="b"/>
              <a:pathLst>
                <a:path w="2522" h="2336" extrusionOk="0">
                  <a:moveTo>
                    <a:pt x="1547" y="0"/>
                  </a:moveTo>
                  <a:cubicBezTo>
                    <a:pt x="1009" y="0"/>
                    <a:pt x="469" y="141"/>
                    <a:pt x="1" y="414"/>
                  </a:cubicBezTo>
                  <a:cubicBezTo>
                    <a:pt x="568" y="918"/>
                    <a:pt x="915" y="1611"/>
                    <a:pt x="1072" y="2335"/>
                  </a:cubicBezTo>
                  <a:cubicBezTo>
                    <a:pt x="1860" y="1863"/>
                    <a:pt x="2364" y="1075"/>
                    <a:pt x="2521" y="161"/>
                  </a:cubicBezTo>
                  <a:cubicBezTo>
                    <a:pt x="2209" y="53"/>
                    <a:pt x="1879" y="0"/>
                    <a:pt x="1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83"/>
            <p:cNvSpPr/>
            <p:nvPr/>
          </p:nvSpPr>
          <p:spPr>
            <a:xfrm>
              <a:off x="-49271925" y="3317850"/>
              <a:ext cx="48850" cy="49850"/>
            </a:xfrm>
            <a:custGeom>
              <a:avLst/>
              <a:gdLst/>
              <a:ahLst/>
              <a:cxnLst/>
              <a:rect l="l" t="t" r="r" b="b"/>
              <a:pathLst>
                <a:path w="1954" h="1994" extrusionOk="0">
                  <a:moveTo>
                    <a:pt x="977" y="1"/>
                  </a:moveTo>
                  <a:cubicBezTo>
                    <a:pt x="441" y="505"/>
                    <a:pt x="158" y="1040"/>
                    <a:pt x="0" y="1828"/>
                  </a:cubicBezTo>
                  <a:cubicBezTo>
                    <a:pt x="347" y="1938"/>
                    <a:pt x="670" y="1993"/>
                    <a:pt x="989" y="1993"/>
                  </a:cubicBezTo>
                  <a:cubicBezTo>
                    <a:pt x="1308" y="1993"/>
                    <a:pt x="1623" y="1938"/>
                    <a:pt x="1953" y="1828"/>
                  </a:cubicBezTo>
                  <a:cubicBezTo>
                    <a:pt x="1859" y="1103"/>
                    <a:pt x="1607" y="568"/>
                    <a:pt x="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83"/>
            <p:cNvSpPr/>
            <p:nvPr/>
          </p:nvSpPr>
          <p:spPr>
            <a:xfrm>
              <a:off x="-49245950" y="3291075"/>
              <a:ext cx="149675" cy="182750"/>
            </a:xfrm>
            <a:custGeom>
              <a:avLst/>
              <a:gdLst/>
              <a:ahLst/>
              <a:cxnLst/>
              <a:rect l="l" t="t" r="r" b="b"/>
              <a:pathLst>
                <a:path w="5987" h="7310" extrusionOk="0">
                  <a:moveTo>
                    <a:pt x="3844" y="0"/>
                  </a:moveTo>
                  <a:cubicBezTo>
                    <a:pt x="3718" y="1670"/>
                    <a:pt x="2899" y="2773"/>
                    <a:pt x="1734" y="3371"/>
                  </a:cubicBezTo>
                  <a:cubicBezTo>
                    <a:pt x="1765" y="4537"/>
                    <a:pt x="1261" y="5734"/>
                    <a:pt x="1" y="6679"/>
                  </a:cubicBezTo>
                  <a:cubicBezTo>
                    <a:pt x="631" y="7057"/>
                    <a:pt x="1324" y="7310"/>
                    <a:pt x="2080" y="7310"/>
                  </a:cubicBezTo>
                  <a:cubicBezTo>
                    <a:pt x="4191" y="7310"/>
                    <a:pt x="5987" y="5577"/>
                    <a:pt x="5987" y="3434"/>
                  </a:cubicBezTo>
                  <a:cubicBezTo>
                    <a:pt x="5955" y="1985"/>
                    <a:pt x="5105" y="630"/>
                    <a:pt x="3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83"/>
            <p:cNvSpPr/>
            <p:nvPr/>
          </p:nvSpPr>
          <p:spPr>
            <a:xfrm>
              <a:off x="-49397175" y="3291075"/>
              <a:ext cx="149675" cy="182750"/>
            </a:xfrm>
            <a:custGeom>
              <a:avLst/>
              <a:gdLst/>
              <a:ahLst/>
              <a:cxnLst/>
              <a:rect l="l" t="t" r="r" b="b"/>
              <a:pathLst>
                <a:path w="5987" h="7310" extrusionOk="0">
                  <a:moveTo>
                    <a:pt x="2143" y="0"/>
                  </a:moveTo>
                  <a:cubicBezTo>
                    <a:pt x="852" y="694"/>
                    <a:pt x="1" y="1985"/>
                    <a:pt x="1" y="3434"/>
                  </a:cubicBezTo>
                  <a:cubicBezTo>
                    <a:pt x="1" y="5577"/>
                    <a:pt x="1797" y="7310"/>
                    <a:pt x="3908" y="7310"/>
                  </a:cubicBezTo>
                  <a:cubicBezTo>
                    <a:pt x="4664" y="7310"/>
                    <a:pt x="5357" y="7057"/>
                    <a:pt x="5987" y="6679"/>
                  </a:cubicBezTo>
                  <a:cubicBezTo>
                    <a:pt x="4727" y="5734"/>
                    <a:pt x="4223" y="4537"/>
                    <a:pt x="4254" y="3371"/>
                  </a:cubicBezTo>
                  <a:cubicBezTo>
                    <a:pt x="3088" y="2773"/>
                    <a:pt x="2301" y="1670"/>
                    <a:pt x="2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4" name="Google Shape;2164;p83"/>
          <p:cNvGrpSpPr/>
          <p:nvPr/>
        </p:nvGrpSpPr>
        <p:grpSpPr>
          <a:xfrm>
            <a:off x="7859415" y="3899627"/>
            <a:ext cx="304000" cy="356205"/>
            <a:chOff x="-49375900" y="3550975"/>
            <a:chExt cx="256800" cy="300900"/>
          </a:xfrm>
        </p:grpSpPr>
        <p:sp>
          <p:nvSpPr>
            <p:cNvPr id="2165" name="Google Shape;2165;p83"/>
            <p:cNvSpPr/>
            <p:nvPr/>
          </p:nvSpPr>
          <p:spPr>
            <a:xfrm>
              <a:off x="-49231775" y="3638425"/>
              <a:ext cx="59100" cy="59075"/>
            </a:xfrm>
            <a:custGeom>
              <a:avLst/>
              <a:gdLst/>
              <a:ahLst/>
              <a:cxnLst/>
              <a:rect l="l" t="t" r="r" b="b"/>
              <a:pathLst>
                <a:path w="2364" h="2363" extrusionOk="0">
                  <a:moveTo>
                    <a:pt x="1" y="0"/>
                  </a:moveTo>
                  <a:lnTo>
                    <a:pt x="1513" y="2363"/>
                  </a:lnTo>
                  <a:lnTo>
                    <a:pt x="23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83"/>
            <p:cNvSpPr/>
            <p:nvPr/>
          </p:nvSpPr>
          <p:spPr>
            <a:xfrm>
              <a:off x="-49291625" y="3726625"/>
              <a:ext cx="87450" cy="123675"/>
            </a:xfrm>
            <a:custGeom>
              <a:avLst/>
              <a:gdLst/>
              <a:ahLst/>
              <a:cxnLst/>
              <a:rect l="l" t="t" r="r" b="b"/>
              <a:pathLst>
                <a:path w="3498" h="4947" extrusionOk="0">
                  <a:moveTo>
                    <a:pt x="1" y="1"/>
                  </a:moveTo>
                  <a:lnTo>
                    <a:pt x="1733" y="4947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83"/>
            <p:cNvSpPr/>
            <p:nvPr/>
          </p:nvSpPr>
          <p:spPr>
            <a:xfrm>
              <a:off x="-49288475" y="3647075"/>
              <a:ext cx="81150" cy="61450"/>
            </a:xfrm>
            <a:custGeom>
              <a:avLst/>
              <a:gdLst/>
              <a:ahLst/>
              <a:cxnLst/>
              <a:rect l="l" t="t" r="r" b="b"/>
              <a:pathLst>
                <a:path w="3246" h="2458" extrusionOk="0">
                  <a:moveTo>
                    <a:pt x="1607" y="1"/>
                  </a:moveTo>
                  <a:lnTo>
                    <a:pt x="1" y="2458"/>
                  </a:lnTo>
                  <a:lnTo>
                    <a:pt x="3246" y="2458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83"/>
            <p:cNvSpPr/>
            <p:nvPr/>
          </p:nvSpPr>
          <p:spPr>
            <a:xfrm>
              <a:off x="-49375900" y="3648650"/>
              <a:ext cx="59100" cy="59875"/>
            </a:xfrm>
            <a:custGeom>
              <a:avLst/>
              <a:gdLst/>
              <a:ahLst/>
              <a:cxnLst/>
              <a:rect l="l" t="t" r="r" b="b"/>
              <a:pathLst>
                <a:path w="2364" h="2395" extrusionOk="0">
                  <a:moveTo>
                    <a:pt x="1513" y="1"/>
                  </a:moveTo>
                  <a:lnTo>
                    <a:pt x="1" y="2395"/>
                  </a:lnTo>
                  <a:lnTo>
                    <a:pt x="2363" y="2395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83"/>
            <p:cNvSpPr/>
            <p:nvPr/>
          </p:nvSpPr>
          <p:spPr>
            <a:xfrm>
              <a:off x="-49229400" y="3726625"/>
              <a:ext cx="109500" cy="125250"/>
            </a:xfrm>
            <a:custGeom>
              <a:avLst/>
              <a:gdLst/>
              <a:ahLst/>
              <a:cxnLst/>
              <a:rect l="l" t="t" r="r" b="b"/>
              <a:pathLst>
                <a:path w="4380" h="5010" extrusionOk="0">
                  <a:moveTo>
                    <a:pt x="1765" y="1"/>
                  </a:moveTo>
                  <a:lnTo>
                    <a:pt x="0" y="5010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83"/>
            <p:cNvSpPr/>
            <p:nvPr/>
          </p:nvSpPr>
          <p:spPr>
            <a:xfrm>
              <a:off x="-49179000" y="3648650"/>
              <a:ext cx="59900" cy="59875"/>
            </a:xfrm>
            <a:custGeom>
              <a:avLst/>
              <a:gdLst/>
              <a:ahLst/>
              <a:cxnLst/>
              <a:rect l="l" t="t" r="r" b="b"/>
              <a:pathLst>
                <a:path w="2396" h="2395" extrusionOk="0">
                  <a:moveTo>
                    <a:pt x="851" y="1"/>
                  </a:moveTo>
                  <a:lnTo>
                    <a:pt x="1" y="2395"/>
                  </a:lnTo>
                  <a:lnTo>
                    <a:pt x="2395" y="2395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83"/>
            <p:cNvSpPr/>
            <p:nvPr/>
          </p:nvSpPr>
          <p:spPr>
            <a:xfrm>
              <a:off x="-49323125" y="3638425"/>
              <a:ext cx="59100" cy="59075"/>
            </a:xfrm>
            <a:custGeom>
              <a:avLst/>
              <a:gdLst/>
              <a:ahLst/>
              <a:cxnLst/>
              <a:rect l="l" t="t" r="r" b="b"/>
              <a:pathLst>
                <a:path w="2364" h="2363" extrusionOk="0">
                  <a:moveTo>
                    <a:pt x="0" y="0"/>
                  </a:moveTo>
                  <a:lnTo>
                    <a:pt x="819" y="2363"/>
                  </a:lnTo>
                  <a:lnTo>
                    <a:pt x="23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83"/>
            <p:cNvSpPr/>
            <p:nvPr/>
          </p:nvSpPr>
          <p:spPr>
            <a:xfrm>
              <a:off x="-49375100" y="3726625"/>
              <a:ext cx="108700" cy="125250"/>
            </a:xfrm>
            <a:custGeom>
              <a:avLst/>
              <a:gdLst/>
              <a:ahLst/>
              <a:cxnLst/>
              <a:rect l="l" t="t" r="r" b="b"/>
              <a:pathLst>
                <a:path w="4348" h="5010" extrusionOk="0">
                  <a:moveTo>
                    <a:pt x="0" y="1"/>
                  </a:moveTo>
                  <a:lnTo>
                    <a:pt x="4348" y="5010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83"/>
            <p:cNvSpPr/>
            <p:nvPr/>
          </p:nvSpPr>
          <p:spPr>
            <a:xfrm>
              <a:off x="-49256975" y="3550975"/>
              <a:ext cx="17350" cy="53600"/>
            </a:xfrm>
            <a:custGeom>
              <a:avLst/>
              <a:gdLst/>
              <a:ahLst/>
              <a:cxnLst/>
              <a:rect l="l" t="t" r="r" b="b"/>
              <a:pathLst>
                <a:path w="694" h="2144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47" y="2143"/>
                  </a:cubicBezTo>
                  <a:cubicBezTo>
                    <a:pt x="536" y="2143"/>
                    <a:pt x="694" y="1986"/>
                    <a:pt x="694" y="1797"/>
                  </a:cubicBez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83"/>
            <p:cNvSpPr/>
            <p:nvPr/>
          </p:nvSpPr>
          <p:spPr>
            <a:xfrm>
              <a:off x="-49323125" y="3575850"/>
              <a:ext cx="43350" cy="32650"/>
            </a:xfrm>
            <a:custGeom>
              <a:avLst/>
              <a:gdLst/>
              <a:ahLst/>
              <a:cxnLst/>
              <a:rect l="l" t="t" r="r" b="b"/>
              <a:pathLst>
                <a:path w="1734" h="1306" extrusionOk="0">
                  <a:moveTo>
                    <a:pt x="371" y="0"/>
                  </a:moveTo>
                  <a:cubicBezTo>
                    <a:pt x="259" y="0"/>
                    <a:pt x="147" y="56"/>
                    <a:pt x="63" y="140"/>
                  </a:cubicBezTo>
                  <a:cubicBezTo>
                    <a:pt x="0" y="298"/>
                    <a:pt x="32" y="518"/>
                    <a:pt x="189" y="613"/>
                  </a:cubicBezTo>
                  <a:lnTo>
                    <a:pt x="1166" y="1274"/>
                  </a:lnTo>
                  <a:cubicBezTo>
                    <a:pt x="1261" y="1306"/>
                    <a:pt x="1292" y="1306"/>
                    <a:pt x="1387" y="1306"/>
                  </a:cubicBezTo>
                  <a:cubicBezTo>
                    <a:pt x="1481" y="1306"/>
                    <a:pt x="1607" y="1211"/>
                    <a:pt x="1639" y="1148"/>
                  </a:cubicBezTo>
                  <a:cubicBezTo>
                    <a:pt x="1733" y="991"/>
                    <a:pt x="1702" y="802"/>
                    <a:pt x="1544" y="676"/>
                  </a:cubicBezTo>
                  <a:lnTo>
                    <a:pt x="536" y="46"/>
                  </a:lnTo>
                  <a:cubicBezTo>
                    <a:pt x="483" y="14"/>
                    <a:pt x="427" y="0"/>
                    <a:pt x="3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83"/>
            <p:cNvSpPr/>
            <p:nvPr/>
          </p:nvSpPr>
          <p:spPr>
            <a:xfrm>
              <a:off x="-49217575" y="3575525"/>
              <a:ext cx="44900" cy="32975"/>
            </a:xfrm>
            <a:custGeom>
              <a:avLst/>
              <a:gdLst/>
              <a:ahLst/>
              <a:cxnLst/>
              <a:rect l="l" t="t" r="r" b="b"/>
              <a:pathLst>
                <a:path w="1796" h="1319" extrusionOk="0">
                  <a:moveTo>
                    <a:pt x="1370" y="0"/>
                  </a:moveTo>
                  <a:cubicBezTo>
                    <a:pt x="1309" y="0"/>
                    <a:pt x="1248" y="18"/>
                    <a:pt x="1197" y="59"/>
                  </a:cubicBezTo>
                  <a:lnTo>
                    <a:pt x="221" y="689"/>
                  </a:lnTo>
                  <a:cubicBezTo>
                    <a:pt x="63" y="752"/>
                    <a:pt x="0" y="1004"/>
                    <a:pt x="95" y="1161"/>
                  </a:cubicBezTo>
                  <a:cubicBezTo>
                    <a:pt x="158" y="1287"/>
                    <a:pt x="252" y="1319"/>
                    <a:pt x="378" y="1319"/>
                  </a:cubicBezTo>
                  <a:cubicBezTo>
                    <a:pt x="473" y="1319"/>
                    <a:pt x="536" y="1287"/>
                    <a:pt x="567" y="1287"/>
                  </a:cubicBezTo>
                  <a:lnTo>
                    <a:pt x="1575" y="657"/>
                  </a:lnTo>
                  <a:cubicBezTo>
                    <a:pt x="1733" y="563"/>
                    <a:pt x="1796" y="342"/>
                    <a:pt x="1670" y="185"/>
                  </a:cubicBezTo>
                  <a:cubicBezTo>
                    <a:pt x="1627" y="78"/>
                    <a:pt x="1498" y="0"/>
                    <a:pt x="13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6" name="Google Shape;2176;p83"/>
          <p:cNvGrpSpPr/>
          <p:nvPr/>
        </p:nvGrpSpPr>
        <p:grpSpPr>
          <a:xfrm>
            <a:off x="2206702" y="2947989"/>
            <a:ext cx="313293" cy="356205"/>
            <a:chOff x="-49378250" y="3920375"/>
            <a:chExt cx="264650" cy="300900"/>
          </a:xfrm>
        </p:grpSpPr>
        <p:sp>
          <p:nvSpPr>
            <p:cNvPr id="2177" name="Google Shape;2177;p83"/>
            <p:cNvSpPr/>
            <p:nvPr/>
          </p:nvSpPr>
          <p:spPr>
            <a:xfrm>
              <a:off x="-49272725" y="4185025"/>
              <a:ext cx="70925" cy="35475"/>
            </a:xfrm>
            <a:custGeom>
              <a:avLst/>
              <a:gdLst/>
              <a:ahLst/>
              <a:cxnLst/>
              <a:rect l="l" t="t" r="r" b="b"/>
              <a:pathLst>
                <a:path w="2837" h="1419" extrusionOk="0">
                  <a:moveTo>
                    <a:pt x="32" y="0"/>
                  </a:moveTo>
                  <a:lnTo>
                    <a:pt x="32" y="378"/>
                  </a:lnTo>
                  <a:lnTo>
                    <a:pt x="1" y="378"/>
                  </a:lnTo>
                  <a:cubicBezTo>
                    <a:pt x="1" y="945"/>
                    <a:pt x="473" y="1418"/>
                    <a:pt x="1040" y="1418"/>
                  </a:cubicBezTo>
                  <a:lnTo>
                    <a:pt x="1765" y="1418"/>
                  </a:lnTo>
                  <a:cubicBezTo>
                    <a:pt x="2364" y="1418"/>
                    <a:pt x="2836" y="945"/>
                    <a:pt x="2836" y="378"/>
                  </a:cubicBezTo>
                  <a:lnTo>
                    <a:pt x="28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83"/>
            <p:cNvSpPr/>
            <p:nvPr/>
          </p:nvSpPr>
          <p:spPr>
            <a:xfrm>
              <a:off x="-49378250" y="3920375"/>
              <a:ext cx="87425" cy="300900"/>
            </a:xfrm>
            <a:custGeom>
              <a:avLst/>
              <a:gdLst/>
              <a:ahLst/>
              <a:cxnLst/>
              <a:rect l="l" t="t" r="r" b="b"/>
              <a:pathLst>
                <a:path w="3497" h="1203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1764" y="1418"/>
                  </a:lnTo>
                  <a:cubicBezTo>
                    <a:pt x="1953" y="1418"/>
                    <a:pt x="2111" y="1576"/>
                    <a:pt x="2111" y="1765"/>
                  </a:cubicBezTo>
                  <a:cubicBezTo>
                    <a:pt x="2111" y="1954"/>
                    <a:pt x="1953" y="2112"/>
                    <a:pt x="1764" y="2112"/>
                  </a:cubicBezTo>
                  <a:lnTo>
                    <a:pt x="0" y="2112"/>
                  </a:lnTo>
                  <a:lnTo>
                    <a:pt x="0" y="2836"/>
                  </a:lnTo>
                  <a:lnTo>
                    <a:pt x="1071" y="2836"/>
                  </a:lnTo>
                  <a:cubicBezTo>
                    <a:pt x="1260" y="2836"/>
                    <a:pt x="1418" y="2994"/>
                    <a:pt x="1418" y="3183"/>
                  </a:cubicBezTo>
                  <a:cubicBezTo>
                    <a:pt x="1418" y="3372"/>
                    <a:pt x="1260" y="3529"/>
                    <a:pt x="1071" y="3529"/>
                  </a:cubicBezTo>
                  <a:lnTo>
                    <a:pt x="0" y="3529"/>
                  </a:lnTo>
                  <a:lnTo>
                    <a:pt x="0" y="4254"/>
                  </a:lnTo>
                  <a:lnTo>
                    <a:pt x="1764" y="4254"/>
                  </a:lnTo>
                  <a:cubicBezTo>
                    <a:pt x="1953" y="4254"/>
                    <a:pt x="2111" y="4411"/>
                    <a:pt x="2111" y="4600"/>
                  </a:cubicBezTo>
                  <a:cubicBezTo>
                    <a:pt x="2111" y="4789"/>
                    <a:pt x="1953" y="4947"/>
                    <a:pt x="1764" y="4947"/>
                  </a:cubicBezTo>
                  <a:lnTo>
                    <a:pt x="0" y="4947"/>
                  </a:lnTo>
                  <a:lnTo>
                    <a:pt x="0" y="5672"/>
                  </a:lnTo>
                  <a:lnTo>
                    <a:pt x="1071" y="5672"/>
                  </a:lnTo>
                  <a:cubicBezTo>
                    <a:pt x="1260" y="5672"/>
                    <a:pt x="1418" y="5829"/>
                    <a:pt x="1418" y="6018"/>
                  </a:cubicBezTo>
                  <a:cubicBezTo>
                    <a:pt x="1418" y="6207"/>
                    <a:pt x="1260" y="6365"/>
                    <a:pt x="1071" y="6365"/>
                  </a:cubicBezTo>
                  <a:lnTo>
                    <a:pt x="0" y="6365"/>
                  </a:lnTo>
                  <a:lnTo>
                    <a:pt x="0" y="7089"/>
                  </a:lnTo>
                  <a:lnTo>
                    <a:pt x="1764" y="7089"/>
                  </a:lnTo>
                  <a:cubicBezTo>
                    <a:pt x="1953" y="7089"/>
                    <a:pt x="2111" y="7247"/>
                    <a:pt x="2111" y="7436"/>
                  </a:cubicBezTo>
                  <a:cubicBezTo>
                    <a:pt x="2111" y="7625"/>
                    <a:pt x="1953" y="7782"/>
                    <a:pt x="1764" y="7782"/>
                  </a:cubicBezTo>
                  <a:lnTo>
                    <a:pt x="0" y="7782"/>
                  </a:lnTo>
                  <a:lnTo>
                    <a:pt x="0" y="8507"/>
                  </a:lnTo>
                  <a:lnTo>
                    <a:pt x="1071" y="8507"/>
                  </a:lnTo>
                  <a:cubicBezTo>
                    <a:pt x="1260" y="8507"/>
                    <a:pt x="1418" y="8665"/>
                    <a:pt x="1418" y="8854"/>
                  </a:cubicBezTo>
                  <a:cubicBezTo>
                    <a:pt x="1418" y="9043"/>
                    <a:pt x="1260" y="9200"/>
                    <a:pt x="1071" y="9200"/>
                  </a:cubicBezTo>
                  <a:lnTo>
                    <a:pt x="0" y="9200"/>
                  </a:lnTo>
                  <a:lnTo>
                    <a:pt x="0" y="9925"/>
                  </a:lnTo>
                  <a:lnTo>
                    <a:pt x="1764" y="9925"/>
                  </a:lnTo>
                  <a:cubicBezTo>
                    <a:pt x="1953" y="9925"/>
                    <a:pt x="2111" y="10082"/>
                    <a:pt x="2111" y="10271"/>
                  </a:cubicBezTo>
                  <a:cubicBezTo>
                    <a:pt x="2111" y="10460"/>
                    <a:pt x="1953" y="10618"/>
                    <a:pt x="1764" y="10618"/>
                  </a:cubicBezTo>
                  <a:lnTo>
                    <a:pt x="0" y="10618"/>
                  </a:lnTo>
                  <a:lnTo>
                    <a:pt x="0" y="11689"/>
                  </a:lnTo>
                  <a:cubicBezTo>
                    <a:pt x="0" y="11878"/>
                    <a:pt x="158" y="12036"/>
                    <a:pt x="347" y="12036"/>
                  </a:cubicBezTo>
                  <a:lnTo>
                    <a:pt x="3151" y="12036"/>
                  </a:lnTo>
                  <a:cubicBezTo>
                    <a:pt x="3340" y="12036"/>
                    <a:pt x="3497" y="11878"/>
                    <a:pt x="3497" y="11689"/>
                  </a:cubicBezTo>
                  <a:lnTo>
                    <a:pt x="3497" y="379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83"/>
            <p:cNvSpPr/>
            <p:nvPr/>
          </p:nvSpPr>
          <p:spPr>
            <a:xfrm>
              <a:off x="-49185300" y="3920375"/>
              <a:ext cx="71700" cy="87450"/>
            </a:xfrm>
            <a:custGeom>
              <a:avLst/>
              <a:gdLst/>
              <a:ahLst/>
              <a:cxnLst/>
              <a:rect l="l" t="t" r="r" b="b"/>
              <a:pathLst>
                <a:path w="2868" h="3498" extrusionOk="0">
                  <a:moveTo>
                    <a:pt x="2490" y="1"/>
                  </a:moveTo>
                  <a:cubicBezTo>
                    <a:pt x="1765" y="1"/>
                    <a:pt x="1229" y="32"/>
                    <a:pt x="631" y="631"/>
                  </a:cubicBezTo>
                  <a:cubicBezTo>
                    <a:pt x="253" y="1040"/>
                    <a:pt x="1" y="1576"/>
                    <a:pt x="1" y="2143"/>
                  </a:cubicBezTo>
                  <a:cubicBezTo>
                    <a:pt x="1" y="2868"/>
                    <a:pt x="631" y="3498"/>
                    <a:pt x="1418" y="3498"/>
                  </a:cubicBezTo>
                  <a:cubicBezTo>
                    <a:pt x="2017" y="3498"/>
                    <a:pt x="2553" y="3120"/>
                    <a:pt x="2742" y="2553"/>
                  </a:cubicBezTo>
                  <a:cubicBezTo>
                    <a:pt x="2868" y="2238"/>
                    <a:pt x="2805" y="1923"/>
                    <a:pt x="2616" y="1702"/>
                  </a:cubicBezTo>
                  <a:cubicBezTo>
                    <a:pt x="2395" y="1450"/>
                    <a:pt x="2269" y="1135"/>
                    <a:pt x="2742" y="568"/>
                  </a:cubicBezTo>
                  <a:cubicBezTo>
                    <a:pt x="2836" y="442"/>
                    <a:pt x="2868" y="316"/>
                    <a:pt x="2805" y="190"/>
                  </a:cubicBezTo>
                  <a:cubicBezTo>
                    <a:pt x="2742" y="95"/>
                    <a:pt x="261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83"/>
            <p:cNvSpPr/>
            <p:nvPr/>
          </p:nvSpPr>
          <p:spPr>
            <a:xfrm>
              <a:off x="-49182150" y="4019625"/>
              <a:ext cx="64625" cy="42550"/>
            </a:xfrm>
            <a:custGeom>
              <a:avLst/>
              <a:gdLst/>
              <a:ahLst/>
              <a:cxnLst/>
              <a:rect l="l" t="t" r="r" b="b"/>
              <a:pathLst>
                <a:path w="2585" h="1702" extrusionOk="0">
                  <a:moveTo>
                    <a:pt x="316" y="0"/>
                  </a:moveTo>
                  <a:cubicBezTo>
                    <a:pt x="158" y="473"/>
                    <a:pt x="32" y="1103"/>
                    <a:pt x="1" y="1702"/>
                  </a:cubicBezTo>
                  <a:lnTo>
                    <a:pt x="2584" y="1702"/>
                  </a:lnTo>
                  <a:cubicBezTo>
                    <a:pt x="2521" y="1103"/>
                    <a:pt x="2427" y="504"/>
                    <a:pt x="2269" y="0"/>
                  </a:cubicBezTo>
                  <a:cubicBezTo>
                    <a:pt x="1954" y="158"/>
                    <a:pt x="1639" y="252"/>
                    <a:pt x="1292" y="252"/>
                  </a:cubicBezTo>
                  <a:cubicBezTo>
                    <a:pt x="946" y="252"/>
                    <a:pt x="631" y="158"/>
                    <a:pt x="3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83"/>
            <p:cNvSpPr/>
            <p:nvPr/>
          </p:nvSpPr>
          <p:spPr>
            <a:xfrm>
              <a:off x="-49185300" y="4078700"/>
              <a:ext cx="70925" cy="141800"/>
            </a:xfrm>
            <a:custGeom>
              <a:avLst/>
              <a:gdLst/>
              <a:ahLst/>
              <a:cxnLst/>
              <a:rect l="l" t="t" r="r" b="b"/>
              <a:pathLst>
                <a:path w="2837" h="5672" extrusionOk="0">
                  <a:moveTo>
                    <a:pt x="32" y="0"/>
                  </a:moveTo>
                  <a:cubicBezTo>
                    <a:pt x="1" y="378"/>
                    <a:pt x="1" y="756"/>
                    <a:pt x="1" y="1071"/>
                  </a:cubicBezTo>
                  <a:cubicBezTo>
                    <a:pt x="1" y="2773"/>
                    <a:pt x="316" y="5671"/>
                    <a:pt x="1418" y="5671"/>
                  </a:cubicBezTo>
                  <a:cubicBezTo>
                    <a:pt x="2521" y="5671"/>
                    <a:pt x="2836" y="2804"/>
                    <a:pt x="2836" y="1071"/>
                  </a:cubicBezTo>
                  <a:cubicBezTo>
                    <a:pt x="2805" y="756"/>
                    <a:pt x="2805" y="410"/>
                    <a:pt x="27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83"/>
            <p:cNvSpPr/>
            <p:nvPr/>
          </p:nvSpPr>
          <p:spPr>
            <a:xfrm>
              <a:off x="-49271150" y="3920375"/>
              <a:ext cx="65400" cy="70125"/>
            </a:xfrm>
            <a:custGeom>
              <a:avLst/>
              <a:gdLst/>
              <a:ahLst/>
              <a:cxnLst/>
              <a:rect l="l" t="t" r="r" b="b"/>
              <a:pathLst>
                <a:path w="2616" h="2805" extrusionOk="0">
                  <a:moveTo>
                    <a:pt x="1324" y="1"/>
                  </a:moveTo>
                  <a:cubicBezTo>
                    <a:pt x="1182" y="1"/>
                    <a:pt x="1040" y="64"/>
                    <a:pt x="977" y="190"/>
                  </a:cubicBezTo>
                  <a:lnTo>
                    <a:pt x="1" y="2805"/>
                  </a:lnTo>
                  <a:lnTo>
                    <a:pt x="2616" y="2805"/>
                  </a:lnTo>
                  <a:lnTo>
                    <a:pt x="1670" y="190"/>
                  </a:lnTo>
                  <a:cubicBezTo>
                    <a:pt x="1607" y="64"/>
                    <a:pt x="1466" y="1"/>
                    <a:pt x="13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83"/>
            <p:cNvSpPr/>
            <p:nvPr/>
          </p:nvSpPr>
          <p:spPr>
            <a:xfrm>
              <a:off x="-49272725" y="4007800"/>
              <a:ext cx="70125" cy="159925"/>
            </a:xfrm>
            <a:custGeom>
              <a:avLst/>
              <a:gdLst/>
              <a:ahLst/>
              <a:cxnLst/>
              <a:rect l="l" t="t" r="r" b="b"/>
              <a:pathLst>
                <a:path w="2805" h="6397" extrusionOk="0">
                  <a:moveTo>
                    <a:pt x="1" y="1"/>
                  </a:moveTo>
                  <a:lnTo>
                    <a:pt x="1" y="6396"/>
                  </a:lnTo>
                  <a:lnTo>
                    <a:pt x="2805" y="6396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4" name="Google Shape;2184;p83"/>
          <p:cNvGrpSpPr/>
          <p:nvPr/>
        </p:nvGrpSpPr>
        <p:grpSpPr>
          <a:xfrm>
            <a:off x="667233" y="3438929"/>
            <a:ext cx="312375" cy="357123"/>
            <a:chOff x="-47505300" y="3200500"/>
            <a:chExt cx="263875" cy="301675"/>
          </a:xfrm>
        </p:grpSpPr>
        <p:sp>
          <p:nvSpPr>
            <p:cNvPr id="2185" name="Google Shape;2185;p83"/>
            <p:cNvSpPr/>
            <p:nvPr/>
          </p:nvSpPr>
          <p:spPr>
            <a:xfrm>
              <a:off x="-47382425" y="3306025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1387" y="1"/>
                  </a:moveTo>
                  <a:cubicBezTo>
                    <a:pt x="1198" y="726"/>
                    <a:pt x="694" y="1261"/>
                    <a:pt x="1" y="1387"/>
                  </a:cubicBezTo>
                  <a:lnTo>
                    <a:pt x="1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83"/>
            <p:cNvSpPr/>
            <p:nvPr/>
          </p:nvSpPr>
          <p:spPr>
            <a:xfrm>
              <a:off x="-47382425" y="3306025"/>
              <a:ext cx="15775" cy="15800"/>
            </a:xfrm>
            <a:custGeom>
              <a:avLst/>
              <a:gdLst/>
              <a:ahLst/>
              <a:cxnLst/>
              <a:rect l="l" t="t" r="r" b="b"/>
              <a:pathLst>
                <a:path w="631" h="632" extrusionOk="0">
                  <a:moveTo>
                    <a:pt x="1" y="1"/>
                  </a:moveTo>
                  <a:lnTo>
                    <a:pt x="1" y="631"/>
                  </a:lnTo>
                  <a:cubicBezTo>
                    <a:pt x="316" y="568"/>
                    <a:pt x="536" y="316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83"/>
            <p:cNvSpPr/>
            <p:nvPr/>
          </p:nvSpPr>
          <p:spPr>
            <a:xfrm>
              <a:off x="-47487975" y="3200500"/>
              <a:ext cx="210325" cy="301675"/>
            </a:xfrm>
            <a:custGeom>
              <a:avLst/>
              <a:gdLst/>
              <a:ahLst/>
              <a:cxnLst/>
              <a:rect l="l" t="t" r="r" b="b"/>
              <a:pathLst>
                <a:path w="8413" h="12067" extrusionOk="0">
                  <a:moveTo>
                    <a:pt x="3845" y="2111"/>
                  </a:moveTo>
                  <a:cubicBezTo>
                    <a:pt x="4727" y="2111"/>
                    <a:pt x="5420" y="2678"/>
                    <a:pt x="5577" y="3529"/>
                  </a:cubicBezTo>
                  <a:lnTo>
                    <a:pt x="6680" y="3529"/>
                  </a:lnTo>
                  <a:cubicBezTo>
                    <a:pt x="6901" y="3529"/>
                    <a:pt x="7058" y="3686"/>
                    <a:pt x="7058" y="3875"/>
                  </a:cubicBezTo>
                  <a:lnTo>
                    <a:pt x="7058" y="6711"/>
                  </a:lnTo>
                  <a:lnTo>
                    <a:pt x="6995" y="6711"/>
                  </a:lnTo>
                  <a:cubicBezTo>
                    <a:pt x="6995" y="6900"/>
                    <a:pt x="6838" y="7057"/>
                    <a:pt x="6648" y="7057"/>
                  </a:cubicBezTo>
                  <a:lnTo>
                    <a:pt x="3845" y="7057"/>
                  </a:lnTo>
                  <a:cubicBezTo>
                    <a:pt x="3656" y="7057"/>
                    <a:pt x="3498" y="6900"/>
                    <a:pt x="3498" y="6711"/>
                  </a:cubicBezTo>
                  <a:lnTo>
                    <a:pt x="3498" y="5608"/>
                  </a:lnTo>
                  <a:cubicBezTo>
                    <a:pt x="2710" y="5451"/>
                    <a:pt x="2080" y="4726"/>
                    <a:pt x="2080" y="3875"/>
                  </a:cubicBezTo>
                  <a:cubicBezTo>
                    <a:pt x="2080" y="2899"/>
                    <a:pt x="2868" y="2111"/>
                    <a:pt x="3845" y="2111"/>
                  </a:cubicBezTo>
                  <a:close/>
                  <a:moveTo>
                    <a:pt x="5262" y="8444"/>
                  </a:moveTo>
                  <a:cubicBezTo>
                    <a:pt x="5483" y="8444"/>
                    <a:pt x="5640" y="8601"/>
                    <a:pt x="5640" y="8790"/>
                  </a:cubicBezTo>
                  <a:cubicBezTo>
                    <a:pt x="5640" y="8979"/>
                    <a:pt x="5483" y="9137"/>
                    <a:pt x="5262" y="9137"/>
                  </a:cubicBezTo>
                  <a:lnTo>
                    <a:pt x="2490" y="9137"/>
                  </a:lnTo>
                  <a:cubicBezTo>
                    <a:pt x="2269" y="9137"/>
                    <a:pt x="2112" y="8979"/>
                    <a:pt x="2112" y="8790"/>
                  </a:cubicBezTo>
                  <a:cubicBezTo>
                    <a:pt x="2112" y="8601"/>
                    <a:pt x="2269" y="8444"/>
                    <a:pt x="2490" y="8444"/>
                  </a:cubicBezTo>
                  <a:close/>
                  <a:moveTo>
                    <a:pt x="6680" y="8444"/>
                  </a:moveTo>
                  <a:cubicBezTo>
                    <a:pt x="6901" y="8444"/>
                    <a:pt x="7058" y="8601"/>
                    <a:pt x="7058" y="8790"/>
                  </a:cubicBezTo>
                  <a:cubicBezTo>
                    <a:pt x="6995" y="8979"/>
                    <a:pt x="6838" y="9137"/>
                    <a:pt x="6680" y="9137"/>
                  </a:cubicBezTo>
                  <a:cubicBezTo>
                    <a:pt x="6491" y="9137"/>
                    <a:pt x="6333" y="8979"/>
                    <a:pt x="6333" y="8790"/>
                  </a:cubicBezTo>
                  <a:cubicBezTo>
                    <a:pt x="6333" y="8601"/>
                    <a:pt x="6491" y="8444"/>
                    <a:pt x="6680" y="8444"/>
                  </a:cubicBezTo>
                  <a:close/>
                  <a:moveTo>
                    <a:pt x="6680" y="9861"/>
                  </a:moveTo>
                  <a:cubicBezTo>
                    <a:pt x="6901" y="9861"/>
                    <a:pt x="7058" y="10019"/>
                    <a:pt x="7058" y="10208"/>
                  </a:cubicBezTo>
                  <a:cubicBezTo>
                    <a:pt x="7058" y="10397"/>
                    <a:pt x="6838" y="10554"/>
                    <a:pt x="6680" y="10554"/>
                  </a:cubicBezTo>
                  <a:lnTo>
                    <a:pt x="2490" y="10554"/>
                  </a:lnTo>
                  <a:cubicBezTo>
                    <a:pt x="2269" y="10554"/>
                    <a:pt x="2112" y="10397"/>
                    <a:pt x="2112" y="10208"/>
                  </a:cubicBezTo>
                  <a:cubicBezTo>
                    <a:pt x="2112" y="10019"/>
                    <a:pt x="2269" y="9861"/>
                    <a:pt x="2490" y="9861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418"/>
                  </a:lnTo>
                  <a:lnTo>
                    <a:pt x="1072" y="1418"/>
                  </a:lnTo>
                  <a:cubicBezTo>
                    <a:pt x="1261" y="1418"/>
                    <a:pt x="1419" y="1576"/>
                    <a:pt x="1419" y="1796"/>
                  </a:cubicBezTo>
                  <a:cubicBezTo>
                    <a:pt x="1419" y="1985"/>
                    <a:pt x="1261" y="2143"/>
                    <a:pt x="1072" y="2143"/>
                  </a:cubicBezTo>
                  <a:lnTo>
                    <a:pt x="1" y="2143"/>
                  </a:lnTo>
                  <a:lnTo>
                    <a:pt x="1" y="3560"/>
                  </a:lnTo>
                  <a:lnTo>
                    <a:pt x="1072" y="3560"/>
                  </a:lnTo>
                  <a:cubicBezTo>
                    <a:pt x="1261" y="3560"/>
                    <a:pt x="1419" y="3718"/>
                    <a:pt x="1419" y="3907"/>
                  </a:cubicBezTo>
                  <a:cubicBezTo>
                    <a:pt x="1419" y="4096"/>
                    <a:pt x="1261" y="4253"/>
                    <a:pt x="1072" y="4253"/>
                  </a:cubicBezTo>
                  <a:lnTo>
                    <a:pt x="1" y="4253"/>
                  </a:lnTo>
                  <a:lnTo>
                    <a:pt x="1" y="5671"/>
                  </a:lnTo>
                  <a:lnTo>
                    <a:pt x="1072" y="5671"/>
                  </a:lnTo>
                  <a:cubicBezTo>
                    <a:pt x="1261" y="5671"/>
                    <a:pt x="1419" y="5829"/>
                    <a:pt x="1419" y="6049"/>
                  </a:cubicBezTo>
                  <a:cubicBezTo>
                    <a:pt x="1419" y="6238"/>
                    <a:pt x="1261" y="6396"/>
                    <a:pt x="1072" y="6396"/>
                  </a:cubicBezTo>
                  <a:lnTo>
                    <a:pt x="1" y="6396"/>
                  </a:lnTo>
                  <a:lnTo>
                    <a:pt x="1" y="7814"/>
                  </a:lnTo>
                  <a:lnTo>
                    <a:pt x="1072" y="7814"/>
                  </a:lnTo>
                  <a:cubicBezTo>
                    <a:pt x="1261" y="7814"/>
                    <a:pt x="1419" y="7971"/>
                    <a:pt x="1419" y="8160"/>
                  </a:cubicBezTo>
                  <a:cubicBezTo>
                    <a:pt x="1419" y="8349"/>
                    <a:pt x="1261" y="8507"/>
                    <a:pt x="1072" y="8507"/>
                  </a:cubicBezTo>
                  <a:lnTo>
                    <a:pt x="1" y="8507"/>
                  </a:lnTo>
                  <a:lnTo>
                    <a:pt x="1" y="9924"/>
                  </a:lnTo>
                  <a:lnTo>
                    <a:pt x="1072" y="9924"/>
                  </a:lnTo>
                  <a:cubicBezTo>
                    <a:pt x="1261" y="9924"/>
                    <a:pt x="1419" y="10082"/>
                    <a:pt x="1419" y="10302"/>
                  </a:cubicBezTo>
                  <a:cubicBezTo>
                    <a:pt x="1419" y="10491"/>
                    <a:pt x="1261" y="10649"/>
                    <a:pt x="1072" y="10649"/>
                  </a:cubicBezTo>
                  <a:lnTo>
                    <a:pt x="1" y="10649"/>
                  </a:lnTo>
                  <a:lnTo>
                    <a:pt x="1" y="11689"/>
                  </a:lnTo>
                  <a:cubicBezTo>
                    <a:pt x="1" y="11909"/>
                    <a:pt x="158" y="12067"/>
                    <a:pt x="347" y="12067"/>
                  </a:cubicBezTo>
                  <a:lnTo>
                    <a:pt x="8066" y="12067"/>
                  </a:lnTo>
                  <a:cubicBezTo>
                    <a:pt x="8255" y="12067"/>
                    <a:pt x="8413" y="11909"/>
                    <a:pt x="8413" y="11689"/>
                  </a:cubicBezTo>
                  <a:lnTo>
                    <a:pt x="8413" y="410"/>
                  </a:lnTo>
                  <a:cubicBezTo>
                    <a:pt x="8413" y="158"/>
                    <a:pt x="8255" y="0"/>
                    <a:pt x="8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83"/>
            <p:cNvSpPr/>
            <p:nvPr/>
          </p:nvSpPr>
          <p:spPr>
            <a:xfrm>
              <a:off x="-47417875" y="32713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1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545"/>
                    <a:pt x="253" y="1891"/>
                    <a:pt x="694" y="2049"/>
                  </a:cubicBezTo>
                  <a:lnTo>
                    <a:pt x="694" y="1072"/>
                  </a:lnTo>
                  <a:cubicBezTo>
                    <a:pt x="694" y="883"/>
                    <a:pt x="852" y="725"/>
                    <a:pt x="1041" y="725"/>
                  </a:cubicBezTo>
                  <a:lnTo>
                    <a:pt x="2049" y="725"/>
                  </a:lnTo>
                  <a:cubicBezTo>
                    <a:pt x="1923" y="284"/>
                    <a:pt x="1513" y="1"/>
                    <a:pt x="10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83"/>
            <p:cNvSpPr/>
            <p:nvPr/>
          </p:nvSpPr>
          <p:spPr>
            <a:xfrm>
              <a:off x="-47505300" y="323595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27" y="0"/>
                    <a:pt x="1" y="158"/>
                    <a:pt x="1" y="378"/>
                  </a:cubicBezTo>
                  <a:cubicBezTo>
                    <a:pt x="1" y="567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83"/>
            <p:cNvSpPr/>
            <p:nvPr/>
          </p:nvSpPr>
          <p:spPr>
            <a:xfrm>
              <a:off x="-47505300" y="34470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27" y="0"/>
                    <a:pt x="1" y="158"/>
                    <a:pt x="1" y="347"/>
                  </a:cubicBezTo>
                  <a:cubicBezTo>
                    <a:pt x="1" y="536"/>
                    <a:pt x="127" y="693"/>
                    <a:pt x="347" y="693"/>
                  </a:cubicBezTo>
                  <a:lnTo>
                    <a:pt x="694" y="693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83"/>
            <p:cNvSpPr/>
            <p:nvPr/>
          </p:nvSpPr>
          <p:spPr>
            <a:xfrm>
              <a:off x="-47505300" y="33942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lnTo>
                    <a:pt x="347" y="32"/>
                  </a:lnTo>
                  <a:cubicBezTo>
                    <a:pt x="127" y="32"/>
                    <a:pt x="1" y="190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83"/>
            <p:cNvSpPr/>
            <p:nvPr/>
          </p:nvSpPr>
          <p:spPr>
            <a:xfrm>
              <a:off x="-47505300" y="33414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27" y="1"/>
                    <a:pt x="1" y="158"/>
                    <a:pt x="1" y="347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83"/>
            <p:cNvSpPr/>
            <p:nvPr/>
          </p:nvSpPr>
          <p:spPr>
            <a:xfrm>
              <a:off x="-47505300" y="32895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27" y="0"/>
                    <a:pt x="1" y="158"/>
                    <a:pt x="1" y="347"/>
                  </a:cubicBezTo>
                  <a:cubicBezTo>
                    <a:pt x="1" y="536"/>
                    <a:pt x="127" y="693"/>
                    <a:pt x="347" y="693"/>
                  </a:cubicBezTo>
                  <a:lnTo>
                    <a:pt x="694" y="693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83"/>
            <p:cNvSpPr/>
            <p:nvPr/>
          </p:nvSpPr>
          <p:spPr>
            <a:xfrm>
              <a:off x="-47259550" y="3411575"/>
              <a:ext cx="18125" cy="51225"/>
            </a:xfrm>
            <a:custGeom>
              <a:avLst/>
              <a:gdLst/>
              <a:ahLst/>
              <a:cxnLst/>
              <a:rect l="l" t="t" r="r" b="b"/>
              <a:pathLst>
                <a:path w="725" h="2049" extrusionOk="0">
                  <a:moveTo>
                    <a:pt x="0" y="1"/>
                  </a:moveTo>
                  <a:lnTo>
                    <a:pt x="0" y="2048"/>
                  </a:lnTo>
                  <a:cubicBezTo>
                    <a:pt x="410" y="1891"/>
                    <a:pt x="725" y="1481"/>
                    <a:pt x="725" y="1072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83"/>
            <p:cNvSpPr/>
            <p:nvPr/>
          </p:nvSpPr>
          <p:spPr>
            <a:xfrm>
              <a:off x="-47259550" y="3306025"/>
              <a:ext cx="18125" cy="35475"/>
            </a:xfrm>
            <a:custGeom>
              <a:avLst/>
              <a:gdLst/>
              <a:ahLst/>
              <a:cxnLst/>
              <a:rect l="l" t="t" r="r" b="b"/>
              <a:pathLst>
                <a:path w="725" h="1419" extrusionOk="0">
                  <a:moveTo>
                    <a:pt x="0" y="1"/>
                  </a:moveTo>
                  <a:lnTo>
                    <a:pt x="0" y="1419"/>
                  </a:lnTo>
                  <a:lnTo>
                    <a:pt x="725" y="1419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83"/>
            <p:cNvSpPr/>
            <p:nvPr/>
          </p:nvSpPr>
          <p:spPr>
            <a:xfrm>
              <a:off x="-47259550" y="3359600"/>
              <a:ext cx="18125" cy="34675"/>
            </a:xfrm>
            <a:custGeom>
              <a:avLst/>
              <a:gdLst/>
              <a:ahLst/>
              <a:cxnLst/>
              <a:rect l="l" t="t" r="r" b="b"/>
              <a:pathLst>
                <a:path w="725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725" y="1387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83"/>
            <p:cNvSpPr/>
            <p:nvPr/>
          </p:nvSpPr>
          <p:spPr>
            <a:xfrm>
              <a:off x="-47259550" y="3238300"/>
              <a:ext cx="18125" cy="51225"/>
            </a:xfrm>
            <a:custGeom>
              <a:avLst/>
              <a:gdLst/>
              <a:ahLst/>
              <a:cxnLst/>
              <a:rect l="l" t="t" r="r" b="b"/>
              <a:pathLst>
                <a:path w="725" h="2049" extrusionOk="0">
                  <a:moveTo>
                    <a:pt x="0" y="1"/>
                  </a:moveTo>
                  <a:lnTo>
                    <a:pt x="0" y="2048"/>
                  </a:lnTo>
                  <a:lnTo>
                    <a:pt x="725" y="2048"/>
                  </a:lnTo>
                  <a:lnTo>
                    <a:pt x="725" y="977"/>
                  </a:lnTo>
                  <a:cubicBezTo>
                    <a:pt x="693" y="505"/>
                    <a:pt x="410" y="12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8" name="Google Shape;2198;p83"/>
          <p:cNvGrpSpPr/>
          <p:nvPr/>
        </p:nvGrpSpPr>
        <p:grpSpPr>
          <a:xfrm>
            <a:off x="645390" y="3900205"/>
            <a:ext cx="356176" cy="355051"/>
            <a:chOff x="-47524975" y="3569100"/>
            <a:chExt cx="300875" cy="299925"/>
          </a:xfrm>
        </p:grpSpPr>
        <p:sp>
          <p:nvSpPr>
            <p:cNvPr id="2199" name="Google Shape;2199;p83"/>
            <p:cNvSpPr/>
            <p:nvPr/>
          </p:nvSpPr>
          <p:spPr>
            <a:xfrm>
              <a:off x="-47524975" y="3755775"/>
              <a:ext cx="115000" cy="113250"/>
            </a:xfrm>
            <a:custGeom>
              <a:avLst/>
              <a:gdLst/>
              <a:ahLst/>
              <a:cxnLst/>
              <a:rect l="l" t="t" r="r" b="b"/>
              <a:pathLst>
                <a:path w="4600" h="4530" extrusionOk="0">
                  <a:moveTo>
                    <a:pt x="3088" y="0"/>
                  </a:moveTo>
                  <a:lnTo>
                    <a:pt x="378" y="2741"/>
                  </a:lnTo>
                  <a:cubicBezTo>
                    <a:pt x="0" y="3119"/>
                    <a:pt x="0" y="3781"/>
                    <a:pt x="378" y="4222"/>
                  </a:cubicBezTo>
                  <a:cubicBezTo>
                    <a:pt x="583" y="4427"/>
                    <a:pt x="851" y="4529"/>
                    <a:pt x="1123" y="4529"/>
                  </a:cubicBezTo>
                  <a:cubicBezTo>
                    <a:pt x="1394" y="4529"/>
                    <a:pt x="1670" y="4427"/>
                    <a:pt x="1890" y="4222"/>
                  </a:cubicBezTo>
                  <a:lnTo>
                    <a:pt x="4600" y="1512"/>
                  </a:lnTo>
                  <a:cubicBezTo>
                    <a:pt x="4001" y="1103"/>
                    <a:pt x="3497" y="599"/>
                    <a:pt x="3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83"/>
            <p:cNvSpPr/>
            <p:nvPr/>
          </p:nvSpPr>
          <p:spPr>
            <a:xfrm>
              <a:off x="-47346200" y="36746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284" y="536"/>
                    <a:pt x="505" y="315"/>
                    <a:pt x="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83"/>
            <p:cNvSpPr/>
            <p:nvPr/>
          </p:nvSpPr>
          <p:spPr>
            <a:xfrm>
              <a:off x="-47382425" y="364000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12"/>
                    <a:pt x="253" y="1890"/>
                    <a:pt x="694" y="2048"/>
                  </a:cubicBezTo>
                  <a:lnTo>
                    <a:pt x="694" y="1071"/>
                  </a:lnTo>
                  <a:cubicBezTo>
                    <a:pt x="694" y="851"/>
                    <a:pt x="851" y="693"/>
                    <a:pt x="1040" y="693"/>
                  </a:cubicBezTo>
                  <a:lnTo>
                    <a:pt x="2048" y="693"/>
                  </a:lnTo>
                  <a:cubicBezTo>
                    <a:pt x="1922" y="284"/>
                    <a:pt x="1513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83"/>
            <p:cNvSpPr/>
            <p:nvPr/>
          </p:nvSpPr>
          <p:spPr>
            <a:xfrm>
              <a:off x="-47346975" y="36746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0"/>
                  </a:moveTo>
                  <a:cubicBezTo>
                    <a:pt x="1261" y="693"/>
                    <a:pt x="693" y="1260"/>
                    <a:pt x="0" y="1355"/>
                  </a:cubicBezTo>
                  <a:lnTo>
                    <a:pt x="0" y="2111"/>
                  </a:lnTo>
                  <a:lnTo>
                    <a:pt x="2111" y="2111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83"/>
            <p:cNvSpPr/>
            <p:nvPr/>
          </p:nvSpPr>
          <p:spPr>
            <a:xfrm>
              <a:off x="-47452525" y="3569100"/>
              <a:ext cx="228425" cy="228425"/>
            </a:xfrm>
            <a:custGeom>
              <a:avLst/>
              <a:gdLst/>
              <a:ahLst/>
              <a:cxnLst/>
              <a:rect l="l" t="t" r="r" b="b"/>
              <a:pathLst>
                <a:path w="9137" h="9137" extrusionOk="0">
                  <a:moveTo>
                    <a:pt x="3907" y="2080"/>
                  </a:moveTo>
                  <a:cubicBezTo>
                    <a:pt x="4758" y="2080"/>
                    <a:pt x="5483" y="2679"/>
                    <a:pt x="5640" y="3498"/>
                  </a:cubicBezTo>
                  <a:lnTo>
                    <a:pt x="6743" y="3498"/>
                  </a:lnTo>
                  <a:cubicBezTo>
                    <a:pt x="6932" y="3498"/>
                    <a:pt x="7089" y="3655"/>
                    <a:pt x="7089" y="3844"/>
                  </a:cubicBezTo>
                  <a:lnTo>
                    <a:pt x="7089" y="6680"/>
                  </a:lnTo>
                  <a:lnTo>
                    <a:pt x="7058" y="6680"/>
                  </a:lnTo>
                  <a:cubicBezTo>
                    <a:pt x="7058" y="6900"/>
                    <a:pt x="6900" y="7058"/>
                    <a:pt x="6680" y="7058"/>
                  </a:cubicBezTo>
                  <a:lnTo>
                    <a:pt x="3907" y="7058"/>
                  </a:lnTo>
                  <a:cubicBezTo>
                    <a:pt x="3687" y="7058"/>
                    <a:pt x="3529" y="6900"/>
                    <a:pt x="3529" y="6680"/>
                  </a:cubicBezTo>
                  <a:lnTo>
                    <a:pt x="3529" y="5577"/>
                  </a:lnTo>
                  <a:cubicBezTo>
                    <a:pt x="2742" y="5419"/>
                    <a:pt x="2111" y="4726"/>
                    <a:pt x="2111" y="3844"/>
                  </a:cubicBezTo>
                  <a:cubicBezTo>
                    <a:pt x="2111" y="2868"/>
                    <a:pt x="2899" y="2080"/>
                    <a:pt x="3907" y="2080"/>
                  </a:cubicBezTo>
                  <a:close/>
                  <a:moveTo>
                    <a:pt x="4569" y="1"/>
                  </a:moveTo>
                  <a:cubicBezTo>
                    <a:pt x="2048" y="1"/>
                    <a:pt x="1" y="2048"/>
                    <a:pt x="1" y="4569"/>
                  </a:cubicBezTo>
                  <a:cubicBezTo>
                    <a:pt x="1" y="7089"/>
                    <a:pt x="2048" y="9137"/>
                    <a:pt x="4569" y="9137"/>
                  </a:cubicBezTo>
                  <a:cubicBezTo>
                    <a:pt x="7089" y="9137"/>
                    <a:pt x="9137" y="7089"/>
                    <a:pt x="9137" y="4569"/>
                  </a:cubicBezTo>
                  <a:cubicBezTo>
                    <a:pt x="9137" y="2048"/>
                    <a:pt x="7089" y="1"/>
                    <a:pt x="4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4" name="Google Shape;2204;p83"/>
          <p:cNvGrpSpPr/>
          <p:nvPr/>
        </p:nvGrpSpPr>
        <p:grpSpPr>
          <a:xfrm>
            <a:off x="1151433" y="2447019"/>
            <a:ext cx="355258" cy="270410"/>
            <a:chOff x="-47523400" y="3973950"/>
            <a:chExt cx="300100" cy="228425"/>
          </a:xfrm>
        </p:grpSpPr>
        <p:sp>
          <p:nvSpPr>
            <p:cNvPr id="2205" name="Google Shape;2205;p83"/>
            <p:cNvSpPr/>
            <p:nvPr/>
          </p:nvSpPr>
          <p:spPr>
            <a:xfrm>
              <a:off x="-47417075" y="4061375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0" y="0"/>
                  </a:moveTo>
                  <a:lnTo>
                    <a:pt x="0" y="630"/>
                  </a:lnTo>
                  <a:cubicBezTo>
                    <a:pt x="284" y="536"/>
                    <a:pt x="504" y="315"/>
                    <a:pt x="6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83"/>
            <p:cNvSpPr/>
            <p:nvPr/>
          </p:nvSpPr>
          <p:spPr>
            <a:xfrm>
              <a:off x="-47417875" y="4061375"/>
              <a:ext cx="52800" cy="52775"/>
            </a:xfrm>
            <a:custGeom>
              <a:avLst/>
              <a:gdLst/>
              <a:ahLst/>
              <a:cxnLst/>
              <a:rect l="l" t="t" r="r" b="b"/>
              <a:pathLst>
                <a:path w="2112" h="2111" extrusionOk="0">
                  <a:moveTo>
                    <a:pt x="1356" y="0"/>
                  </a:moveTo>
                  <a:cubicBezTo>
                    <a:pt x="1261" y="693"/>
                    <a:pt x="694" y="1260"/>
                    <a:pt x="1" y="1386"/>
                  </a:cubicBezTo>
                  <a:lnTo>
                    <a:pt x="1" y="2111"/>
                  </a:lnTo>
                  <a:lnTo>
                    <a:pt x="2112" y="2111"/>
                  </a:lnTo>
                  <a:lnTo>
                    <a:pt x="2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83"/>
            <p:cNvSpPr/>
            <p:nvPr/>
          </p:nvSpPr>
          <p:spPr>
            <a:xfrm>
              <a:off x="-47453300" y="40267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45"/>
                    <a:pt x="284" y="1891"/>
                    <a:pt x="693" y="2049"/>
                  </a:cubicBezTo>
                  <a:lnTo>
                    <a:pt x="693" y="1072"/>
                  </a:lnTo>
                  <a:cubicBezTo>
                    <a:pt x="693" y="883"/>
                    <a:pt x="851" y="725"/>
                    <a:pt x="1071" y="725"/>
                  </a:cubicBezTo>
                  <a:lnTo>
                    <a:pt x="2048" y="725"/>
                  </a:lnTo>
                  <a:cubicBezTo>
                    <a:pt x="1922" y="284"/>
                    <a:pt x="1512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83"/>
            <p:cNvSpPr/>
            <p:nvPr/>
          </p:nvSpPr>
          <p:spPr>
            <a:xfrm>
              <a:off x="-47506875" y="3973950"/>
              <a:ext cx="264675" cy="174875"/>
            </a:xfrm>
            <a:custGeom>
              <a:avLst/>
              <a:gdLst/>
              <a:ahLst/>
              <a:cxnLst/>
              <a:rect l="l" t="t" r="r" b="b"/>
              <a:pathLst>
                <a:path w="10587" h="6995" extrusionOk="0">
                  <a:moveTo>
                    <a:pt x="8854" y="1418"/>
                  </a:moveTo>
                  <a:cubicBezTo>
                    <a:pt x="9074" y="1418"/>
                    <a:pt x="9232" y="1575"/>
                    <a:pt x="9232" y="1764"/>
                  </a:cubicBezTo>
                  <a:cubicBezTo>
                    <a:pt x="9232" y="1953"/>
                    <a:pt x="9074" y="2111"/>
                    <a:pt x="8854" y="2111"/>
                  </a:cubicBezTo>
                  <a:lnTo>
                    <a:pt x="7436" y="2111"/>
                  </a:lnTo>
                  <a:cubicBezTo>
                    <a:pt x="7247" y="2111"/>
                    <a:pt x="7089" y="1953"/>
                    <a:pt x="7089" y="1764"/>
                  </a:cubicBezTo>
                  <a:cubicBezTo>
                    <a:pt x="7089" y="1575"/>
                    <a:pt x="7247" y="1418"/>
                    <a:pt x="7436" y="1418"/>
                  </a:cubicBezTo>
                  <a:close/>
                  <a:moveTo>
                    <a:pt x="8854" y="2772"/>
                  </a:moveTo>
                  <a:cubicBezTo>
                    <a:pt x="9074" y="2772"/>
                    <a:pt x="9232" y="2930"/>
                    <a:pt x="9232" y="3151"/>
                  </a:cubicBezTo>
                  <a:cubicBezTo>
                    <a:pt x="9232" y="3340"/>
                    <a:pt x="9074" y="3497"/>
                    <a:pt x="8854" y="3497"/>
                  </a:cubicBezTo>
                  <a:lnTo>
                    <a:pt x="7436" y="3497"/>
                  </a:lnTo>
                  <a:cubicBezTo>
                    <a:pt x="7247" y="3497"/>
                    <a:pt x="7089" y="3340"/>
                    <a:pt x="7089" y="3151"/>
                  </a:cubicBezTo>
                  <a:cubicBezTo>
                    <a:pt x="7089" y="2930"/>
                    <a:pt x="7247" y="2772"/>
                    <a:pt x="7436" y="2772"/>
                  </a:cubicBezTo>
                  <a:close/>
                  <a:moveTo>
                    <a:pt x="8854" y="4190"/>
                  </a:moveTo>
                  <a:cubicBezTo>
                    <a:pt x="9074" y="4190"/>
                    <a:pt x="9232" y="4348"/>
                    <a:pt x="9232" y="4568"/>
                  </a:cubicBezTo>
                  <a:cubicBezTo>
                    <a:pt x="9232" y="4757"/>
                    <a:pt x="9074" y="4915"/>
                    <a:pt x="8854" y="4915"/>
                  </a:cubicBezTo>
                  <a:lnTo>
                    <a:pt x="7436" y="4915"/>
                  </a:lnTo>
                  <a:cubicBezTo>
                    <a:pt x="7247" y="4915"/>
                    <a:pt x="7089" y="4757"/>
                    <a:pt x="7089" y="4568"/>
                  </a:cubicBezTo>
                  <a:cubicBezTo>
                    <a:pt x="7089" y="4348"/>
                    <a:pt x="7247" y="4190"/>
                    <a:pt x="7436" y="4190"/>
                  </a:cubicBezTo>
                  <a:close/>
                  <a:moveTo>
                    <a:pt x="3246" y="1355"/>
                  </a:moveTo>
                  <a:cubicBezTo>
                    <a:pt x="4096" y="1355"/>
                    <a:pt x="4821" y="1953"/>
                    <a:pt x="4979" y="2772"/>
                  </a:cubicBezTo>
                  <a:lnTo>
                    <a:pt x="6081" y="2772"/>
                  </a:lnTo>
                  <a:cubicBezTo>
                    <a:pt x="6270" y="2772"/>
                    <a:pt x="6428" y="2930"/>
                    <a:pt x="6428" y="3151"/>
                  </a:cubicBezTo>
                  <a:lnTo>
                    <a:pt x="6428" y="5986"/>
                  </a:lnTo>
                  <a:lnTo>
                    <a:pt x="6396" y="5986"/>
                  </a:lnTo>
                  <a:cubicBezTo>
                    <a:pt x="6396" y="6175"/>
                    <a:pt x="6239" y="6333"/>
                    <a:pt x="6018" y="6333"/>
                  </a:cubicBezTo>
                  <a:lnTo>
                    <a:pt x="3246" y="6333"/>
                  </a:lnTo>
                  <a:cubicBezTo>
                    <a:pt x="3025" y="6333"/>
                    <a:pt x="2868" y="6175"/>
                    <a:pt x="2868" y="5986"/>
                  </a:cubicBezTo>
                  <a:lnTo>
                    <a:pt x="2868" y="4883"/>
                  </a:lnTo>
                  <a:cubicBezTo>
                    <a:pt x="2080" y="4726"/>
                    <a:pt x="1450" y="4001"/>
                    <a:pt x="1450" y="3151"/>
                  </a:cubicBezTo>
                  <a:cubicBezTo>
                    <a:pt x="1450" y="2142"/>
                    <a:pt x="2238" y="1355"/>
                    <a:pt x="3246" y="1355"/>
                  </a:cubicBezTo>
                  <a:close/>
                  <a:moveTo>
                    <a:pt x="8854" y="5608"/>
                  </a:moveTo>
                  <a:cubicBezTo>
                    <a:pt x="9074" y="5608"/>
                    <a:pt x="9232" y="5765"/>
                    <a:pt x="9232" y="5986"/>
                  </a:cubicBezTo>
                  <a:cubicBezTo>
                    <a:pt x="9232" y="6175"/>
                    <a:pt x="9074" y="6333"/>
                    <a:pt x="8854" y="6333"/>
                  </a:cubicBezTo>
                  <a:lnTo>
                    <a:pt x="7436" y="6333"/>
                  </a:lnTo>
                  <a:cubicBezTo>
                    <a:pt x="7247" y="6333"/>
                    <a:pt x="7089" y="6175"/>
                    <a:pt x="7089" y="5986"/>
                  </a:cubicBezTo>
                  <a:cubicBezTo>
                    <a:pt x="7089" y="5765"/>
                    <a:pt x="7247" y="5608"/>
                    <a:pt x="7436" y="5608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94"/>
                  </a:lnTo>
                  <a:lnTo>
                    <a:pt x="10586" y="6994"/>
                  </a:lnTo>
                  <a:lnTo>
                    <a:pt x="10586" y="347"/>
                  </a:lnTo>
                  <a:cubicBezTo>
                    <a:pt x="10586" y="158"/>
                    <a:pt x="10429" y="0"/>
                    <a:pt x="10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83"/>
            <p:cNvSpPr/>
            <p:nvPr/>
          </p:nvSpPr>
          <p:spPr>
            <a:xfrm>
              <a:off x="-47523400" y="4166900"/>
              <a:ext cx="300100" cy="35475"/>
            </a:xfrm>
            <a:custGeom>
              <a:avLst/>
              <a:gdLst/>
              <a:ahLst/>
              <a:cxnLst/>
              <a:rect l="l" t="t" r="r" b="b"/>
              <a:pathLst>
                <a:path w="12004" h="1419" extrusionOk="0">
                  <a:moveTo>
                    <a:pt x="0" y="1"/>
                  </a:move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11657" y="1418"/>
                  </a:lnTo>
                  <a:cubicBezTo>
                    <a:pt x="11846" y="1418"/>
                    <a:pt x="12004" y="1261"/>
                    <a:pt x="12004" y="1040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0" name="Google Shape;2210;p83"/>
          <p:cNvGrpSpPr/>
          <p:nvPr/>
        </p:nvGrpSpPr>
        <p:grpSpPr>
          <a:xfrm>
            <a:off x="3222902" y="3438697"/>
            <a:ext cx="354341" cy="357596"/>
            <a:chOff x="-45673275" y="3199325"/>
            <a:chExt cx="299325" cy="302075"/>
          </a:xfrm>
        </p:grpSpPr>
        <p:sp>
          <p:nvSpPr>
            <p:cNvPr id="2211" name="Google Shape;2211;p83"/>
            <p:cNvSpPr/>
            <p:nvPr/>
          </p:nvSpPr>
          <p:spPr>
            <a:xfrm>
              <a:off x="-45672500" y="3199325"/>
              <a:ext cx="298550" cy="194175"/>
            </a:xfrm>
            <a:custGeom>
              <a:avLst/>
              <a:gdLst/>
              <a:ahLst/>
              <a:cxnLst/>
              <a:rect l="l" t="t" r="r" b="b"/>
              <a:pathLst>
                <a:path w="11942" h="7767" extrusionOk="0">
                  <a:moveTo>
                    <a:pt x="5947" y="0"/>
                  </a:moveTo>
                  <a:cubicBezTo>
                    <a:pt x="5884" y="0"/>
                    <a:pt x="5829" y="16"/>
                    <a:pt x="5798" y="47"/>
                  </a:cubicBezTo>
                  <a:lnTo>
                    <a:pt x="158" y="3607"/>
                  </a:lnTo>
                  <a:cubicBezTo>
                    <a:pt x="32" y="3670"/>
                    <a:pt x="1" y="3765"/>
                    <a:pt x="1" y="3922"/>
                  </a:cubicBezTo>
                  <a:cubicBezTo>
                    <a:pt x="1" y="4017"/>
                    <a:pt x="64" y="4143"/>
                    <a:pt x="158" y="4237"/>
                  </a:cubicBezTo>
                  <a:lnTo>
                    <a:pt x="5735" y="7735"/>
                  </a:lnTo>
                  <a:cubicBezTo>
                    <a:pt x="5798" y="7766"/>
                    <a:pt x="5861" y="7766"/>
                    <a:pt x="5955" y="7766"/>
                  </a:cubicBezTo>
                  <a:cubicBezTo>
                    <a:pt x="6018" y="7766"/>
                    <a:pt x="6050" y="7766"/>
                    <a:pt x="6144" y="7735"/>
                  </a:cubicBezTo>
                  <a:lnTo>
                    <a:pt x="11784" y="4237"/>
                  </a:lnTo>
                  <a:cubicBezTo>
                    <a:pt x="11878" y="4143"/>
                    <a:pt x="11941" y="4080"/>
                    <a:pt x="11941" y="3922"/>
                  </a:cubicBezTo>
                  <a:cubicBezTo>
                    <a:pt x="11941" y="3796"/>
                    <a:pt x="11847" y="3670"/>
                    <a:pt x="11784" y="3607"/>
                  </a:cubicBezTo>
                  <a:lnTo>
                    <a:pt x="6144" y="47"/>
                  </a:lnTo>
                  <a:cubicBezTo>
                    <a:pt x="6081" y="16"/>
                    <a:pt x="6010" y="0"/>
                    <a:pt x="59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83"/>
            <p:cNvSpPr/>
            <p:nvPr/>
          </p:nvSpPr>
          <p:spPr>
            <a:xfrm>
              <a:off x="-45673275" y="3387150"/>
              <a:ext cx="299325" cy="114250"/>
            </a:xfrm>
            <a:custGeom>
              <a:avLst/>
              <a:gdLst/>
              <a:ahLst/>
              <a:cxnLst/>
              <a:rect l="l" t="t" r="r" b="b"/>
              <a:pathLst>
                <a:path w="11973" h="4570" extrusionOk="0">
                  <a:moveTo>
                    <a:pt x="693" y="1"/>
                  </a:moveTo>
                  <a:lnTo>
                    <a:pt x="158" y="348"/>
                  </a:lnTo>
                  <a:cubicBezTo>
                    <a:pt x="32" y="411"/>
                    <a:pt x="0" y="505"/>
                    <a:pt x="0" y="663"/>
                  </a:cubicBezTo>
                  <a:cubicBezTo>
                    <a:pt x="0" y="789"/>
                    <a:pt x="63" y="883"/>
                    <a:pt x="158" y="978"/>
                  </a:cubicBezTo>
                  <a:lnTo>
                    <a:pt x="5797" y="4506"/>
                  </a:lnTo>
                  <a:cubicBezTo>
                    <a:pt x="5829" y="4569"/>
                    <a:pt x="5892" y="4569"/>
                    <a:pt x="5986" y="4569"/>
                  </a:cubicBezTo>
                  <a:cubicBezTo>
                    <a:pt x="6049" y="4569"/>
                    <a:pt x="6112" y="4569"/>
                    <a:pt x="6175" y="4506"/>
                  </a:cubicBezTo>
                  <a:lnTo>
                    <a:pt x="11815" y="978"/>
                  </a:lnTo>
                  <a:cubicBezTo>
                    <a:pt x="11941" y="883"/>
                    <a:pt x="11972" y="820"/>
                    <a:pt x="11972" y="663"/>
                  </a:cubicBezTo>
                  <a:cubicBezTo>
                    <a:pt x="11972" y="537"/>
                    <a:pt x="11878" y="411"/>
                    <a:pt x="11815" y="348"/>
                  </a:cubicBezTo>
                  <a:lnTo>
                    <a:pt x="11248" y="1"/>
                  </a:lnTo>
                  <a:lnTo>
                    <a:pt x="6175" y="3151"/>
                  </a:lnTo>
                  <a:cubicBezTo>
                    <a:pt x="6144" y="3183"/>
                    <a:pt x="6049" y="3183"/>
                    <a:pt x="5986" y="3183"/>
                  </a:cubicBezTo>
                  <a:cubicBezTo>
                    <a:pt x="5892" y="3183"/>
                    <a:pt x="5860" y="3183"/>
                    <a:pt x="5797" y="3151"/>
                  </a:cubicBezTo>
                  <a:lnTo>
                    <a:pt x="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83"/>
            <p:cNvSpPr/>
            <p:nvPr/>
          </p:nvSpPr>
          <p:spPr>
            <a:xfrm>
              <a:off x="-45673275" y="3334400"/>
              <a:ext cx="299325" cy="113425"/>
            </a:xfrm>
            <a:custGeom>
              <a:avLst/>
              <a:gdLst/>
              <a:ahLst/>
              <a:cxnLst/>
              <a:rect l="l" t="t" r="r" b="b"/>
              <a:pathLst>
                <a:path w="11973" h="4537" extrusionOk="0">
                  <a:moveTo>
                    <a:pt x="693" y="0"/>
                  </a:moveTo>
                  <a:lnTo>
                    <a:pt x="158" y="378"/>
                  </a:lnTo>
                  <a:cubicBezTo>
                    <a:pt x="32" y="441"/>
                    <a:pt x="0" y="536"/>
                    <a:pt x="0" y="693"/>
                  </a:cubicBezTo>
                  <a:cubicBezTo>
                    <a:pt x="0" y="851"/>
                    <a:pt x="63" y="914"/>
                    <a:pt x="158" y="1008"/>
                  </a:cubicBezTo>
                  <a:lnTo>
                    <a:pt x="5797" y="4505"/>
                  </a:lnTo>
                  <a:cubicBezTo>
                    <a:pt x="5829" y="4537"/>
                    <a:pt x="5892" y="4537"/>
                    <a:pt x="5986" y="4537"/>
                  </a:cubicBezTo>
                  <a:cubicBezTo>
                    <a:pt x="6049" y="4537"/>
                    <a:pt x="6112" y="4537"/>
                    <a:pt x="6175" y="4505"/>
                  </a:cubicBezTo>
                  <a:lnTo>
                    <a:pt x="11815" y="1008"/>
                  </a:lnTo>
                  <a:cubicBezTo>
                    <a:pt x="11941" y="914"/>
                    <a:pt x="11972" y="851"/>
                    <a:pt x="11972" y="693"/>
                  </a:cubicBezTo>
                  <a:cubicBezTo>
                    <a:pt x="11972" y="536"/>
                    <a:pt x="11878" y="441"/>
                    <a:pt x="11815" y="378"/>
                  </a:cubicBezTo>
                  <a:lnTo>
                    <a:pt x="11248" y="0"/>
                  </a:lnTo>
                  <a:lnTo>
                    <a:pt x="6175" y="3214"/>
                  </a:lnTo>
                  <a:cubicBezTo>
                    <a:pt x="6144" y="3245"/>
                    <a:pt x="6049" y="3245"/>
                    <a:pt x="5986" y="3245"/>
                  </a:cubicBezTo>
                  <a:cubicBezTo>
                    <a:pt x="5892" y="3245"/>
                    <a:pt x="5860" y="3245"/>
                    <a:pt x="5797" y="3214"/>
                  </a:cubicBezTo>
                  <a:lnTo>
                    <a:pt x="6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4" name="Google Shape;2214;p83"/>
          <p:cNvGrpSpPr/>
          <p:nvPr/>
        </p:nvGrpSpPr>
        <p:grpSpPr>
          <a:xfrm>
            <a:off x="2689141" y="3920624"/>
            <a:ext cx="356205" cy="314240"/>
            <a:chOff x="-45674075" y="3586425"/>
            <a:chExt cx="300900" cy="265450"/>
          </a:xfrm>
        </p:grpSpPr>
        <p:sp>
          <p:nvSpPr>
            <p:cNvPr id="2215" name="Google Shape;2215;p83"/>
            <p:cNvSpPr/>
            <p:nvPr/>
          </p:nvSpPr>
          <p:spPr>
            <a:xfrm>
              <a:off x="-45674075" y="3586425"/>
              <a:ext cx="300125" cy="70925"/>
            </a:xfrm>
            <a:custGeom>
              <a:avLst/>
              <a:gdLst/>
              <a:ahLst/>
              <a:cxnLst/>
              <a:rect l="l" t="t" r="r" b="b"/>
              <a:pathLst>
                <a:path w="12005" h="2837" extrusionOk="0">
                  <a:moveTo>
                    <a:pt x="6018" y="1418"/>
                  </a:moveTo>
                  <a:cubicBezTo>
                    <a:pt x="6207" y="1418"/>
                    <a:pt x="6365" y="1576"/>
                    <a:pt x="6365" y="1765"/>
                  </a:cubicBezTo>
                  <a:cubicBezTo>
                    <a:pt x="6365" y="1986"/>
                    <a:pt x="6207" y="2143"/>
                    <a:pt x="6018" y="2143"/>
                  </a:cubicBezTo>
                  <a:lnTo>
                    <a:pt x="5294" y="2143"/>
                  </a:lnTo>
                  <a:cubicBezTo>
                    <a:pt x="5105" y="2143"/>
                    <a:pt x="4947" y="1986"/>
                    <a:pt x="4947" y="1765"/>
                  </a:cubicBezTo>
                  <a:cubicBezTo>
                    <a:pt x="4947" y="1576"/>
                    <a:pt x="5105" y="1418"/>
                    <a:pt x="5294" y="1418"/>
                  </a:cubicBezTo>
                  <a:close/>
                  <a:moveTo>
                    <a:pt x="8129" y="1418"/>
                  </a:moveTo>
                  <a:cubicBezTo>
                    <a:pt x="8318" y="1418"/>
                    <a:pt x="8476" y="1576"/>
                    <a:pt x="8476" y="1765"/>
                  </a:cubicBezTo>
                  <a:cubicBezTo>
                    <a:pt x="8476" y="1986"/>
                    <a:pt x="8318" y="2143"/>
                    <a:pt x="8129" y="2143"/>
                  </a:cubicBezTo>
                  <a:lnTo>
                    <a:pt x="7436" y="2143"/>
                  </a:lnTo>
                  <a:cubicBezTo>
                    <a:pt x="7215" y="2143"/>
                    <a:pt x="7089" y="1986"/>
                    <a:pt x="7089" y="1765"/>
                  </a:cubicBezTo>
                  <a:cubicBezTo>
                    <a:pt x="7089" y="1576"/>
                    <a:pt x="7215" y="1418"/>
                    <a:pt x="7436" y="1418"/>
                  </a:cubicBezTo>
                  <a:close/>
                  <a:moveTo>
                    <a:pt x="10240" y="1418"/>
                  </a:moveTo>
                  <a:cubicBezTo>
                    <a:pt x="10429" y="1418"/>
                    <a:pt x="10587" y="1576"/>
                    <a:pt x="10587" y="1765"/>
                  </a:cubicBezTo>
                  <a:cubicBezTo>
                    <a:pt x="10587" y="1986"/>
                    <a:pt x="10429" y="2143"/>
                    <a:pt x="10240" y="2143"/>
                  </a:cubicBezTo>
                  <a:lnTo>
                    <a:pt x="9515" y="2143"/>
                  </a:lnTo>
                  <a:cubicBezTo>
                    <a:pt x="9326" y="2143"/>
                    <a:pt x="9169" y="1986"/>
                    <a:pt x="9169" y="1765"/>
                  </a:cubicBezTo>
                  <a:cubicBezTo>
                    <a:pt x="9169" y="1576"/>
                    <a:pt x="9326" y="1418"/>
                    <a:pt x="9515" y="1418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lnTo>
                    <a:pt x="1" y="2836"/>
                  </a:lnTo>
                  <a:lnTo>
                    <a:pt x="12004" y="2836"/>
                  </a:lnTo>
                  <a:lnTo>
                    <a:pt x="12004" y="1072"/>
                  </a:lnTo>
                  <a:cubicBezTo>
                    <a:pt x="12004" y="473"/>
                    <a:pt x="11532" y="1"/>
                    <a:pt x="10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83"/>
            <p:cNvSpPr/>
            <p:nvPr/>
          </p:nvSpPr>
          <p:spPr>
            <a:xfrm>
              <a:off x="-45673275" y="3675425"/>
              <a:ext cx="300100" cy="176450"/>
            </a:xfrm>
            <a:custGeom>
              <a:avLst/>
              <a:gdLst/>
              <a:ahLst/>
              <a:cxnLst/>
              <a:rect l="l" t="t" r="r" b="b"/>
              <a:pathLst>
                <a:path w="12004" h="7058" extrusionOk="0">
                  <a:moveTo>
                    <a:pt x="3852" y="1387"/>
                  </a:moveTo>
                  <a:cubicBezTo>
                    <a:pt x="3946" y="1387"/>
                    <a:pt x="4049" y="1418"/>
                    <a:pt x="4128" y="1481"/>
                  </a:cubicBezTo>
                  <a:cubicBezTo>
                    <a:pt x="4254" y="1607"/>
                    <a:pt x="4254" y="1828"/>
                    <a:pt x="4128" y="2017"/>
                  </a:cubicBezTo>
                  <a:lnTo>
                    <a:pt x="2993" y="3151"/>
                  </a:lnTo>
                  <a:lnTo>
                    <a:pt x="4128" y="4317"/>
                  </a:lnTo>
                  <a:cubicBezTo>
                    <a:pt x="4254" y="4443"/>
                    <a:pt x="4254" y="4695"/>
                    <a:pt x="4128" y="4852"/>
                  </a:cubicBezTo>
                  <a:cubicBezTo>
                    <a:pt x="4064" y="4900"/>
                    <a:pt x="3978" y="4923"/>
                    <a:pt x="3887" y="4923"/>
                  </a:cubicBezTo>
                  <a:cubicBezTo>
                    <a:pt x="3797" y="4923"/>
                    <a:pt x="3702" y="4900"/>
                    <a:pt x="3623" y="4852"/>
                  </a:cubicBezTo>
                  <a:lnTo>
                    <a:pt x="2206" y="3435"/>
                  </a:lnTo>
                  <a:cubicBezTo>
                    <a:pt x="2080" y="3309"/>
                    <a:pt x="2080" y="3057"/>
                    <a:pt x="2206" y="2899"/>
                  </a:cubicBezTo>
                  <a:lnTo>
                    <a:pt x="3623" y="1481"/>
                  </a:lnTo>
                  <a:cubicBezTo>
                    <a:pt x="3671" y="1418"/>
                    <a:pt x="3757" y="1387"/>
                    <a:pt x="3852" y="1387"/>
                  </a:cubicBezTo>
                  <a:close/>
                  <a:moveTo>
                    <a:pt x="8070" y="1450"/>
                  </a:moveTo>
                  <a:cubicBezTo>
                    <a:pt x="8168" y="1450"/>
                    <a:pt x="8270" y="1481"/>
                    <a:pt x="8349" y="1544"/>
                  </a:cubicBezTo>
                  <a:lnTo>
                    <a:pt x="9767" y="2962"/>
                  </a:lnTo>
                  <a:cubicBezTo>
                    <a:pt x="9861" y="3025"/>
                    <a:pt x="9861" y="3246"/>
                    <a:pt x="9767" y="3435"/>
                  </a:cubicBezTo>
                  <a:lnTo>
                    <a:pt x="8349" y="4852"/>
                  </a:lnTo>
                  <a:cubicBezTo>
                    <a:pt x="8286" y="4900"/>
                    <a:pt x="8192" y="4923"/>
                    <a:pt x="8093" y="4923"/>
                  </a:cubicBezTo>
                  <a:cubicBezTo>
                    <a:pt x="7995" y="4923"/>
                    <a:pt x="7892" y="4900"/>
                    <a:pt x="7814" y="4852"/>
                  </a:cubicBezTo>
                  <a:cubicBezTo>
                    <a:pt x="7719" y="4726"/>
                    <a:pt x="7719" y="4474"/>
                    <a:pt x="7814" y="4317"/>
                  </a:cubicBezTo>
                  <a:lnTo>
                    <a:pt x="8979" y="3183"/>
                  </a:lnTo>
                  <a:lnTo>
                    <a:pt x="7814" y="2049"/>
                  </a:lnTo>
                  <a:cubicBezTo>
                    <a:pt x="7719" y="1923"/>
                    <a:pt x="7719" y="1702"/>
                    <a:pt x="7814" y="1544"/>
                  </a:cubicBezTo>
                  <a:cubicBezTo>
                    <a:pt x="7877" y="1481"/>
                    <a:pt x="7971" y="1450"/>
                    <a:pt x="8070" y="1450"/>
                  </a:cubicBezTo>
                  <a:close/>
                  <a:moveTo>
                    <a:pt x="6704" y="737"/>
                  </a:moveTo>
                  <a:cubicBezTo>
                    <a:pt x="6738" y="737"/>
                    <a:pt x="6773" y="744"/>
                    <a:pt x="6805" y="757"/>
                  </a:cubicBezTo>
                  <a:cubicBezTo>
                    <a:pt x="6994" y="788"/>
                    <a:pt x="7089" y="977"/>
                    <a:pt x="7057" y="1166"/>
                  </a:cubicBezTo>
                  <a:lnTo>
                    <a:pt x="5608" y="5388"/>
                  </a:lnTo>
                  <a:cubicBezTo>
                    <a:pt x="5553" y="5553"/>
                    <a:pt x="5402" y="5646"/>
                    <a:pt x="5260" y="5646"/>
                  </a:cubicBezTo>
                  <a:cubicBezTo>
                    <a:pt x="5239" y="5646"/>
                    <a:pt x="5219" y="5644"/>
                    <a:pt x="5199" y="5640"/>
                  </a:cubicBezTo>
                  <a:cubicBezTo>
                    <a:pt x="4978" y="5546"/>
                    <a:pt x="4915" y="5357"/>
                    <a:pt x="4947" y="5199"/>
                  </a:cubicBezTo>
                  <a:lnTo>
                    <a:pt x="6364" y="977"/>
                  </a:lnTo>
                  <a:cubicBezTo>
                    <a:pt x="6439" y="828"/>
                    <a:pt x="6573" y="737"/>
                    <a:pt x="6704" y="737"/>
                  </a:cubicBezTo>
                  <a:close/>
                  <a:moveTo>
                    <a:pt x="0" y="1"/>
                  </a:moveTo>
                  <a:lnTo>
                    <a:pt x="0" y="5987"/>
                  </a:lnTo>
                  <a:cubicBezTo>
                    <a:pt x="0" y="6585"/>
                    <a:pt x="473" y="7058"/>
                    <a:pt x="1040" y="7058"/>
                  </a:cubicBezTo>
                  <a:lnTo>
                    <a:pt x="10933" y="7058"/>
                  </a:lnTo>
                  <a:cubicBezTo>
                    <a:pt x="11531" y="7058"/>
                    <a:pt x="12004" y="6585"/>
                    <a:pt x="12004" y="5987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7" name="Google Shape;2217;p83"/>
          <p:cNvGrpSpPr/>
          <p:nvPr/>
        </p:nvGrpSpPr>
        <p:grpSpPr>
          <a:xfrm>
            <a:off x="2186872" y="3899628"/>
            <a:ext cx="356205" cy="356205"/>
            <a:chOff x="-44512325" y="3176075"/>
            <a:chExt cx="300900" cy="300900"/>
          </a:xfrm>
        </p:grpSpPr>
        <p:sp>
          <p:nvSpPr>
            <p:cNvPr id="2218" name="Google Shape;2218;p83"/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83"/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83"/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1" name="Google Shape;2221;p83"/>
          <p:cNvGrpSpPr/>
          <p:nvPr/>
        </p:nvGrpSpPr>
        <p:grpSpPr>
          <a:xfrm>
            <a:off x="2691702" y="1844193"/>
            <a:ext cx="354341" cy="354341"/>
            <a:chOff x="-49027775" y="3183175"/>
            <a:chExt cx="299325" cy="299325"/>
          </a:xfrm>
        </p:grpSpPr>
        <p:sp>
          <p:nvSpPr>
            <p:cNvPr id="2222" name="Google Shape;2222;p83"/>
            <p:cNvSpPr/>
            <p:nvPr/>
          </p:nvSpPr>
          <p:spPr>
            <a:xfrm>
              <a:off x="-48870250" y="3183175"/>
              <a:ext cx="141800" cy="185900"/>
            </a:xfrm>
            <a:custGeom>
              <a:avLst/>
              <a:gdLst/>
              <a:ahLst/>
              <a:cxnLst/>
              <a:rect l="l" t="t" r="r" b="b"/>
              <a:pathLst>
                <a:path w="5672" h="7436" extrusionOk="0">
                  <a:moveTo>
                    <a:pt x="1" y="0"/>
                  </a:moveTo>
                  <a:lnTo>
                    <a:pt x="1" y="1796"/>
                  </a:lnTo>
                  <a:lnTo>
                    <a:pt x="32" y="1796"/>
                  </a:lnTo>
                  <a:cubicBezTo>
                    <a:pt x="158" y="1765"/>
                    <a:pt x="284" y="1765"/>
                    <a:pt x="379" y="1765"/>
                  </a:cubicBezTo>
                  <a:cubicBezTo>
                    <a:pt x="1166" y="1765"/>
                    <a:pt x="1828" y="2395"/>
                    <a:pt x="1828" y="3182"/>
                  </a:cubicBezTo>
                  <a:cubicBezTo>
                    <a:pt x="1828" y="3970"/>
                    <a:pt x="1166" y="4600"/>
                    <a:pt x="379" y="4600"/>
                  </a:cubicBezTo>
                  <a:cubicBezTo>
                    <a:pt x="284" y="4600"/>
                    <a:pt x="158" y="4600"/>
                    <a:pt x="32" y="4568"/>
                  </a:cubicBezTo>
                  <a:lnTo>
                    <a:pt x="32" y="5671"/>
                  </a:lnTo>
                  <a:lnTo>
                    <a:pt x="1702" y="5671"/>
                  </a:lnTo>
                  <a:cubicBezTo>
                    <a:pt x="2017" y="5671"/>
                    <a:pt x="2175" y="6018"/>
                    <a:pt x="1954" y="6270"/>
                  </a:cubicBezTo>
                  <a:cubicBezTo>
                    <a:pt x="1860" y="6364"/>
                    <a:pt x="1765" y="6585"/>
                    <a:pt x="1765" y="6742"/>
                  </a:cubicBezTo>
                  <a:cubicBezTo>
                    <a:pt x="1765" y="7120"/>
                    <a:pt x="2080" y="7435"/>
                    <a:pt x="2490" y="7435"/>
                  </a:cubicBezTo>
                  <a:cubicBezTo>
                    <a:pt x="2868" y="7435"/>
                    <a:pt x="3183" y="7120"/>
                    <a:pt x="3183" y="6742"/>
                  </a:cubicBezTo>
                  <a:cubicBezTo>
                    <a:pt x="3183" y="6585"/>
                    <a:pt x="3120" y="6364"/>
                    <a:pt x="2994" y="6270"/>
                  </a:cubicBezTo>
                  <a:cubicBezTo>
                    <a:pt x="2805" y="6018"/>
                    <a:pt x="2962" y="5671"/>
                    <a:pt x="3277" y="5671"/>
                  </a:cubicBezTo>
                  <a:lnTo>
                    <a:pt x="5672" y="5671"/>
                  </a:lnTo>
                  <a:lnTo>
                    <a:pt x="5672" y="1765"/>
                  </a:lnTo>
                  <a:cubicBezTo>
                    <a:pt x="5672" y="788"/>
                    <a:pt x="4884" y="0"/>
                    <a:pt x="3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83"/>
            <p:cNvSpPr/>
            <p:nvPr/>
          </p:nvSpPr>
          <p:spPr>
            <a:xfrm>
              <a:off x="-49027775" y="3183175"/>
              <a:ext cx="185900" cy="141800"/>
            </a:xfrm>
            <a:custGeom>
              <a:avLst/>
              <a:gdLst/>
              <a:ahLst/>
              <a:cxnLst/>
              <a:rect l="l" t="t" r="r" b="b"/>
              <a:pathLst>
                <a:path w="7436" h="5672" extrusionOk="0"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lnTo>
                    <a:pt x="1" y="5671"/>
                  </a:lnTo>
                  <a:lnTo>
                    <a:pt x="1828" y="5671"/>
                  </a:lnTo>
                  <a:lnTo>
                    <a:pt x="1828" y="5640"/>
                  </a:lnTo>
                  <a:cubicBezTo>
                    <a:pt x="1765" y="5514"/>
                    <a:pt x="1765" y="5388"/>
                    <a:pt x="1765" y="5262"/>
                  </a:cubicBezTo>
                  <a:cubicBezTo>
                    <a:pt x="1765" y="4474"/>
                    <a:pt x="2395" y="3844"/>
                    <a:pt x="3183" y="3844"/>
                  </a:cubicBezTo>
                  <a:cubicBezTo>
                    <a:pt x="3970" y="3844"/>
                    <a:pt x="4600" y="4474"/>
                    <a:pt x="4600" y="5262"/>
                  </a:cubicBezTo>
                  <a:cubicBezTo>
                    <a:pt x="4600" y="5388"/>
                    <a:pt x="4569" y="5514"/>
                    <a:pt x="4569" y="5640"/>
                  </a:cubicBezTo>
                  <a:lnTo>
                    <a:pt x="5672" y="5640"/>
                  </a:lnTo>
                  <a:lnTo>
                    <a:pt x="5672" y="3970"/>
                  </a:lnTo>
                  <a:cubicBezTo>
                    <a:pt x="5672" y="3748"/>
                    <a:pt x="5843" y="3605"/>
                    <a:pt x="6032" y="3605"/>
                  </a:cubicBezTo>
                  <a:cubicBezTo>
                    <a:pt x="6112" y="3605"/>
                    <a:pt x="6195" y="3630"/>
                    <a:pt x="6270" y="3686"/>
                  </a:cubicBezTo>
                  <a:cubicBezTo>
                    <a:pt x="6396" y="3812"/>
                    <a:pt x="6585" y="3907"/>
                    <a:pt x="6743" y="3907"/>
                  </a:cubicBezTo>
                  <a:cubicBezTo>
                    <a:pt x="7121" y="3907"/>
                    <a:pt x="7436" y="3592"/>
                    <a:pt x="7436" y="3182"/>
                  </a:cubicBezTo>
                  <a:cubicBezTo>
                    <a:pt x="7436" y="2804"/>
                    <a:pt x="7121" y="2489"/>
                    <a:pt x="6743" y="2489"/>
                  </a:cubicBezTo>
                  <a:cubicBezTo>
                    <a:pt x="6585" y="2489"/>
                    <a:pt x="6396" y="2552"/>
                    <a:pt x="6270" y="2678"/>
                  </a:cubicBezTo>
                  <a:cubicBezTo>
                    <a:pt x="6195" y="2734"/>
                    <a:pt x="6112" y="2760"/>
                    <a:pt x="6032" y="2760"/>
                  </a:cubicBezTo>
                  <a:cubicBezTo>
                    <a:pt x="5843" y="2760"/>
                    <a:pt x="5672" y="2616"/>
                    <a:pt x="5672" y="2395"/>
                  </a:cubicBezTo>
                  <a:lnTo>
                    <a:pt x="56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83"/>
            <p:cNvSpPr/>
            <p:nvPr/>
          </p:nvSpPr>
          <p:spPr>
            <a:xfrm>
              <a:off x="-49027775" y="3295800"/>
              <a:ext cx="141800" cy="186700"/>
            </a:xfrm>
            <a:custGeom>
              <a:avLst/>
              <a:gdLst/>
              <a:ahLst/>
              <a:cxnLst/>
              <a:rect l="l" t="t" r="r" b="b"/>
              <a:pathLst>
                <a:path w="5672" h="7468" extrusionOk="0">
                  <a:moveTo>
                    <a:pt x="3183" y="0"/>
                  </a:moveTo>
                  <a:cubicBezTo>
                    <a:pt x="2805" y="0"/>
                    <a:pt x="2490" y="315"/>
                    <a:pt x="2490" y="725"/>
                  </a:cubicBezTo>
                  <a:cubicBezTo>
                    <a:pt x="2490" y="883"/>
                    <a:pt x="2553" y="1072"/>
                    <a:pt x="2679" y="1198"/>
                  </a:cubicBezTo>
                  <a:cubicBezTo>
                    <a:pt x="2868" y="1418"/>
                    <a:pt x="2710" y="1796"/>
                    <a:pt x="2395" y="1796"/>
                  </a:cubicBezTo>
                  <a:lnTo>
                    <a:pt x="1" y="1796"/>
                  </a:lnTo>
                  <a:lnTo>
                    <a:pt x="1" y="5671"/>
                  </a:lnTo>
                  <a:cubicBezTo>
                    <a:pt x="1" y="6679"/>
                    <a:pt x="788" y="7467"/>
                    <a:pt x="1765" y="7467"/>
                  </a:cubicBezTo>
                  <a:lnTo>
                    <a:pt x="5672" y="7467"/>
                  </a:lnTo>
                  <a:lnTo>
                    <a:pt x="5672" y="5640"/>
                  </a:lnTo>
                  <a:lnTo>
                    <a:pt x="5640" y="5640"/>
                  </a:lnTo>
                  <a:cubicBezTo>
                    <a:pt x="5514" y="5703"/>
                    <a:pt x="5388" y="5703"/>
                    <a:pt x="5294" y="5703"/>
                  </a:cubicBezTo>
                  <a:cubicBezTo>
                    <a:pt x="4506" y="5703"/>
                    <a:pt x="3844" y="5041"/>
                    <a:pt x="3844" y="4254"/>
                  </a:cubicBezTo>
                  <a:cubicBezTo>
                    <a:pt x="3844" y="3466"/>
                    <a:pt x="4506" y="2867"/>
                    <a:pt x="5294" y="2867"/>
                  </a:cubicBezTo>
                  <a:cubicBezTo>
                    <a:pt x="5388" y="2867"/>
                    <a:pt x="5514" y="2867"/>
                    <a:pt x="5640" y="2899"/>
                  </a:cubicBezTo>
                  <a:lnTo>
                    <a:pt x="5640" y="1796"/>
                  </a:lnTo>
                  <a:lnTo>
                    <a:pt x="3970" y="1796"/>
                  </a:lnTo>
                  <a:cubicBezTo>
                    <a:pt x="3655" y="1796"/>
                    <a:pt x="3498" y="1418"/>
                    <a:pt x="3718" y="1198"/>
                  </a:cubicBezTo>
                  <a:cubicBezTo>
                    <a:pt x="3813" y="1072"/>
                    <a:pt x="3907" y="883"/>
                    <a:pt x="3907" y="725"/>
                  </a:cubicBezTo>
                  <a:cubicBezTo>
                    <a:pt x="3907" y="315"/>
                    <a:pt x="3592" y="0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83"/>
            <p:cNvSpPr/>
            <p:nvPr/>
          </p:nvSpPr>
          <p:spPr>
            <a:xfrm>
              <a:off x="-48914350" y="3340700"/>
              <a:ext cx="185900" cy="141800"/>
            </a:xfrm>
            <a:custGeom>
              <a:avLst/>
              <a:gdLst/>
              <a:ahLst/>
              <a:cxnLst/>
              <a:rect l="l" t="t" r="r" b="b"/>
              <a:pathLst>
                <a:path w="7436" h="5672" extrusionOk="0">
                  <a:moveTo>
                    <a:pt x="5608" y="0"/>
                  </a:moveTo>
                  <a:lnTo>
                    <a:pt x="5608" y="32"/>
                  </a:lnTo>
                  <a:cubicBezTo>
                    <a:pt x="5671" y="158"/>
                    <a:pt x="5671" y="284"/>
                    <a:pt x="5671" y="378"/>
                  </a:cubicBezTo>
                  <a:cubicBezTo>
                    <a:pt x="5671" y="1166"/>
                    <a:pt x="5041" y="1796"/>
                    <a:pt x="4254" y="1796"/>
                  </a:cubicBezTo>
                  <a:cubicBezTo>
                    <a:pt x="3466" y="1796"/>
                    <a:pt x="2836" y="1166"/>
                    <a:pt x="2836" y="378"/>
                  </a:cubicBezTo>
                  <a:cubicBezTo>
                    <a:pt x="2836" y="284"/>
                    <a:pt x="2867" y="158"/>
                    <a:pt x="2867" y="32"/>
                  </a:cubicBezTo>
                  <a:lnTo>
                    <a:pt x="1765" y="32"/>
                  </a:lnTo>
                  <a:lnTo>
                    <a:pt x="1765" y="1670"/>
                  </a:lnTo>
                  <a:cubicBezTo>
                    <a:pt x="1765" y="1907"/>
                    <a:pt x="1602" y="2041"/>
                    <a:pt x="1419" y="2041"/>
                  </a:cubicBezTo>
                  <a:cubicBezTo>
                    <a:pt x="1334" y="2041"/>
                    <a:pt x="1245" y="2013"/>
                    <a:pt x="1166" y="1954"/>
                  </a:cubicBezTo>
                  <a:cubicBezTo>
                    <a:pt x="1040" y="1827"/>
                    <a:pt x="851" y="1764"/>
                    <a:pt x="694" y="1764"/>
                  </a:cubicBezTo>
                  <a:cubicBezTo>
                    <a:pt x="315" y="1764"/>
                    <a:pt x="0" y="2080"/>
                    <a:pt x="0" y="2458"/>
                  </a:cubicBezTo>
                  <a:cubicBezTo>
                    <a:pt x="0" y="2867"/>
                    <a:pt x="315" y="3182"/>
                    <a:pt x="694" y="3182"/>
                  </a:cubicBezTo>
                  <a:cubicBezTo>
                    <a:pt x="851" y="3182"/>
                    <a:pt x="1040" y="3119"/>
                    <a:pt x="1166" y="2993"/>
                  </a:cubicBezTo>
                  <a:cubicBezTo>
                    <a:pt x="1247" y="2933"/>
                    <a:pt x="1337" y="2904"/>
                    <a:pt x="1423" y="2904"/>
                  </a:cubicBezTo>
                  <a:cubicBezTo>
                    <a:pt x="1605" y="2904"/>
                    <a:pt x="1765" y="3031"/>
                    <a:pt x="1765" y="3245"/>
                  </a:cubicBezTo>
                  <a:lnTo>
                    <a:pt x="1765" y="5671"/>
                  </a:lnTo>
                  <a:lnTo>
                    <a:pt x="5671" y="5671"/>
                  </a:lnTo>
                  <a:cubicBezTo>
                    <a:pt x="6648" y="5671"/>
                    <a:pt x="7436" y="4883"/>
                    <a:pt x="7436" y="3907"/>
                  </a:cubicBezTo>
                  <a:lnTo>
                    <a:pt x="7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6" name="Google Shape;2226;p83"/>
          <p:cNvGrpSpPr/>
          <p:nvPr/>
        </p:nvGrpSpPr>
        <p:grpSpPr>
          <a:xfrm>
            <a:off x="2689554" y="2403651"/>
            <a:ext cx="355258" cy="357152"/>
            <a:chOff x="-49027775" y="3550975"/>
            <a:chExt cx="300100" cy="301700"/>
          </a:xfrm>
        </p:grpSpPr>
        <p:sp>
          <p:nvSpPr>
            <p:cNvPr id="2227" name="Google Shape;2227;p83"/>
            <p:cNvSpPr/>
            <p:nvPr/>
          </p:nvSpPr>
          <p:spPr>
            <a:xfrm>
              <a:off x="-48941125" y="3613200"/>
              <a:ext cx="74050" cy="26825"/>
            </a:xfrm>
            <a:custGeom>
              <a:avLst/>
              <a:gdLst/>
              <a:ahLst/>
              <a:cxnLst/>
              <a:rect l="l" t="t" r="r" b="b"/>
              <a:pathLst>
                <a:path w="2962" h="1073" extrusionOk="0">
                  <a:moveTo>
                    <a:pt x="1260" y="1"/>
                  </a:moveTo>
                  <a:lnTo>
                    <a:pt x="0" y="1072"/>
                  </a:lnTo>
                  <a:lnTo>
                    <a:pt x="1702" y="107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83"/>
            <p:cNvSpPr/>
            <p:nvPr/>
          </p:nvSpPr>
          <p:spPr>
            <a:xfrm>
              <a:off x="-48871025" y="3613200"/>
              <a:ext cx="73275" cy="26825"/>
            </a:xfrm>
            <a:custGeom>
              <a:avLst/>
              <a:gdLst/>
              <a:ahLst/>
              <a:cxnLst/>
              <a:rect l="l" t="t" r="r" b="b"/>
              <a:pathLst>
                <a:path w="2931" h="1073" extrusionOk="0">
                  <a:moveTo>
                    <a:pt x="1260" y="1"/>
                  </a:moveTo>
                  <a:lnTo>
                    <a:pt x="0" y="1072"/>
                  </a:lnTo>
                  <a:lnTo>
                    <a:pt x="1670" y="1072"/>
                  </a:lnTo>
                  <a:lnTo>
                    <a:pt x="2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83"/>
            <p:cNvSpPr/>
            <p:nvPr/>
          </p:nvSpPr>
          <p:spPr>
            <a:xfrm>
              <a:off x="-48893075" y="3552550"/>
              <a:ext cx="95325" cy="43350"/>
            </a:xfrm>
            <a:custGeom>
              <a:avLst/>
              <a:gdLst/>
              <a:ahLst/>
              <a:cxnLst/>
              <a:rect l="l" t="t" r="r" b="b"/>
              <a:pathLst>
                <a:path w="3813" h="1734" extrusionOk="0">
                  <a:moveTo>
                    <a:pt x="0" y="1"/>
                  </a:moveTo>
                  <a:lnTo>
                    <a:pt x="2142" y="1734"/>
                  </a:lnTo>
                  <a:lnTo>
                    <a:pt x="3812" y="1734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83"/>
            <p:cNvSpPr/>
            <p:nvPr/>
          </p:nvSpPr>
          <p:spPr>
            <a:xfrm>
              <a:off x="-49027775" y="3550975"/>
              <a:ext cx="100050" cy="87475"/>
            </a:xfrm>
            <a:custGeom>
              <a:avLst/>
              <a:gdLst/>
              <a:ahLst/>
              <a:cxnLst/>
              <a:rect l="l" t="t" r="r" b="b"/>
              <a:pathLst>
                <a:path w="4002" h="3499" extrusionOk="0">
                  <a:moveTo>
                    <a:pt x="2112" y="1797"/>
                  </a:moveTo>
                  <a:cubicBezTo>
                    <a:pt x="2332" y="1797"/>
                    <a:pt x="2490" y="1923"/>
                    <a:pt x="2490" y="2143"/>
                  </a:cubicBezTo>
                  <a:cubicBezTo>
                    <a:pt x="2490" y="2332"/>
                    <a:pt x="2332" y="2490"/>
                    <a:pt x="2112" y="2490"/>
                  </a:cubicBezTo>
                  <a:cubicBezTo>
                    <a:pt x="1923" y="2490"/>
                    <a:pt x="1765" y="2332"/>
                    <a:pt x="1765" y="2143"/>
                  </a:cubicBezTo>
                  <a:cubicBezTo>
                    <a:pt x="1765" y="1923"/>
                    <a:pt x="1923" y="1797"/>
                    <a:pt x="2112" y="1797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3498"/>
                  </a:lnTo>
                  <a:lnTo>
                    <a:pt x="2364" y="3498"/>
                  </a:lnTo>
                  <a:lnTo>
                    <a:pt x="4002" y="2143"/>
                  </a:lnTo>
                  <a:lnTo>
                    <a:pt x="1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83"/>
            <p:cNvSpPr/>
            <p:nvPr/>
          </p:nvSpPr>
          <p:spPr>
            <a:xfrm>
              <a:off x="-48962400" y="3552550"/>
              <a:ext cx="95325" cy="43350"/>
            </a:xfrm>
            <a:custGeom>
              <a:avLst/>
              <a:gdLst/>
              <a:ahLst/>
              <a:cxnLst/>
              <a:rect l="l" t="t" r="r" b="b"/>
              <a:pathLst>
                <a:path w="3813" h="1734" extrusionOk="0">
                  <a:moveTo>
                    <a:pt x="1" y="1"/>
                  </a:moveTo>
                  <a:lnTo>
                    <a:pt x="2111" y="1734"/>
                  </a:lnTo>
                  <a:lnTo>
                    <a:pt x="3813" y="1734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83"/>
            <p:cNvSpPr/>
            <p:nvPr/>
          </p:nvSpPr>
          <p:spPr>
            <a:xfrm>
              <a:off x="-49027775" y="3657325"/>
              <a:ext cx="300100" cy="195350"/>
            </a:xfrm>
            <a:custGeom>
              <a:avLst/>
              <a:gdLst/>
              <a:ahLst/>
              <a:cxnLst/>
              <a:rect l="l" t="t" r="r" b="b"/>
              <a:pathLst>
                <a:path w="12004" h="7814" extrusionOk="0">
                  <a:moveTo>
                    <a:pt x="5987" y="410"/>
                  </a:moveTo>
                  <a:cubicBezTo>
                    <a:pt x="7719" y="410"/>
                    <a:pt x="9137" y="1827"/>
                    <a:pt x="9137" y="3560"/>
                  </a:cubicBezTo>
                  <a:cubicBezTo>
                    <a:pt x="9137" y="5293"/>
                    <a:pt x="7719" y="6711"/>
                    <a:pt x="5987" y="6711"/>
                  </a:cubicBezTo>
                  <a:cubicBezTo>
                    <a:pt x="4254" y="6711"/>
                    <a:pt x="2836" y="5293"/>
                    <a:pt x="2836" y="3560"/>
                  </a:cubicBezTo>
                  <a:cubicBezTo>
                    <a:pt x="2836" y="1827"/>
                    <a:pt x="4254" y="410"/>
                    <a:pt x="5987" y="410"/>
                  </a:cubicBezTo>
                  <a:close/>
                  <a:moveTo>
                    <a:pt x="1" y="0"/>
                  </a:moveTo>
                  <a:lnTo>
                    <a:pt x="1" y="6742"/>
                  </a:lnTo>
                  <a:cubicBezTo>
                    <a:pt x="1" y="7341"/>
                    <a:pt x="473" y="7813"/>
                    <a:pt x="1072" y="7813"/>
                  </a:cubicBezTo>
                  <a:lnTo>
                    <a:pt x="10933" y="7813"/>
                  </a:lnTo>
                  <a:cubicBezTo>
                    <a:pt x="11532" y="7813"/>
                    <a:pt x="12004" y="7341"/>
                    <a:pt x="12004" y="6742"/>
                  </a:cubicBezTo>
                  <a:lnTo>
                    <a:pt x="12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83"/>
            <p:cNvSpPr/>
            <p:nvPr/>
          </p:nvSpPr>
          <p:spPr>
            <a:xfrm>
              <a:off x="-48886775" y="3726625"/>
              <a:ext cx="28375" cy="37050"/>
            </a:xfrm>
            <a:custGeom>
              <a:avLst/>
              <a:gdLst/>
              <a:ahLst/>
              <a:cxnLst/>
              <a:rect l="l" t="t" r="r" b="b"/>
              <a:pathLst>
                <a:path w="1135" h="1482" extrusionOk="0">
                  <a:moveTo>
                    <a:pt x="0" y="1"/>
                  </a:moveTo>
                  <a:lnTo>
                    <a:pt x="0" y="1481"/>
                  </a:lnTo>
                  <a:lnTo>
                    <a:pt x="1134" y="7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83"/>
            <p:cNvSpPr/>
            <p:nvPr/>
          </p:nvSpPr>
          <p:spPr>
            <a:xfrm>
              <a:off x="-48822975" y="3550975"/>
              <a:ext cx="94525" cy="44925"/>
            </a:xfrm>
            <a:custGeom>
              <a:avLst/>
              <a:gdLst/>
              <a:ahLst/>
              <a:cxnLst/>
              <a:rect l="l" t="t" r="r" b="b"/>
              <a:pathLst>
                <a:path w="3781" h="1797" extrusionOk="0">
                  <a:moveTo>
                    <a:pt x="0" y="1"/>
                  </a:moveTo>
                  <a:lnTo>
                    <a:pt x="2111" y="1797"/>
                  </a:lnTo>
                  <a:lnTo>
                    <a:pt x="3781" y="1797"/>
                  </a:lnTo>
                  <a:lnTo>
                    <a:pt x="3781" y="1072"/>
                  </a:lnTo>
                  <a:cubicBezTo>
                    <a:pt x="3781" y="474"/>
                    <a:pt x="3308" y="1"/>
                    <a:pt x="27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83"/>
            <p:cNvSpPr/>
            <p:nvPr/>
          </p:nvSpPr>
          <p:spPr>
            <a:xfrm>
              <a:off x="-48939550" y="3684100"/>
              <a:ext cx="122100" cy="122100"/>
            </a:xfrm>
            <a:custGeom>
              <a:avLst/>
              <a:gdLst/>
              <a:ahLst/>
              <a:cxnLst/>
              <a:rect l="l" t="t" r="r" b="b"/>
              <a:pathLst>
                <a:path w="4884" h="4884" extrusionOk="0">
                  <a:moveTo>
                    <a:pt x="1741" y="757"/>
                  </a:moveTo>
                  <a:cubicBezTo>
                    <a:pt x="1812" y="757"/>
                    <a:pt x="1885" y="777"/>
                    <a:pt x="1954" y="819"/>
                  </a:cubicBezTo>
                  <a:lnTo>
                    <a:pt x="4064" y="2237"/>
                  </a:lnTo>
                  <a:cubicBezTo>
                    <a:pt x="4253" y="2300"/>
                    <a:pt x="4253" y="2615"/>
                    <a:pt x="4064" y="2773"/>
                  </a:cubicBezTo>
                  <a:lnTo>
                    <a:pt x="1954" y="4190"/>
                  </a:lnTo>
                  <a:cubicBezTo>
                    <a:pt x="1885" y="4233"/>
                    <a:pt x="1812" y="4253"/>
                    <a:pt x="1741" y="4253"/>
                  </a:cubicBezTo>
                  <a:cubicBezTo>
                    <a:pt x="1553" y="4253"/>
                    <a:pt x="1387" y="4113"/>
                    <a:pt x="1387" y="3907"/>
                  </a:cubicBezTo>
                  <a:lnTo>
                    <a:pt x="1387" y="1103"/>
                  </a:lnTo>
                  <a:cubicBezTo>
                    <a:pt x="1387" y="897"/>
                    <a:pt x="1553" y="757"/>
                    <a:pt x="1741" y="757"/>
                  </a:cubicBezTo>
                  <a:close/>
                  <a:moveTo>
                    <a:pt x="2458" y="0"/>
                  </a:moveTo>
                  <a:cubicBezTo>
                    <a:pt x="1103" y="0"/>
                    <a:pt x="0" y="1103"/>
                    <a:pt x="0" y="2458"/>
                  </a:cubicBezTo>
                  <a:cubicBezTo>
                    <a:pt x="0" y="3781"/>
                    <a:pt x="1103" y="4884"/>
                    <a:pt x="2458" y="4884"/>
                  </a:cubicBezTo>
                  <a:cubicBezTo>
                    <a:pt x="3781" y="4884"/>
                    <a:pt x="4884" y="3781"/>
                    <a:pt x="4884" y="2458"/>
                  </a:cubicBezTo>
                  <a:cubicBezTo>
                    <a:pt x="4884" y="1103"/>
                    <a:pt x="3812" y="0"/>
                    <a:pt x="2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83"/>
            <p:cNvSpPr/>
            <p:nvPr/>
          </p:nvSpPr>
          <p:spPr>
            <a:xfrm>
              <a:off x="-48801725" y="3613200"/>
              <a:ext cx="73275" cy="26825"/>
            </a:xfrm>
            <a:custGeom>
              <a:avLst/>
              <a:gdLst/>
              <a:ahLst/>
              <a:cxnLst/>
              <a:rect l="l" t="t" r="r" b="b"/>
              <a:pathLst>
                <a:path w="2931" h="1073" extrusionOk="0">
                  <a:moveTo>
                    <a:pt x="1261" y="1"/>
                  </a:moveTo>
                  <a:lnTo>
                    <a:pt x="1" y="1072"/>
                  </a:lnTo>
                  <a:lnTo>
                    <a:pt x="2931" y="1072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7" name="Google Shape;2237;p83"/>
          <p:cNvGrpSpPr/>
          <p:nvPr/>
        </p:nvGrpSpPr>
        <p:grpSpPr>
          <a:xfrm>
            <a:off x="7311215" y="2404460"/>
            <a:ext cx="359106" cy="355525"/>
            <a:chOff x="-49031025" y="3920175"/>
            <a:chExt cx="303350" cy="300325"/>
          </a:xfrm>
        </p:grpSpPr>
        <p:sp>
          <p:nvSpPr>
            <p:cNvPr id="2238" name="Google Shape;2238;p83"/>
            <p:cNvSpPr/>
            <p:nvPr/>
          </p:nvSpPr>
          <p:spPr>
            <a:xfrm>
              <a:off x="-49031025" y="4131875"/>
              <a:ext cx="109600" cy="88625"/>
            </a:xfrm>
            <a:custGeom>
              <a:avLst/>
              <a:gdLst/>
              <a:ahLst/>
              <a:cxnLst/>
              <a:rect l="l" t="t" r="r" b="b"/>
              <a:pathLst>
                <a:path w="4384" h="3545" extrusionOk="0">
                  <a:moveTo>
                    <a:pt x="472" y="1"/>
                  </a:moveTo>
                  <a:cubicBezTo>
                    <a:pt x="202" y="1"/>
                    <a:pt x="0" y="326"/>
                    <a:pt x="225" y="551"/>
                  </a:cubicBezTo>
                  <a:lnTo>
                    <a:pt x="2336" y="3387"/>
                  </a:lnTo>
                  <a:cubicBezTo>
                    <a:pt x="2399" y="3481"/>
                    <a:pt x="2494" y="3544"/>
                    <a:pt x="2620" y="3544"/>
                  </a:cubicBezTo>
                  <a:lnTo>
                    <a:pt x="4384" y="3544"/>
                  </a:lnTo>
                  <a:lnTo>
                    <a:pt x="2620" y="583"/>
                  </a:lnTo>
                  <a:lnTo>
                    <a:pt x="572" y="16"/>
                  </a:lnTo>
                  <a:cubicBezTo>
                    <a:pt x="538" y="5"/>
                    <a:pt x="505" y="1"/>
                    <a:pt x="4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83"/>
            <p:cNvSpPr/>
            <p:nvPr/>
          </p:nvSpPr>
          <p:spPr>
            <a:xfrm>
              <a:off x="-48921450" y="3920175"/>
              <a:ext cx="79575" cy="130975"/>
            </a:xfrm>
            <a:custGeom>
              <a:avLst/>
              <a:gdLst/>
              <a:ahLst/>
              <a:cxnLst/>
              <a:rect l="l" t="t" r="r" b="b"/>
              <a:pathLst>
                <a:path w="3183" h="5239" extrusionOk="0">
                  <a:moveTo>
                    <a:pt x="302" y="1"/>
                  </a:moveTo>
                  <a:cubicBezTo>
                    <a:pt x="275" y="1"/>
                    <a:pt x="248" y="3"/>
                    <a:pt x="221" y="9"/>
                  </a:cubicBezTo>
                  <a:cubicBezTo>
                    <a:pt x="64" y="40"/>
                    <a:pt x="1" y="198"/>
                    <a:pt x="1" y="355"/>
                  </a:cubicBezTo>
                  <a:lnTo>
                    <a:pt x="64" y="1269"/>
                  </a:lnTo>
                  <a:lnTo>
                    <a:pt x="2584" y="5239"/>
                  </a:lnTo>
                  <a:lnTo>
                    <a:pt x="3183" y="4199"/>
                  </a:lnTo>
                  <a:lnTo>
                    <a:pt x="631" y="166"/>
                  </a:lnTo>
                  <a:cubicBezTo>
                    <a:pt x="553" y="62"/>
                    <a:pt x="431" y="1"/>
                    <a:pt x="3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83"/>
            <p:cNvSpPr/>
            <p:nvPr/>
          </p:nvSpPr>
          <p:spPr>
            <a:xfrm>
              <a:off x="-48842675" y="4008100"/>
              <a:ext cx="115000" cy="53300"/>
            </a:xfrm>
            <a:custGeom>
              <a:avLst/>
              <a:gdLst/>
              <a:ahLst/>
              <a:cxnLst/>
              <a:rect l="l" t="t" r="r" b="b"/>
              <a:pathLst>
                <a:path w="4600" h="2132" extrusionOk="0">
                  <a:moveTo>
                    <a:pt x="1359" y="0"/>
                  </a:moveTo>
                  <a:cubicBezTo>
                    <a:pt x="1245" y="0"/>
                    <a:pt x="1132" y="57"/>
                    <a:pt x="1072" y="178"/>
                  </a:cubicBezTo>
                  <a:lnTo>
                    <a:pt x="0" y="2131"/>
                  </a:lnTo>
                  <a:lnTo>
                    <a:pt x="4191" y="2131"/>
                  </a:lnTo>
                  <a:cubicBezTo>
                    <a:pt x="4317" y="2131"/>
                    <a:pt x="4506" y="2005"/>
                    <a:pt x="4537" y="1848"/>
                  </a:cubicBezTo>
                  <a:cubicBezTo>
                    <a:pt x="4600" y="1690"/>
                    <a:pt x="4537" y="1533"/>
                    <a:pt x="4380" y="1469"/>
                  </a:cubicBezTo>
                  <a:lnTo>
                    <a:pt x="1544" y="52"/>
                  </a:lnTo>
                  <a:cubicBezTo>
                    <a:pt x="1488" y="18"/>
                    <a:pt x="1423" y="0"/>
                    <a:pt x="13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83"/>
            <p:cNvSpPr/>
            <p:nvPr/>
          </p:nvSpPr>
          <p:spPr>
            <a:xfrm>
              <a:off x="-48838750" y="4078700"/>
              <a:ext cx="51225" cy="66975"/>
            </a:xfrm>
            <a:custGeom>
              <a:avLst/>
              <a:gdLst/>
              <a:ahLst/>
              <a:cxnLst/>
              <a:rect l="l" t="t" r="r" b="b"/>
              <a:pathLst>
                <a:path w="2049" h="2679" extrusionOk="0">
                  <a:moveTo>
                    <a:pt x="1" y="0"/>
                  </a:moveTo>
                  <a:lnTo>
                    <a:pt x="1734" y="2678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83"/>
            <p:cNvSpPr/>
            <p:nvPr/>
          </p:nvSpPr>
          <p:spPr>
            <a:xfrm>
              <a:off x="-48975000" y="3920575"/>
              <a:ext cx="173300" cy="248725"/>
            </a:xfrm>
            <a:custGeom>
              <a:avLst/>
              <a:gdLst/>
              <a:ahLst/>
              <a:cxnLst/>
              <a:rect l="l" t="t" r="r" b="b"/>
              <a:pathLst>
                <a:path w="6932" h="9949" extrusionOk="0">
                  <a:moveTo>
                    <a:pt x="374" y="0"/>
                  </a:moveTo>
                  <a:cubicBezTo>
                    <a:pt x="334" y="0"/>
                    <a:pt x="293" y="8"/>
                    <a:pt x="253" y="24"/>
                  </a:cubicBezTo>
                  <a:cubicBezTo>
                    <a:pt x="95" y="87"/>
                    <a:pt x="1" y="245"/>
                    <a:pt x="1" y="402"/>
                  </a:cubicBezTo>
                  <a:lnTo>
                    <a:pt x="694" y="7585"/>
                  </a:lnTo>
                  <a:lnTo>
                    <a:pt x="6932" y="9948"/>
                  </a:lnTo>
                  <a:lnTo>
                    <a:pt x="694" y="182"/>
                  </a:lnTo>
                  <a:cubicBezTo>
                    <a:pt x="600" y="65"/>
                    <a:pt x="489" y="0"/>
                    <a:pt x="3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83"/>
            <p:cNvSpPr/>
            <p:nvPr/>
          </p:nvSpPr>
          <p:spPr>
            <a:xfrm>
              <a:off x="-48955300" y="4129900"/>
              <a:ext cx="151250" cy="89800"/>
            </a:xfrm>
            <a:custGeom>
              <a:avLst/>
              <a:gdLst/>
              <a:ahLst/>
              <a:cxnLst/>
              <a:rect l="l" t="t" r="r" b="b"/>
              <a:pathLst>
                <a:path w="6050" h="3592" extrusionOk="0">
                  <a:moveTo>
                    <a:pt x="0" y="0"/>
                  </a:moveTo>
                  <a:lnTo>
                    <a:pt x="2174" y="3592"/>
                  </a:lnTo>
                  <a:lnTo>
                    <a:pt x="5167" y="3592"/>
                  </a:lnTo>
                  <a:cubicBezTo>
                    <a:pt x="5293" y="3592"/>
                    <a:pt x="5419" y="3529"/>
                    <a:pt x="5482" y="3403"/>
                  </a:cubicBezTo>
                  <a:lnTo>
                    <a:pt x="6049" y="2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4" name="Google Shape;2244;p83"/>
          <p:cNvGrpSpPr/>
          <p:nvPr/>
        </p:nvGrpSpPr>
        <p:grpSpPr>
          <a:xfrm>
            <a:off x="1150912" y="3440316"/>
            <a:ext cx="356176" cy="354341"/>
            <a:chOff x="-47155575" y="3200500"/>
            <a:chExt cx="300875" cy="299325"/>
          </a:xfrm>
        </p:grpSpPr>
        <p:sp>
          <p:nvSpPr>
            <p:cNvPr id="2245" name="Google Shape;2245;p83"/>
            <p:cNvSpPr/>
            <p:nvPr/>
          </p:nvSpPr>
          <p:spPr>
            <a:xfrm>
              <a:off x="-46943725" y="3206000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p83"/>
            <p:cNvSpPr/>
            <p:nvPr/>
          </p:nvSpPr>
          <p:spPr>
            <a:xfrm>
              <a:off x="-47118575" y="3200500"/>
              <a:ext cx="228450" cy="89025"/>
            </a:xfrm>
            <a:custGeom>
              <a:avLst/>
              <a:gdLst/>
              <a:ahLst/>
              <a:cxnLst/>
              <a:rect l="l" t="t" r="r" b="b"/>
              <a:pathLst>
                <a:path w="9138" h="3561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2143"/>
                  </a:lnTo>
                  <a:lnTo>
                    <a:pt x="2017" y="2143"/>
                  </a:lnTo>
                  <a:cubicBezTo>
                    <a:pt x="2679" y="2143"/>
                    <a:pt x="3246" y="2489"/>
                    <a:pt x="3561" y="3119"/>
                  </a:cubicBezTo>
                  <a:lnTo>
                    <a:pt x="3813" y="3560"/>
                  </a:lnTo>
                  <a:lnTo>
                    <a:pt x="9137" y="3560"/>
                  </a:lnTo>
                  <a:lnTo>
                    <a:pt x="9137" y="2836"/>
                  </a:lnTo>
                  <a:lnTo>
                    <a:pt x="6680" y="2836"/>
                  </a:lnTo>
                  <a:cubicBezTo>
                    <a:pt x="6491" y="2836"/>
                    <a:pt x="6333" y="2678"/>
                    <a:pt x="6333" y="2489"/>
                  </a:cubicBezTo>
                  <a:lnTo>
                    <a:pt x="63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83"/>
            <p:cNvSpPr/>
            <p:nvPr/>
          </p:nvSpPr>
          <p:spPr>
            <a:xfrm>
              <a:off x="-47013825" y="33950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284" y="504"/>
                    <a:pt x="536" y="252"/>
                    <a:pt x="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83"/>
            <p:cNvSpPr/>
            <p:nvPr/>
          </p:nvSpPr>
          <p:spPr>
            <a:xfrm>
              <a:off x="-47049250" y="33596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71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13"/>
                    <a:pt x="284" y="1891"/>
                    <a:pt x="725" y="2048"/>
                  </a:cubicBezTo>
                  <a:lnTo>
                    <a:pt x="725" y="1040"/>
                  </a:lnTo>
                  <a:cubicBezTo>
                    <a:pt x="725" y="851"/>
                    <a:pt x="882" y="693"/>
                    <a:pt x="1071" y="693"/>
                  </a:cubicBezTo>
                  <a:lnTo>
                    <a:pt x="2048" y="693"/>
                  </a:lnTo>
                  <a:cubicBezTo>
                    <a:pt x="1890" y="252"/>
                    <a:pt x="151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83"/>
            <p:cNvSpPr/>
            <p:nvPr/>
          </p:nvSpPr>
          <p:spPr>
            <a:xfrm>
              <a:off x="-47013025" y="3393475"/>
              <a:ext cx="52800" cy="53575"/>
            </a:xfrm>
            <a:custGeom>
              <a:avLst/>
              <a:gdLst/>
              <a:ahLst/>
              <a:cxnLst/>
              <a:rect l="l" t="t" r="r" b="b"/>
              <a:pathLst>
                <a:path w="2112" h="2143" extrusionOk="0">
                  <a:moveTo>
                    <a:pt x="1355" y="0"/>
                  </a:moveTo>
                  <a:cubicBezTo>
                    <a:pt x="1198" y="725"/>
                    <a:pt x="662" y="1260"/>
                    <a:pt x="0" y="1386"/>
                  </a:cubicBezTo>
                  <a:lnTo>
                    <a:pt x="0" y="2142"/>
                  </a:lnTo>
                  <a:lnTo>
                    <a:pt x="2111" y="2142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83"/>
            <p:cNvSpPr/>
            <p:nvPr/>
          </p:nvSpPr>
          <p:spPr>
            <a:xfrm>
              <a:off x="-47155575" y="3270600"/>
              <a:ext cx="300875" cy="229225"/>
            </a:xfrm>
            <a:custGeom>
              <a:avLst/>
              <a:gdLst/>
              <a:ahLst/>
              <a:cxnLst/>
              <a:rect l="l" t="t" r="r" b="b"/>
              <a:pathLst>
                <a:path w="12035" h="9169" extrusionOk="0">
                  <a:moveTo>
                    <a:pt x="5324" y="2804"/>
                  </a:moveTo>
                  <a:cubicBezTo>
                    <a:pt x="6206" y="2804"/>
                    <a:pt x="6900" y="3403"/>
                    <a:pt x="7057" y="4222"/>
                  </a:cubicBezTo>
                  <a:lnTo>
                    <a:pt x="8160" y="4222"/>
                  </a:lnTo>
                  <a:cubicBezTo>
                    <a:pt x="8349" y="4222"/>
                    <a:pt x="8506" y="4379"/>
                    <a:pt x="8506" y="4568"/>
                  </a:cubicBezTo>
                  <a:lnTo>
                    <a:pt x="8506" y="7404"/>
                  </a:lnTo>
                  <a:lnTo>
                    <a:pt x="8475" y="7404"/>
                  </a:lnTo>
                  <a:cubicBezTo>
                    <a:pt x="8475" y="7593"/>
                    <a:pt x="8317" y="7750"/>
                    <a:pt x="8128" y="7750"/>
                  </a:cubicBezTo>
                  <a:lnTo>
                    <a:pt x="5324" y="7750"/>
                  </a:lnTo>
                  <a:cubicBezTo>
                    <a:pt x="5135" y="7750"/>
                    <a:pt x="4978" y="7593"/>
                    <a:pt x="4978" y="7404"/>
                  </a:cubicBezTo>
                  <a:lnTo>
                    <a:pt x="4978" y="6301"/>
                  </a:lnTo>
                  <a:cubicBezTo>
                    <a:pt x="4190" y="6144"/>
                    <a:pt x="3560" y="5451"/>
                    <a:pt x="3560" y="4568"/>
                  </a:cubicBezTo>
                  <a:cubicBezTo>
                    <a:pt x="3560" y="3592"/>
                    <a:pt x="4348" y="2804"/>
                    <a:pt x="5324" y="2804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lnTo>
                    <a:pt x="0" y="8097"/>
                  </a:lnTo>
                  <a:cubicBezTo>
                    <a:pt x="0" y="8696"/>
                    <a:pt x="473" y="9168"/>
                    <a:pt x="1071" y="9168"/>
                  </a:cubicBezTo>
                  <a:lnTo>
                    <a:pt x="10964" y="9168"/>
                  </a:lnTo>
                  <a:cubicBezTo>
                    <a:pt x="11562" y="9168"/>
                    <a:pt x="12035" y="8696"/>
                    <a:pt x="12035" y="8097"/>
                  </a:cubicBezTo>
                  <a:lnTo>
                    <a:pt x="12035" y="2489"/>
                  </a:lnTo>
                  <a:cubicBezTo>
                    <a:pt x="12035" y="1891"/>
                    <a:pt x="11562" y="1418"/>
                    <a:pt x="10964" y="1418"/>
                  </a:cubicBezTo>
                  <a:lnTo>
                    <a:pt x="4820" y="1418"/>
                  </a:lnTo>
                  <a:lnTo>
                    <a:pt x="4411" y="599"/>
                  </a:lnTo>
                  <a:cubicBezTo>
                    <a:pt x="4222" y="252"/>
                    <a:pt x="3875" y="0"/>
                    <a:pt x="3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1" name="Google Shape;2251;p83"/>
          <p:cNvGrpSpPr/>
          <p:nvPr/>
        </p:nvGrpSpPr>
        <p:grpSpPr>
          <a:xfrm>
            <a:off x="1151432" y="3900106"/>
            <a:ext cx="355258" cy="355258"/>
            <a:chOff x="-47154800" y="3569100"/>
            <a:chExt cx="300100" cy="300100"/>
          </a:xfrm>
        </p:grpSpPr>
        <p:sp>
          <p:nvSpPr>
            <p:cNvPr id="2252" name="Google Shape;2252;p83"/>
            <p:cNvSpPr/>
            <p:nvPr/>
          </p:nvSpPr>
          <p:spPr>
            <a:xfrm>
              <a:off x="-46994900" y="3728200"/>
              <a:ext cx="140200" cy="141000"/>
            </a:xfrm>
            <a:custGeom>
              <a:avLst/>
              <a:gdLst/>
              <a:ahLst/>
              <a:cxnLst/>
              <a:rect l="l" t="t" r="r" b="b"/>
              <a:pathLst>
                <a:path w="5608" h="5640" extrusionOk="0">
                  <a:moveTo>
                    <a:pt x="2772" y="1733"/>
                  </a:moveTo>
                  <a:cubicBezTo>
                    <a:pt x="2961" y="1733"/>
                    <a:pt x="3119" y="1891"/>
                    <a:pt x="3119" y="2111"/>
                  </a:cubicBezTo>
                  <a:lnTo>
                    <a:pt x="3119" y="2458"/>
                  </a:lnTo>
                  <a:lnTo>
                    <a:pt x="3466" y="2458"/>
                  </a:lnTo>
                  <a:cubicBezTo>
                    <a:pt x="3655" y="2458"/>
                    <a:pt x="3812" y="2615"/>
                    <a:pt x="3812" y="2804"/>
                  </a:cubicBezTo>
                  <a:cubicBezTo>
                    <a:pt x="3812" y="2994"/>
                    <a:pt x="3655" y="3151"/>
                    <a:pt x="3466" y="3151"/>
                  </a:cubicBezTo>
                  <a:lnTo>
                    <a:pt x="2772" y="3151"/>
                  </a:lnTo>
                  <a:cubicBezTo>
                    <a:pt x="2552" y="3151"/>
                    <a:pt x="2426" y="2994"/>
                    <a:pt x="2426" y="2804"/>
                  </a:cubicBezTo>
                  <a:lnTo>
                    <a:pt x="2426" y="2111"/>
                  </a:lnTo>
                  <a:cubicBezTo>
                    <a:pt x="2426" y="1891"/>
                    <a:pt x="2552" y="1733"/>
                    <a:pt x="2772" y="1733"/>
                  </a:cubicBezTo>
                  <a:close/>
                  <a:moveTo>
                    <a:pt x="2457" y="1"/>
                  </a:moveTo>
                  <a:cubicBezTo>
                    <a:pt x="1197" y="158"/>
                    <a:pt x="221" y="1166"/>
                    <a:pt x="0" y="2458"/>
                  </a:cubicBezTo>
                  <a:lnTo>
                    <a:pt x="693" y="2458"/>
                  </a:lnTo>
                  <a:cubicBezTo>
                    <a:pt x="882" y="2458"/>
                    <a:pt x="1040" y="2615"/>
                    <a:pt x="1040" y="2804"/>
                  </a:cubicBezTo>
                  <a:cubicBezTo>
                    <a:pt x="1040" y="2994"/>
                    <a:pt x="882" y="3151"/>
                    <a:pt x="693" y="3151"/>
                  </a:cubicBezTo>
                  <a:lnTo>
                    <a:pt x="0" y="3151"/>
                  </a:lnTo>
                  <a:cubicBezTo>
                    <a:pt x="158" y="4411"/>
                    <a:pt x="1166" y="5451"/>
                    <a:pt x="2457" y="5608"/>
                  </a:cubicBezTo>
                  <a:lnTo>
                    <a:pt x="2457" y="4947"/>
                  </a:lnTo>
                  <a:cubicBezTo>
                    <a:pt x="2457" y="4726"/>
                    <a:pt x="2615" y="4569"/>
                    <a:pt x="2804" y="4569"/>
                  </a:cubicBezTo>
                  <a:cubicBezTo>
                    <a:pt x="2993" y="4569"/>
                    <a:pt x="3151" y="4726"/>
                    <a:pt x="3151" y="4947"/>
                  </a:cubicBezTo>
                  <a:lnTo>
                    <a:pt x="3151" y="5640"/>
                  </a:lnTo>
                  <a:cubicBezTo>
                    <a:pt x="4411" y="5482"/>
                    <a:pt x="5450" y="4474"/>
                    <a:pt x="5608" y="3214"/>
                  </a:cubicBezTo>
                  <a:lnTo>
                    <a:pt x="4883" y="3214"/>
                  </a:lnTo>
                  <a:cubicBezTo>
                    <a:pt x="4694" y="3151"/>
                    <a:pt x="4537" y="2994"/>
                    <a:pt x="4537" y="2804"/>
                  </a:cubicBezTo>
                  <a:cubicBezTo>
                    <a:pt x="4537" y="2615"/>
                    <a:pt x="4694" y="2458"/>
                    <a:pt x="4883" y="2458"/>
                  </a:cubicBezTo>
                  <a:lnTo>
                    <a:pt x="5608" y="2458"/>
                  </a:lnTo>
                  <a:cubicBezTo>
                    <a:pt x="5450" y="1198"/>
                    <a:pt x="4411" y="221"/>
                    <a:pt x="3151" y="1"/>
                  </a:cubicBezTo>
                  <a:lnTo>
                    <a:pt x="3151" y="694"/>
                  </a:lnTo>
                  <a:cubicBezTo>
                    <a:pt x="3151" y="883"/>
                    <a:pt x="2993" y="1040"/>
                    <a:pt x="2804" y="1040"/>
                  </a:cubicBezTo>
                  <a:cubicBezTo>
                    <a:pt x="2615" y="1040"/>
                    <a:pt x="2457" y="883"/>
                    <a:pt x="2457" y="694"/>
                  </a:cubicBezTo>
                  <a:lnTo>
                    <a:pt x="2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83"/>
            <p:cNvSpPr/>
            <p:nvPr/>
          </p:nvSpPr>
          <p:spPr>
            <a:xfrm>
              <a:off x="-46978375" y="3574625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0"/>
                  </a:lnTo>
                  <a:lnTo>
                    <a:pt x="1891" y="18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83"/>
            <p:cNvSpPr/>
            <p:nvPr/>
          </p:nvSpPr>
          <p:spPr>
            <a:xfrm>
              <a:off x="-47075250" y="366520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316" y="536"/>
                    <a:pt x="505" y="284"/>
                    <a:pt x="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83"/>
            <p:cNvSpPr/>
            <p:nvPr/>
          </p:nvSpPr>
          <p:spPr>
            <a:xfrm>
              <a:off x="-47110700" y="36313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0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481"/>
                    <a:pt x="253" y="1859"/>
                    <a:pt x="694" y="2048"/>
                  </a:cubicBezTo>
                  <a:lnTo>
                    <a:pt x="694" y="1040"/>
                  </a:lnTo>
                  <a:cubicBezTo>
                    <a:pt x="694" y="851"/>
                    <a:pt x="851" y="694"/>
                    <a:pt x="1040" y="694"/>
                  </a:cubicBezTo>
                  <a:lnTo>
                    <a:pt x="2049" y="694"/>
                  </a:lnTo>
                  <a:cubicBezTo>
                    <a:pt x="1891" y="316"/>
                    <a:pt x="1482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83"/>
            <p:cNvSpPr/>
            <p:nvPr/>
          </p:nvSpPr>
          <p:spPr>
            <a:xfrm>
              <a:off x="-47075250" y="3665200"/>
              <a:ext cx="53575" cy="54350"/>
            </a:xfrm>
            <a:custGeom>
              <a:avLst/>
              <a:gdLst/>
              <a:ahLst/>
              <a:cxnLst/>
              <a:rect l="l" t="t" r="r" b="b"/>
              <a:pathLst>
                <a:path w="2143" h="2174" extrusionOk="0">
                  <a:moveTo>
                    <a:pt x="1355" y="0"/>
                  </a:moveTo>
                  <a:cubicBezTo>
                    <a:pt x="1229" y="693"/>
                    <a:pt x="694" y="1229"/>
                    <a:pt x="1" y="1386"/>
                  </a:cubicBezTo>
                  <a:lnTo>
                    <a:pt x="1" y="2174"/>
                  </a:lnTo>
                  <a:lnTo>
                    <a:pt x="2143" y="2174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83"/>
            <p:cNvSpPr/>
            <p:nvPr/>
          </p:nvSpPr>
          <p:spPr>
            <a:xfrm>
              <a:off x="-47154800" y="3569100"/>
              <a:ext cx="229225" cy="300100"/>
            </a:xfrm>
            <a:custGeom>
              <a:avLst/>
              <a:gdLst/>
              <a:ahLst/>
              <a:cxnLst/>
              <a:rect l="l" t="t" r="r" b="b"/>
              <a:pathLst>
                <a:path w="9169" h="12004" extrusionOk="0">
                  <a:moveTo>
                    <a:pt x="2804" y="1765"/>
                  </a:moveTo>
                  <a:cubicBezTo>
                    <a:pt x="3687" y="1765"/>
                    <a:pt x="4380" y="2363"/>
                    <a:pt x="4537" y="3183"/>
                  </a:cubicBezTo>
                  <a:lnTo>
                    <a:pt x="5703" y="3183"/>
                  </a:lnTo>
                  <a:cubicBezTo>
                    <a:pt x="5892" y="3183"/>
                    <a:pt x="6049" y="3340"/>
                    <a:pt x="6049" y="3529"/>
                  </a:cubicBezTo>
                  <a:lnTo>
                    <a:pt x="6049" y="6428"/>
                  </a:lnTo>
                  <a:cubicBezTo>
                    <a:pt x="6049" y="6617"/>
                    <a:pt x="5892" y="6774"/>
                    <a:pt x="5703" y="6774"/>
                  </a:cubicBezTo>
                  <a:lnTo>
                    <a:pt x="2804" y="6774"/>
                  </a:lnTo>
                  <a:cubicBezTo>
                    <a:pt x="2615" y="6774"/>
                    <a:pt x="2458" y="6617"/>
                    <a:pt x="2458" y="6428"/>
                  </a:cubicBezTo>
                  <a:lnTo>
                    <a:pt x="2458" y="5262"/>
                  </a:lnTo>
                  <a:cubicBezTo>
                    <a:pt x="1670" y="5104"/>
                    <a:pt x="1040" y="4411"/>
                    <a:pt x="1040" y="3529"/>
                  </a:cubicBezTo>
                  <a:cubicBezTo>
                    <a:pt x="1040" y="2552"/>
                    <a:pt x="1828" y="1765"/>
                    <a:pt x="2804" y="1765"/>
                  </a:cubicBezTo>
                  <a:close/>
                  <a:moveTo>
                    <a:pt x="4191" y="8160"/>
                  </a:moveTo>
                  <a:cubicBezTo>
                    <a:pt x="4380" y="8160"/>
                    <a:pt x="4537" y="8318"/>
                    <a:pt x="4537" y="8507"/>
                  </a:cubicBezTo>
                  <a:cubicBezTo>
                    <a:pt x="4537" y="8696"/>
                    <a:pt x="4380" y="8853"/>
                    <a:pt x="4191" y="8853"/>
                  </a:cubicBezTo>
                  <a:lnTo>
                    <a:pt x="1387" y="8853"/>
                  </a:lnTo>
                  <a:cubicBezTo>
                    <a:pt x="1198" y="8853"/>
                    <a:pt x="1040" y="8696"/>
                    <a:pt x="1040" y="8507"/>
                  </a:cubicBezTo>
                  <a:cubicBezTo>
                    <a:pt x="1040" y="8318"/>
                    <a:pt x="1198" y="8160"/>
                    <a:pt x="1387" y="8160"/>
                  </a:cubicBezTo>
                  <a:close/>
                  <a:moveTo>
                    <a:pt x="4191" y="9515"/>
                  </a:moveTo>
                  <a:cubicBezTo>
                    <a:pt x="4380" y="9515"/>
                    <a:pt x="4537" y="9673"/>
                    <a:pt x="4537" y="9893"/>
                  </a:cubicBezTo>
                  <a:cubicBezTo>
                    <a:pt x="4537" y="10082"/>
                    <a:pt x="4380" y="10240"/>
                    <a:pt x="4191" y="10240"/>
                  </a:cubicBezTo>
                  <a:lnTo>
                    <a:pt x="1387" y="10240"/>
                  </a:lnTo>
                  <a:cubicBezTo>
                    <a:pt x="1198" y="10240"/>
                    <a:pt x="1040" y="10082"/>
                    <a:pt x="1040" y="9893"/>
                  </a:cubicBezTo>
                  <a:cubicBezTo>
                    <a:pt x="1040" y="9673"/>
                    <a:pt x="1198" y="9515"/>
                    <a:pt x="1387" y="9515"/>
                  </a:cubicBez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1657"/>
                  </a:lnTo>
                  <a:cubicBezTo>
                    <a:pt x="1" y="11846"/>
                    <a:pt x="158" y="12004"/>
                    <a:pt x="347" y="12004"/>
                  </a:cubicBezTo>
                  <a:lnTo>
                    <a:pt x="7089" y="12004"/>
                  </a:lnTo>
                  <a:cubicBezTo>
                    <a:pt x="6239" y="11342"/>
                    <a:pt x="5671" y="10366"/>
                    <a:pt x="5671" y="9168"/>
                  </a:cubicBezTo>
                  <a:cubicBezTo>
                    <a:pt x="5671" y="7247"/>
                    <a:pt x="7247" y="5671"/>
                    <a:pt x="9168" y="5671"/>
                  </a:cubicBezTo>
                  <a:lnTo>
                    <a:pt x="9168" y="2805"/>
                  </a:lnTo>
                  <a:lnTo>
                    <a:pt x="6711" y="2805"/>
                  </a:lnTo>
                  <a:cubicBezTo>
                    <a:pt x="6522" y="2805"/>
                    <a:pt x="6365" y="2647"/>
                    <a:pt x="6365" y="2426"/>
                  </a:cubicBezTo>
                  <a:lnTo>
                    <a:pt x="63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8" name="Google Shape;2258;p83"/>
          <p:cNvGrpSpPr/>
          <p:nvPr/>
        </p:nvGrpSpPr>
        <p:grpSpPr>
          <a:xfrm>
            <a:off x="3758149" y="2949395"/>
            <a:ext cx="354311" cy="353423"/>
            <a:chOff x="-47154000" y="3939275"/>
            <a:chExt cx="299300" cy="298550"/>
          </a:xfrm>
        </p:grpSpPr>
        <p:sp>
          <p:nvSpPr>
            <p:cNvPr id="2259" name="Google Shape;2259;p83"/>
            <p:cNvSpPr/>
            <p:nvPr/>
          </p:nvSpPr>
          <p:spPr>
            <a:xfrm>
              <a:off x="-47084700" y="4131475"/>
              <a:ext cx="159125" cy="106350"/>
            </a:xfrm>
            <a:custGeom>
              <a:avLst/>
              <a:gdLst/>
              <a:ahLst/>
              <a:cxnLst/>
              <a:rect l="l" t="t" r="r" b="b"/>
              <a:pathLst>
                <a:path w="6365" h="4254" extrusionOk="0">
                  <a:moveTo>
                    <a:pt x="4569" y="693"/>
                  </a:moveTo>
                  <a:cubicBezTo>
                    <a:pt x="4789" y="693"/>
                    <a:pt x="4947" y="851"/>
                    <a:pt x="4947" y="1040"/>
                  </a:cubicBezTo>
                  <a:cubicBezTo>
                    <a:pt x="4947" y="1260"/>
                    <a:pt x="4789" y="1418"/>
                    <a:pt x="4569" y="1418"/>
                  </a:cubicBezTo>
                  <a:lnTo>
                    <a:pt x="1796" y="1418"/>
                  </a:lnTo>
                  <a:cubicBezTo>
                    <a:pt x="1576" y="1418"/>
                    <a:pt x="1418" y="1260"/>
                    <a:pt x="1418" y="1040"/>
                  </a:cubicBezTo>
                  <a:cubicBezTo>
                    <a:pt x="1418" y="851"/>
                    <a:pt x="1576" y="693"/>
                    <a:pt x="1796" y="693"/>
                  </a:cubicBezTo>
                  <a:close/>
                  <a:moveTo>
                    <a:pt x="4569" y="2111"/>
                  </a:moveTo>
                  <a:cubicBezTo>
                    <a:pt x="4789" y="2111"/>
                    <a:pt x="4947" y="2268"/>
                    <a:pt x="4947" y="2457"/>
                  </a:cubicBezTo>
                  <a:cubicBezTo>
                    <a:pt x="4947" y="2678"/>
                    <a:pt x="4789" y="2835"/>
                    <a:pt x="4569" y="2835"/>
                  </a:cubicBezTo>
                  <a:lnTo>
                    <a:pt x="1796" y="2835"/>
                  </a:lnTo>
                  <a:cubicBezTo>
                    <a:pt x="1576" y="2835"/>
                    <a:pt x="1418" y="2678"/>
                    <a:pt x="1418" y="2457"/>
                  </a:cubicBezTo>
                  <a:cubicBezTo>
                    <a:pt x="1418" y="2268"/>
                    <a:pt x="1576" y="2111"/>
                    <a:pt x="1796" y="2111"/>
                  </a:cubicBezTo>
                  <a:close/>
                  <a:moveTo>
                    <a:pt x="0" y="0"/>
                  </a:moveTo>
                  <a:lnTo>
                    <a:pt x="0" y="1418"/>
                  </a:lnTo>
                  <a:lnTo>
                    <a:pt x="0" y="3875"/>
                  </a:lnTo>
                  <a:cubicBezTo>
                    <a:pt x="0" y="4096"/>
                    <a:pt x="158" y="4253"/>
                    <a:pt x="379" y="4253"/>
                  </a:cubicBezTo>
                  <a:lnTo>
                    <a:pt x="5986" y="4253"/>
                  </a:lnTo>
                  <a:cubicBezTo>
                    <a:pt x="6207" y="4253"/>
                    <a:pt x="6364" y="4096"/>
                    <a:pt x="6364" y="3875"/>
                  </a:cubicBezTo>
                  <a:lnTo>
                    <a:pt x="6364" y="1418"/>
                  </a:lnTo>
                  <a:lnTo>
                    <a:pt x="63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83"/>
            <p:cNvSpPr/>
            <p:nvPr/>
          </p:nvSpPr>
          <p:spPr>
            <a:xfrm>
              <a:off x="-46979150" y="3943225"/>
              <a:ext cx="48050" cy="47275"/>
            </a:xfrm>
            <a:custGeom>
              <a:avLst/>
              <a:gdLst/>
              <a:ahLst/>
              <a:cxnLst/>
              <a:rect l="l" t="t" r="r" b="b"/>
              <a:pathLst>
                <a:path w="1922" h="1891" extrusionOk="0">
                  <a:moveTo>
                    <a:pt x="0" y="0"/>
                  </a:moveTo>
                  <a:lnTo>
                    <a:pt x="0" y="1891"/>
                  </a:lnTo>
                  <a:lnTo>
                    <a:pt x="1922" y="1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83"/>
            <p:cNvSpPr/>
            <p:nvPr/>
          </p:nvSpPr>
          <p:spPr>
            <a:xfrm>
              <a:off x="-47154000" y="4026700"/>
              <a:ext cx="299300" cy="141025"/>
            </a:xfrm>
            <a:custGeom>
              <a:avLst/>
              <a:gdLst/>
              <a:ahLst/>
              <a:cxnLst/>
              <a:rect l="l" t="t" r="r" b="b"/>
              <a:pathLst>
                <a:path w="11972" h="5641" extrusionOk="0">
                  <a:moveTo>
                    <a:pt x="3151" y="2080"/>
                  </a:moveTo>
                  <a:cubicBezTo>
                    <a:pt x="3340" y="2080"/>
                    <a:pt x="3497" y="2238"/>
                    <a:pt x="3497" y="2458"/>
                  </a:cubicBezTo>
                  <a:cubicBezTo>
                    <a:pt x="3497" y="2647"/>
                    <a:pt x="3340" y="2805"/>
                    <a:pt x="3151" y="2805"/>
                  </a:cubicBezTo>
                  <a:cubicBezTo>
                    <a:pt x="2930" y="2805"/>
                    <a:pt x="2804" y="2647"/>
                    <a:pt x="2804" y="2458"/>
                  </a:cubicBezTo>
                  <a:cubicBezTo>
                    <a:pt x="2804" y="2238"/>
                    <a:pt x="2930" y="2080"/>
                    <a:pt x="3151" y="2080"/>
                  </a:cubicBezTo>
                  <a:close/>
                  <a:moveTo>
                    <a:pt x="4568" y="2080"/>
                  </a:moveTo>
                  <a:cubicBezTo>
                    <a:pt x="4757" y="2080"/>
                    <a:pt x="4915" y="2238"/>
                    <a:pt x="4915" y="2458"/>
                  </a:cubicBezTo>
                  <a:cubicBezTo>
                    <a:pt x="4915" y="2647"/>
                    <a:pt x="4757" y="2805"/>
                    <a:pt x="4568" y="2805"/>
                  </a:cubicBezTo>
                  <a:cubicBezTo>
                    <a:pt x="4348" y="2805"/>
                    <a:pt x="4190" y="2647"/>
                    <a:pt x="4190" y="2458"/>
                  </a:cubicBezTo>
                  <a:cubicBezTo>
                    <a:pt x="4190" y="2238"/>
                    <a:pt x="4348" y="2080"/>
                    <a:pt x="4568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8"/>
                    <a:pt x="6994" y="2458"/>
                  </a:cubicBezTo>
                  <a:cubicBezTo>
                    <a:pt x="6994" y="2647"/>
                    <a:pt x="6837" y="2805"/>
                    <a:pt x="6648" y="2805"/>
                  </a:cubicBezTo>
                  <a:lnTo>
                    <a:pt x="5923" y="2805"/>
                  </a:lnTo>
                  <a:cubicBezTo>
                    <a:pt x="5734" y="2805"/>
                    <a:pt x="5576" y="2647"/>
                    <a:pt x="5576" y="2458"/>
                  </a:cubicBezTo>
                  <a:cubicBezTo>
                    <a:pt x="5576" y="2238"/>
                    <a:pt x="5734" y="2080"/>
                    <a:pt x="5923" y="2080"/>
                  </a:cubicBezTo>
                  <a:close/>
                  <a:moveTo>
                    <a:pt x="8790" y="2080"/>
                  </a:moveTo>
                  <a:cubicBezTo>
                    <a:pt x="8979" y="2080"/>
                    <a:pt x="9136" y="2238"/>
                    <a:pt x="9136" y="2458"/>
                  </a:cubicBezTo>
                  <a:cubicBezTo>
                    <a:pt x="9136" y="2647"/>
                    <a:pt x="8979" y="2805"/>
                    <a:pt x="8790" y="2805"/>
                  </a:cubicBezTo>
                  <a:lnTo>
                    <a:pt x="8065" y="2805"/>
                  </a:lnTo>
                  <a:cubicBezTo>
                    <a:pt x="7876" y="2805"/>
                    <a:pt x="7719" y="2647"/>
                    <a:pt x="7719" y="2458"/>
                  </a:cubicBezTo>
                  <a:cubicBezTo>
                    <a:pt x="7719" y="2238"/>
                    <a:pt x="7876" y="2080"/>
                    <a:pt x="8065" y="2080"/>
                  </a:cubicBezTo>
                  <a:close/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lnTo>
                    <a:pt x="0" y="4569"/>
                  </a:lnTo>
                  <a:cubicBezTo>
                    <a:pt x="0" y="5168"/>
                    <a:pt x="473" y="5640"/>
                    <a:pt x="1071" y="5640"/>
                  </a:cubicBezTo>
                  <a:lnTo>
                    <a:pt x="2111" y="5640"/>
                  </a:lnTo>
                  <a:lnTo>
                    <a:pt x="2111" y="4223"/>
                  </a:lnTo>
                  <a:lnTo>
                    <a:pt x="1764" y="4223"/>
                  </a:lnTo>
                  <a:cubicBezTo>
                    <a:pt x="1575" y="4223"/>
                    <a:pt x="1418" y="4065"/>
                    <a:pt x="1418" y="3876"/>
                  </a:cubicBezTo>
                  <a:cubicBezTo>
                    <a:pt x="1418" y="3655"/>
                    <a:pt x="1575" y="3498"/>
                    <a:pt x="1764" y="3498"/>
                  </a:cubicBezTo>
                  <a:lnTo>
                    <a:pt x="10208" y="3498"/>
                  </a:lnTo>
                  <a:cubicBezTo>
                    <a:pt x="10397" y="3498"/>
                    <a:pt x="10554" y="3655"/>
                    <a:pt x="10554" y="3876"/>
                  </a:cubicBezTo>
                  <a:cubicBezTo>
                    <a:pt x="10554" y="4065"/>
                    <a:pt x="10397" y="4223"/>
                    <a:pt x="10208" y="4223"/>
                  </a:cubicBezTo>
                  <a:lnTo>
                    <a:pt x="9830" y="4223"/>
                  </a:lnTo>
                  <a:lnTo>
                    <a:pt x="9830" y="5640"/>
                  </a:lnTo>
                  <a:lnTo>
                    <a:pt x="10901" y="5640"/>
                  </a:lnTo>
                  <a:cubicBezTo>
                    <a:pt x="11499" y="5640"/>
                    <a:pt x="11972" y="5168"/>
                    <a:pt x="11972" y="4569"/>
                  </a:cubicBezTo>
                  <a:lnTo>
                    <a:pt x="11972" y="1072"/>
                  </a:lnTo>
                  <a:cubicBezTo>
                    <a:pt x="11972" y="473"/>
                    <a:pt x="11499" y="1"/>
                    <a:pt x="10901" y="1"/>
                  </a:cubicBezTo>
                  <a:lnTo>
                    <a:pt x="9830" y="1"/>
                  </a:lnTo>
                  <a:lnTo>
                    <a:pt x="9830" y="1072"/>
                  </a:lnTo>
                  <a:cubicBezTo>
                    <a:pt x="9830" y="1261"/>
                    <a:pt x="9672" y="1419"/>
                    <a:pt x="9483" y="1419"/>
                  </a:cubicBezTo>
                  <a:lnTo>
                    <a:pt x="2489" y="1419"/>
                  </a:lnTo>
                  <a:cubicBezTo>
                    <a:pt x="2268" y="1419"/>
                    <a:pt x="2111" y="1261"/>
                    <a:pt x="2111" y="1072"/>
                  </a:cubicBezTo>
                  <a:lnTo>
                    <a:pt x="21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83"/>
            <p:cNvSpPr/>
            <p:nvPr/>
          </p:nvSpPr>
          <p:spPr>
            <a:xfrm>
              <a:off x="-47083125" y="3939275"/>
              <a:ext cx="158325" cy="106350"/>
            </a:xfrm>
            <a:custGeom>
              <a:avLst/>
              <a:gdLst/>
              <a:ahLst/>
              <a:cxnLst/>
              <a:rect l="l" t="t" r="r" b="b"/>
              <a:pathLst>
                <a:path w="6333" h="425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3529"/>
                  </a:lnTo>
                  <a:lnTo>
                    <a:pt x="0" y="4254"/>
                  </a:lnTo>
                  <a:lnTo>
                    <a:pt x="6333" y="4254"/>
                  </a:lnTo>
                  <a:lnTo>
                    <a:pt x="6333" y="3498"/>
                  </a:lnTo>
                  <a:lnTo>
                    <a:pt x="6301" y="3498"/>
                  </a:lnTo>
                  <a:lnTo>
                    <a:pt x="6301" y="2805"/>
                  </a:lnTo>
                  <a:lnTo>
                    <a:pt x="3844" y="2805"/>
                  </a:lnTo>
                  <a:cubicBezTo>
                    <a:pt x="3655" y="2805"/>
                    <a:pt x="3498" y="2647"/>
                    <a:pt x="3498" y="2427"/>
                  </a:cubicBezTo>
                  <a:lnTo>
                    <a:pt x="34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3" name="Google Shape;2263;p83"/>
          <p:cNvGrpSpPr/>
          <p:nvPr/>
        </p:nvGrpSpPr>
        <p:grpSpPr>
          <a:xfrm>
            <a:off x="3779069" y="3900584"/>
            <a:ext cx="312375" cy="354311"/>
            <a:chOff x="-45286550" y="3569900"/>
            <a:chExt cx="263875" cy="299300"/>
          </a:xfrm>
        </p:grpSpPr>
        <p:sp>
          <p:nvSpPr>
            <p:cNvPr id="2264" name="Google Shape;2264;p83"/>
            <p:cNvSpPr/>
            <p:nvPr/>
          </p:nvSpPr>
          <p:spPr>
            <a:xfrm>
              <a:off x="-45234575" y="372820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1" y="1"/>
                  </a:moveTo>
                  <a:lnTo>
                    <a:pt x="1" y="725"/>
                  </a:lnTo>
                  <a:lnTo>
                    <a:pt x="347" y="725"/>
                  </a:lnTo>
                  <a:cubicBezTo>
                    <a:pt x="568" y="725"/>
                    <a:pt x="725" y="568"/>
                    <a:pt x="725" y="379"/>
                  </a:cubicBezTo>
                  <a:cubicBezTo>
                    <a:pt x="725" y="127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83"/>
            <p:cNvSpPr/>
            <p:nvPr/>
          </p:nvSpPr>
          <p:spPr>
            <a:xfrm>
              <a:off x="-45286550" y="3692750"/>
              <a:ext cx="263875" cy="122900"/>
            </a:xfrm>
            <a:custGeom>
              <a:avLst/>
              <a:gdLst/>
              <a:ahLst/>
              <a:cxnLst/>
              <a:rect l="l" t="t" r="r" b="b"/>
              <a:pathLst>
                <a:path w="10555" h="4916" extrusionOk="0">
                  <a:moveTo>
                    <a:pt x="2458" y="725"/>
                  </a:moveTo>
                  <a:cubicBezTo>
                    <a:pt x="3025" y="725"/>
                    <a:pt x="3497" y="1198"/>
                    <a:pt x="3497" y="1765"/>
                  </a:cubicBezTo>
                  <a:cubicBezTo>
                    <a:pt x="3497" y="2364"/>
                    <a:pt x="3025" y="2805"/>
                    <a:pt x="2426" y="2805"/>
                  </a:cubicBezTo>
                  <a:lnTo>
                    <a:pt x="2080" y="2805"/>
                  </a:lnTo>
                  <a:lnTo>
                    <a:pt x="2080" y="3876"/>
                  </a:lnTo>
                  <a:cubicBezTo>
                    <a:pt x="2080" y="4065"/>
                    <a:pt x="1922" y="4222"/>
                    <a:pt x="1733" y="4222"/>
                  </a:cubicBezTo>
                  <a:cubicBezTo>
                    <a:pt x="1544" y="4222"/>
                    <a:pt x="1387" y="4065"/>
                    <a:pt x="1387" y="3876"/>
                  </a:cubicBezTo>
                  <a:lnTo>
                    <a:pt x="1387" y="1072"/>
                  </a:lnTo>
                  <a:cubicBezTo>
                    <a:pt x="1387" y="883"/>
                    <a:pt x="1544" y="725"/>
                    <a:pt x="1733" y="725"/>
                  </a:cubicBezTo>
                  <a:close/>
                  <a:moveTo>
                    <a:pt x="5262" y="694"/>
                  </a:moveTo>
                  <a:cubicBezTo>
                    <a:pt x="5860" y="694"/>
                    <a:pt x="6333" y="1167"/>
                    <a:pt x="6333" y="1734"/>
                  </a:cubicBezTo>
                  <a:cubicBezTo>
                    <a:pt x="6333" y="1954"/>
                    <a:pt x="6175" y="2112"/>
                    <a:pt x="5986" y="2112"/>
                  </a:cubicBezTo>
                  <a:cubicBezTo>
                    <a:pt x="5797" y="2112"/>
                    <a:pt x="5640" y="1954"/>
                    <a:pt x="5640" y="1734"/>
                  </a:cubicBezTo>
                  <a:cubicBezTo>
                    <a:pt x="5640" y="1545"/>
                    <a:pt x="5482" y="1387"/>
                    <a:pt x="5262" y="1387"/>
                  </a:cubicBezTo>
                  <a:cubicBezTo>
                    <a:pt x="5073" y="1387"/>
                    <a:pt x="4915" y="1545"/>
                    <a:pt x="4915" y="1734"/>
                  </a:cubicBezTo>
                  <a:cubicBezTo>
                    <a:pt x="4915" y="1954"/>
                    <a:pt x="5073" y="2112"/>
                    <a:pt x="5262" y="2112"/>
                  </a:cubicBezTo>
                  <a:cubicBezTo>
                    <a:pt x="5860" y="2112"/>
                    <a:pt x="6333" y="2553"/>
                    <a:pt x="6333" y="3151"/>
                  </a:cubicBezTo>
                  <a:cubicBezTo>
                    <a:pt x="6333" y="3750"/>
                    <a:pt x="5860" y="4222"/>
                    <a:pt x="5262" y="4222"/>
                  </a:cubicBezTo>
                  <a:cubicBezTo>
                    <a:pt x="4695" y="4222"/>
                    <a:pt x="4222" y="3750"/>
                    <a:pt x="4222" y="3151"/>
                  </a:cubicBezTo>
                  <a:cubicBezTo>
                    <a:pt x="4222" y="2962"/>
                    <a:pt x="4379" y="2805"/>
                    <a:pt x="4569" y="2805"/>
                  </a:cubicBezTo>
                  <a:cubicBezTo>
                    <a:pt x="4758" y="2805"/>
                    <a:pt x="4915" y="2962"/>
                    <a:pt x="4915" y="3151"/>
                  </a:cubicBezTo>
                  <a:cubicBezTo>
                    <a:pt x="4915" y="3340"/>
                    <a:pt x="5073" y="3498"/>
                    <a:pt x="5262" y="3498"/>
                  </a:cubicBezTo>
                  <a:cubicBezTo>
                    <a:pt x="5482" y="3498"/>
                    <a:pt x="5640" y="3340"/>
                    <a:pt x="5640" y="3151"/>
                  </a:cubicBezTo>
                  <a:cubicBezTo>
                    <a:pt x="5640" y="2962"/>
                    <a:pt x="5482" y="2805"/>
                    <a:pt x="5262" y="2805"/>
                  </a:cubicBezTo>
                  <a:cubicBezTo>
                    <a:pt x="4695" y="2805"/>
                    <a:pt x="4222" y="2332"/>
                    <a:pt x="4222" y="1734"/>
                  </a:cubicBezTo>
                  <a:cubicBezTo>
                    <a:pt x="4222" y="1167"/>
                    <a:pt x="4695" y="694"/>
                    <a:pt x="5262" y="694"/>
                  </a:cubicBezTo>
                  <a:close/>
                  <a:moveTo>
                    <a:pt x="8066" y="725"/>
                  </a:moveTo>
                  <a:cubicBezTo>
                    <a:pt x="8664" y="725"/>
                    <a:pt x="9137" y="1198"/>
                    <a:pt x="9137" y="1765"/>
                  </a:cubicBezTo>
                  <a:lnTo>
                    <a:pt x="9137" y="3151"/>
                  </a:lnTo>
                  <a:cubicBezTo>
                    <a:pt x="9137" y="3750"/>
                    <a:pt x="8664" y="4222"/>
                    <a:pt x="8066" y="4222"/>
                  </a:cubicBezTo>
                  <a:lnTo>
                    <a:pt x="7372" y="4222"/>
                  </a:lnTo>
                  <a:cubicBezTo>
                    <a:pt x="7152" y="4222"/>
                    <a:pt x="6994" y="4065"/>
                    <a:pt x="6994" y="3876"/>
                  </a:cubicBezTo>
                  <a:lnTo>
                    <a:pt x="6994" y="1072"/>
                  </a:lnTo>
                  <a:cubicBezTo>
                    <a:pt x="6994" y="883"/>
                    <a:pt x="7152" y="725"/>
                    <a:pt x="7372" y="725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4569"/>
                  </a:lnTo>
                  <a:cubicBezTo>
                    <a:pt x="0" y="4758"/>
                    <a:pt x="158" y="4916"/>
                    <a:pt x="347" y="4916"/>
                  </a:cubicBezTo>
                  <a:lnTo>
                    <a:pt x="10208" y="4916"/>
                  </a:lnTo>
                  <a:cubicBezTo>
                    <a:pt x="10397" y="4916"/>
                    <a:pt x="10554" y="4758"/>
                    <a:pt x="10554" y="4569"/>
                  </a:cubicBezTo>
                  <a:lnTo>
                    <a:pt x="10554" y="347"/>
                  </a:lnTo>
                  <a:cubicBezTo>
                    <a:pt x="10554" y="158"/>
                    <a:pt x="10397" y="1"/>
                    <a:pt x="10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83"/>
            <p:cNvSpPr/>
            <p:nvPr/>
          </p:nvSpPr>
          <p:spPr>
            <a:xfrm>
              <a:off x="-45093575" y="3728200"/>
              <a:ext cx="17325" cy="53575"/>
            </a:xfrm>
            <a:custGeom>
              <a:avLst/>
              <a:gdLst/>
              <a:ahLst/>
              <a:cxnLst/>
              <a:rect l="l" t="t" r="r" b="b"/>
              <a:pathLst>
                <a:path w="693" h="2143" extrusionOk="0">
                  <a:moveTo>
                    <a:pt x="0" y="1"/>
                  </a:moveTo>
                  <a:lnTo>
                    <a:pt x="0" y="2143"/>
                  </a:lnTo>
                  <a:lnTo>
                    <a:pt x="347" y="2143"/>
                  </a:lnTo>
                  <a:cubicBezTo>
                    <a:pt x="536" y="2143"/>
                    <a:pt x="693" y="1985"/>
                    <a:pt x="693" y="1796"/>
                  </a:cubicBezTo>
                  <a:lnTo>
                    <a:pt x="693" y="347"/>
                  </a:lnTo>
                  <a:cubicBezTo>
                    <a:pt x="693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83"/>
            <p:cNvSpPr/>
            <p:nvPr/>
          </p:nvSpPr>
          <p:spPr>
            <a:xfrm>
              <a:off x="-45268450" y="3569900"/>
              <a:ext cx="228450" cy="106350"/>
            </a:xfrm>
            <a:custGeom>
              <a:avLst/>
              <a:gdLst/>
              <a:ahLst/>
              <a:cxnLst/>
              <a:rect l="l" t="t" r="r" b="b"/>
              <a:pathLst>
                <a:path w="9138" h="425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253"/>
                  </a:lnTo>
                  <a:lnTo>
                    <a:pt x="9137" y="4253"/>
                  </a:lnTo>
                  <a:lnTo>
                    <a:pt x="9137" y="2804"/>
                  </a:lnTo>
                  <a:lnTo>
                    <a:pt x="6680" y="2804"/>
                  </a:lnTo>
                  <a:cubicBezTo>
                    <a:pt x="6491" y="2804"/>
                    <a:pt x="6333" y="2647"/>
                    <a:pt x="6333" y="2457"/>
                  </a:cubicBezTo>
                  <a:lnTo>
                    <a:pt x="63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83"/>
            <p:cNvSpPr/>
            <p:nvPr/>
          </p:nvSpPr>
          <p:spPr>
            <a:xfrm>
              <a:off x="-45093575" y="3574625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0" y="0"/>
                  </a:moveTo>
                  <a:lnTo>
                    <a:pt x="0" y="1890"/>
                  </a:lnTo>
                  <a:lnTo>
                    <a:pt x="1890" y="1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83"/>
            <p:cNvSpPr/>
            <p:nvPr/>
          </p:nvSpPr>
          <p:spPr>
            <a:xfrm>
              <a:off x="-45269225" y="3833750"/>
              <a:ext cx="228425" cy="35450"/>
            </a:xfrm>
            <a:custGeom>
              <a:avLst/>
              <a:gdLst/>
              <a:ahLst/>
              <a:cxnLst/>
              <a:rect l="l" t="t" r="r" b="b"/>
              <a:pathLst>
                <a:path w="9137" h="1418" extrusionOk="0">
                  <a:moveTo>
                    <a:pt x="0" y="0"/>
                  </a:move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8790" y="1418"/>
                  </a:lnTo>
                  <a:cubicBezTo>
                    <a:pt x="8979" y="1418"/>
                    <a:pt x="9137" y="1260"/>
                    <a:pt x="9137" y="1071"/>
                  </a:cubicBezTo>
                  <a:lnTo>
                    <a:pt x="91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0" name="Google Shape;2270;p83"/>
          <p:cNvGrpSpPr/>
          <p:nvPr/>
        </p:nvGrpSpPr>
        <p:grpSpPr>
          <a:xfrm>
            <a:off x="3255103" y="3900106"/>
            <a:ext cx="290001" cy="355258"/>
            <a:chOff x="-45277900" y="3938500"/>
            <a:chExt cx="244975" cy="300100"/>
          </a:xfrm>
        </p:grpSpPr>
        <p:sp>
          <p:nvSpPr>
            <p:cNvPr id="2271" name="Google Shape;2271;p83"/>
            <p:cNvSpPr/>
            <p:nvPr/>
          </p:nvSpPr>
          <p:spPr>
            <a:xfrm>
              <a:off x="-45210950" y="4107825"/>
              <a:ext cx="23650" cy="24450"/>
            </a:xfrm>
            <a:custGeom>
              <a:avLst/>
              <a:gdLst/>
              <a:ahLst/>
              <a:cxnLst/>
              <a:rect l="l" t="t" r="r" b="b"/>
              <a:pathLst>
                <a:path w="946" h="978" extrusionOk="0">
                  <a:moveTo>
                    <a:pt x="473" y="1"/>
                  </a:moveTo>
                  <a:lnTo>
                    <a:pt x="1" y="978"/>
                  </a:lnTo>
                  <a:lnTo>
                    <a:pt x="946" y="978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83"/>
            <p:cNvSpPr/>
            <p:nvPr/>
          </p:nvSpPr>
          <p:spPr>
            <a:xfrm>
              <a:off x="-45084925" y="3943225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83"/>
            <p:cNvSpPr/>
            <p:nvPr/>
          </p:nvSpPr>
          <p:spPr>
            <a:xfrm>
              <a:off x="-45260575" y="3938500"/>
              <a:ext cx="227650" cy="300100"/>
            </a:xfrm>
            <a:custGeom>
              <a:avLst/>
              <a:gdLst/>
              <a:ahLst/>
              <a:cxnLst/>
              <a:rect l="l" t="t" r="r" b="b"/>
              <a:pathLst>
                <a:path w="9106" h="1200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222"/>
                  </a:lnTo>
                  <a:lnTo>
                    <a:pt x="7342" y="4222"/>
                  </a:lnTo>
                  <a:cubicBezTo>
                    <a:pt x="7562" y="4222"/>
                    <a:pt x="7720" y="4380"/>
                    <a:pt x="7720" y="4600"/>
                  </a:cubicBezTo>
                  <a:lnTo>
                    <a:pt x="7720" y="10208"/>
                  </a:lnTo>
                  <a:cubicBezTo>
                    <a:pt x="7720" y="10428"/>
                    <a:pt x="7562" y="10586"/>
                    <a:pt x="7342" y="10586"/>
                  </a:cubicBezTo>
                  <a:lnTo>
                    <a:pt x="1" y="10586"/>
                  </a:lnTo>
                  <a:lnTo>
                    <a:pt x="1" y="11626"/>
                  </a:lnTo>
                  <a:cubicBezTo>
                    <a:pt x="1" y="11846"/>
                    <a:pt x="158" y="12004"/>
                    <a:pt x="348" y="12004"/>
                  </a:cubicBezTo>
                  <a:lnTo>
                    <a:pt x="8759" y="12004"/>
                  </a:lnTo>
                  <a:cubicBezTo>
                    <a:pt x="8980" y="12004"/>
                    <a:pt x="9106" y="11846"/>
                    <a:pt x="9106" y="11626"/>
                  </a:cubicBezTo>
                  <a:lnTo>
                    <a:pt x="9106" y="2804"/>
                  </a:lnTo>
                  <a:lnTo>
                    <a:pt x="6680" y="2804"/>
                  </a:lnTo>
                  <a:lnTo>
                    <a:pt x="6680" y="2773"/>
                  </a:lnTo>
                  <a:cubicBezTo>
                    <a:pt x="6491" y="2773"/>
                    <a:pt x="6333" y="2615"/>
                    <a:pt x="6333" y="2426"/>
                  </a:cubicBezTo>
                  <a:lnTo>
                    <a:pt x="63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83"/>
            <p:cNvSpPr/>
            <p:nvPr/>
          </p:nvSpPr>
          <p:spPr>
            <a:xfrm>
              <a:off x="-45277900" y="4061375"/>
              <a:ext cx="193000" cy="122875"/>
            </a:xfrm>
            <a:custGeom>
              <a:avLst/>
              <a:gdLst/>
              <a:ahLst/>
              <a:cxnLst/>
              <a:rect l="l" t="t" r="r" b="b"/>
              <a:pathLst>
                <a:path w="7720" h="4915" extrusionOk="0">
                  <a:moveTo>
                    <a:pt x="5987" y="693"/>
                  </a:moveTo>
                  <a:cubicBezTo>
                    <a:pt x="6207" y="693"/>
                    <a:pt x="6333" y="851"/>
                    <a:pt x="6333" y="1071"/>
                  </a:cubicBezTo>
                  <a:cubicBezTo>
                    <a:pt x="6302" y="1260"/>
                    <a:pt x="6144" y="1418"/>
                    <a:pt x="5987" y="1418"/>
                  </a:cubicBezTo>
                  <a:cubicBezTo>
                    <a:pt x="5798" y="1418"/>
                    <a:pt x="5640" y="1260"/>
                    <a:pt x="5640" y="1071"/>
                  </a:cubicBezTo>
                  <a:cubicBezTo>
                    <a:pt x="5640" y="851"/>
                    <a:pt x="5798" y="693"/>
                    <a:pt x="5987" y="693"/>
                  </a:cubicBezTo>
                  <a:close/>
                  <a:moveTo>
                    <a:pt x="3246" y="701"/>
                  </a:moveTo>
                  <a:cubicBezTo>
                    <a:pt x="3372" y="701"/>
                    <a:pt x="3498" y="772"/>
                    <a:pt x="3561" y="914"/>
                  </a:cubicBezTo>
                  <a:lnTo>
                    <a:pt x="4979" y="3686"/>
                  </a:lnTo>
                  <a:cubicBezTo>
                    <a:pt x="4979" y="3907"/>
                    <a:pt x="4884" y="4096"/>
                    <a:pt x="4727" y="4159"/>
                  </a:cubicBezTo>
                  <a:cubicBezTo>
                    <a:pt x="4695" y="4222"/>
                    <a:pt x="4601" y="4222"/>
                    <a:pt x="4569" y="4222"/>
                  </a:cubicBezTo>
                  <a:cubicBezTo>
                    <a:pt x="4443" y="4222"/>
                    <a:pt x="4349" y="4127"/>
                    <a:pt x="4254" y="4001"/>
                  </a:cubicBezTo>
                  <a:lnTo>
                    <a:pt x="4033" y="3497"/>
                  </a:lnTo>
                  <a:lnTo>
                    <a:pt x="2364" y="3497"/>
                  </a:lnTo>
                  <a:lnTo>
                    <a:pt x="2143" y="4001"/>
                  </a:lnTo>
                  <a:cubicBezTo>
                    <a:pt x="2075" y="4115"/>
                    <a:pt x="1940" y="4196"/>
                    <a:pt x="1811" y="4196"/>
                  </a:cubicBezTo>
                  <a:cubicBezTo>
                    <a:pt x="1762" y="4196"/>
                    <a:pt x="1714" y="4185"/>
                    <a:pt x="1671" y="4159"/>
                  </a:cubicBezTo>
                  <a:cubicBezTo>
                    <a:pt x="1513" y="4096"/>
                    <a:pt x="1419" y="3844"/>
                    <a:pt x="1513" y="3686"/>
                  </a:cubicBezTo>
                  <a:lnTo>
                    <a:pt x="2931" y="914"/>
                  </a:lnTo>
                  <a:cubicBezTo>
                    <a:pt x="2994" y="772"/>
                    <a:pt x="3120" y="701"/>
                    <a:pt x="3246" y="701"/>
                  </a:cubicBezTo>
                  <a:close/>
                  <a:moveTo>
                    <a:pt x="5955" y="2079"/>
                  </a:moveTo>
                  <a:cubicBezTo>
                    <a:pt x="6144" y="2079"/>
                    <a:pt x="6302" y="2237"/>
                    <a:pt x="6302" y="2426"/>
                  </a:cubicBezTo>
                  <a:lnTo>
                    <a:pt x="6302" y="3844"/>
                  </a:lnTo>
                  <a:cubicBezTo>
                    <a:pt x="6302" y="4064"/>
                    <a:pt x="6144" y="4222"/>
                    <a:pt x="5955" y="4222"/>
                  </a:cubicBezTo>
                  <a:cubicBezTo>
                    <a:pt x="5766" y="4222"/>
                    <a:pt x="5609" y="4064"/>
                    <a:pt x="5609" y="3844"/>
                  </a:cubicBezTo>
                  <a:lnTo>
                    <a:pt x="5609" y="2426"/>
                  </a:lnTo>
                  <a:cubicBezTo>
                    <a:pt x="5609" y="2237"/>
                    <a:pt x="5766" y="2079"/>
                    <a:pt x="5955" y="2079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68"/>
                  </a:lnTo>
                  <a:cubicBezTo>
                    <a:pt x="1" y="4757"/>
                    <a:pt x="158" y="4915"/>
                    <a:pt x="347" y="4915"/>
                  </a:cubicBezTo>
                  <a:lnTo>
                    <a:pt x="7720" y="4915"/>
                  </a:lnTo>
                  <a:lnTo>
                    <a:pt x="77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5" name="Google Shape;2275;p83"/>
          <p:cNvGrpSpPr/>
          <p:nvPr/>
        </p:nvGrpSpPr>
        <p:grpSpPr>
          <a:xfrm>
            <a:off x="1654661" y="2948468"/>
            <a:ext cx="355258" cy="355258"/>
            <a:chOff x="-44502875" y="3576975"/>
            <a:chExt cx="300100" cy="300100"/>
          </a:xfrm>
        </p:grpSpPr>
        <p:sp>
          <p:nvSpPr>
            <p:cNvPr id="2276" name="Google Shape;2276;p83"/>
            <p:cNvSpPr/>
            <p:nvPr/>
          </p:nvSpPr>
          <p:spPr>
            <a:xfrm>
              <a:off x="-44466650" y="3576975"/>
              <a:ext cx="53600" cy="18925"/>
            </a:xfrm>
            <a:custGeom>
              <a:avLst/>
              <a:gdLst/>
              <a:ahLst/>
              <a:cxnLst/>
              <a:rect l="l" t="t" r="r" b="b"/>
              <a:pathLst>
                <a:path w="2144" h="757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757"/>
                  </a:lnTo>
                  <a:lnTo>
                    <a:pt x="2143" y="757"/>
                  </a:lnTo>
                  <a:lnTo>
                    <a:pt x="2143" y="347"/>
                  </a:lnTo>
                  <a:cubicBezTo>
                    <a:pt x="2143" y="158"/>
                    <a:pt x="1986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83"/>
            <p:cNvSpPr/>
            <p:nvPr/>
          </p:nvSpPr>
          <p:spPr>
            <a:xfrm>
              <a:off x="-44502875" y="3595100"/>
              <a:ext cx="283575" cy="281975"/>
            </a:xfrm>
            <a:custGeom>
              <a:avLst/>
              <a:gdLst/>
              <a:ahLst/>
              <a:cxnLst/>
              <a:rect l="l" t="t" r="r" b="b"/>
              <a:pathLst>
                <a:path w="11343" h="11279" extrusionOk="0">
                  <a:moveTo>
                    <a:pt x="10945" y="0"/>
                  </a:moveTo>
                  <a:cubicBezTo>
                    <a:pt x="10854" y="0"/>
                    <a:pt x="10760" y="32"/>
                    <a:pt x="10681" y="95"/>
                  </a:cubicBezTo>
                  <a:lnTo>
                    <a:pt x="10082" y="693"/>
                  </a:lnTo>
                  <a:lnTo>
                    <a:pt x="347" y="693"/>
                  </a:lnTo>
                  <a:cubicBezTo>
                    <a:pt x="158" y="693"/>
                    <a:pt x="1" y="851"/>
                    <a:pt x="1" y="1040"/>
                  </a:cubicBezTo>
                  <a:lnTo>
                    <a:pt x="1" y="2458"/>
                  </a:lnTo>
                  <a:cubicBezTo>
                    <a:pt x="1" y="2647"/>
                    <a:pt x="158" y="2804"/>
                    <a:pt x="347" y="2804"/>
                  </a:cubicBezTo>
                  <a:lnTo>
                    <a:pt x="7940" y="2804"/>
                  </a:lnTo>
                  <a:lnTo>
                    <a:pt x="3561" y="7215"/>
                  </a:lnTo>
                  <a:lnTo>
                    <a:pt x="3561" y="3529"/>
                  </a:lnTo>
                  <a:lnTo>
                    <a:pt x="1418" y="3529"/>
                  </a:lnTo>
                  <a:lnTo>
                    <a:pt x="1418" y="9357"/>
                  </a:lnTo>
                  <a:lnTo>
                    <a:pt x="820" y="9956"/>
                  </a:lnTo>
                  <a:cubicBezTo>
                    <a:pt x="725" y="10050"/>
                    <a:pt x="725" y="10302"/>
                    <a:pt x="820" y="10460"/>
                  </a:cubicBezTo>
                  <a:cubicBezTo>
                    <a:pt x="914" y="10523"/>
                    <a:pt x="977" y="10586"/>
                    <a:pt x="1072" y="10586"/>
                  </a:cubicBezTo>
                  <a:cubicBezTo>
                    <a:pt x="1135" y="10586"/>
                    <a:pt x="1261" y="10523"/>
                    <a:pt x="1292" y="10460"/>
                  </a:cubicBezTo>
                  <a:lnTo>
                    <a:pt x="1891" y="9861"/>
                  </a:lnTo>
                  <a:lnTo>
                    <a:pt x="7719" y="9861"/>
                  </a:lnTo>
                  <a:lnTo>
                    <a:pt x="7719" y="7750"/>
                  </a:lnTo>
                  <a:lnTo>
                    <a:pt x="4033" y="7750"/>
                  </a:lnTo>
                  <a:lnTo>
                    <a:pt x="8444" y="3340"/>
                  </a:lnTo>
                  <a:lnTo>
                    <a:pt x="8444" y="10932"/>
                  </a:lnTo>
                  <a:cubicBezTo>
                    <a:pt x="8444" y="11121"/>
                    <a:pt x="8602" y="11279"/>
                    <a:pt x="8791" y="11279"/>
                  </a:cubicBezTo>
                  <a:lnTo>
                    <a:pt x="10208" y="11279"/>
                  </a:lnTo>
                  <a:cubicBezTo>
                    <a:pt x="10397" y="11279"/>
                    <a:pt x="10555" y="11121"/>
                    <a:pt x="10555" y="10932"/>
                  </a:cubicBezTo>
                  <a:lnTo>
                    <a:pt x="10555" y="1197"/>
                  </a:lnTo>
                  <a:lnTo>
                    <a:pt x="11153" y="599"/>
                  </a:lnTo>
                  <a:cubicBezTo>
                    <a:pt x="11343" y="441"/>
                    <a:pt x="11343" y="252"/>
                    <a:pt x="11185" y="95"/>
                  </a:cubicBezTo>
                  <a:cubicBezTo>
                    <a:pt x="11122" y="32"/>
                    <a:pt x="11035" y="0"/>
                    <a:pt x="109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83"/>
            <p:cNvSpPr/>
            <p:nvPr/>
          </p:nvSpPr>
          <p:spPr>
            <a:xfrm>
              <a:off x="-44221675" y="3788850"/>
              <a:ext cx="18900" cy="52800"/>
            </a:xfrm>
            <a:custGeom>
              <a:avLst/>
              <a:gdLst/>
              <a:ahLst/>
              <a:cxnLst/>
              <a:rect l="l" t="t" r="r" b="b"/>
              <a:pathLst>
                <a:path w="756" h="2112" extrusionOk="0">
                  <a:moveTo>
                    <a:pt x="0" y="0"/>
                  </a:moveTo>
                  <a:lnTo>
                    <a:pt x="0" y="2111"/>
                  </a:lnTo>
                  <a:lnTo>
                    <a:pt x="410" y="2111"/>
                  </a:lnTo>
                  <a:cubicBezTo>
                    <a:pt x="599" y="2111"/>
                    <a:pt x="756" y="1954"/>
                    <a:pt x="756" y="1765"/>
                  </a:cubicBezTo>
                  <a:lnTo>
                    <a:pt x="756" y="347"/>
                  </a:lnTo>
                  <a:cubicBezTo>
                    <a:pt x="756" y="158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9" name="Google Shape;2279;p83"/>
          <p:cNvGrpSpPr/>
          <p:nvPr/>
        </p:nvGrpSpPr>
        <p:grpSpPr>
          <a:xfrm>
            <a:off x="7317772" y="3440012"/>
            <a:ext cx="356221" cy="354973"/>
            <a:chOff x="-13947000" y="3212800"/>
            <a:chExt cx="353675" cy="352400"/>
          </a:xfrm>
        </p:grpSpPr>
        <p:sp>
          <p:nvSpPr>
            <p:cNvPr id="2280" name="Google Shape;2280;p83"/>
            <p:cNvSpPr/>
            <p:nvPr/>
          </p:nvSpPr>
          <p:spPr>
            <a:xfrm>
              <a:off x="-13947000" y="3212800"/>
              <a:ext cx="229225" cy="268125"/>
            </a:xfrm>
            <a:custGeom>
              <a:avLst/>
              <a:gdLst/>
              <a:ahLst/>
              <a:cxnLst/>
              <a:rect l="l" t="t" r="r" b="b"/>
              <a:pathLst>
                <a:path w="9169" h="10725" extrusionOk="0">
                  <a:moveTo>
                    <a:pt x="2959" y="2501"/>
                  </a:moveTo>
                  <a:cubicBezTo>
                    <a:pt x="3099" y="2501"/>
                    <a:pt x="3225" y="2585"/>
                    <a:pt x="3309" y="2753"/>
                  </a:cubicBezTo>
                  <a:cubicBezTo>
                    <a:pt x="3435" y="2942"/>
                    <a:pt x="3309" y="3194"/>
                    <a:pt x="3120" y="3289"/>
                  </a:cubicBezTo>
                  <a:lnTo>
                    <a:pt x="1450" y="4140"/>
                  </a:lnTo>
                  <a:cubicBezTo>
                    <a:pt x="1404" y="4155"/>
                    <a:pt x="1354" y="4163"/>
                    <a:pt x="1304" y="4163"/>
                  </a:cubicBezTo>
                  <a:cubicBezTo>
                    <a:pt x="1148" y="4163"/>
                    <a:pt x="986" y="4086"/>
                    <a:pt x="914" y="3919"/>
                  </a:cubicBezTo>
                  <a:cubicBezTo>
                    <a:pt x="788" y="3730"/>
                    <a:pt x="914" y="3509"/>
                    <a:pt x="1103" y="3383"/>
                  </a:cubicBezTo>
                  <a:lnTo>
                    <a:pt x="2742" y="2564"/>
                  </a:lnTo>
                  <a:cubicBezTo>
                    <a:pt x="2815" y="2522"/>
                    <a:pt x="2889" y="2501"/>
                    <a:pt x="2959" y="2501"/>
                  </a:cubicBezTo>
                  <a:close/>
                  <a:moveTo>
                    <a:pt x="416" y="0"/>
                  </a:moveTo>
                  <a:cubicBezTo>
                    <a:pt x="338" y="0"/>
                    <a:pt x="259" y="23"/>
                    <a:pt x="190" y="75"/>
                  </a:cubicBezTo>
                  <a:cubicBezTo>
                    <a:pt x="64" y="138"/>
                    <a:pt x="1" y="264"/>
                    <a:pt x="1" y="422"/>
                  </a:cubicBezTo>
                  <a:lnTo>
                    <a:pt x="1" y="5337"/>
                  </a:lnTo>
                  <a:cubicBezTo>
                    <a:pt x="32" y="7952"/>
                    <a:pt x="1922" y="10220"/>
                    <a:pt x="4537" y="10724"/>
                  </a:cubicBezTo>
                  <a:lnTo>
                    <a:pt x="4569" y="10724"/>
                  </a:lnTo>
                  <a:cubicBezTo>
                    <a:pt x="4317" y="10062"/>
                    <a:pt x="4159" y="9369"/>
                    <a:pt x="4159" y="8613"/>
                  </a:cubicBezTo>
                  <a:lnTo>
                    <a:pt x="4159" y="7511"/>
                  </a:lnTo>
                  <a:cubicBezTo>
                    <a:pt x="3813" y="7574"/>
                    <a:pt x="3498" y="7763"/>
                    <a:pt x="3214" y="8015"/>
                  </a:cubicBezTo>
                  <a:cubicBezTo>
                    <a:pt x="3135" y="8093"/>
                    <a:pt x="3033" y="8133"/>
                    <a:pt x="2931" y="8133"/>
                  </a:cubicBezTo>
                  <a:cubicBezTo>
                    <a:pt x="2828" y="8133"/>
                    <a:pt x="2726" y="8093"/>
                    <a:pt x="2647" y="8015"/>
                  </a:cubicBezTo>
                  <a:cubicBezTo>
                    <a:pt x="2490" y="7857"/>
                    <a:pt x="2490" y="7574"/>
                    <a:pt x="2647" y="7448"/>
                  </a:cubicBezTo>
                  <a:cubicBezTo>
                    <a:pt x="3057" y="7006"/>
                    <a:pt x="3592" y="6754"/>
                    <a:pt x="4159" y="6691"/>
                  </a:cubicBezTo>
                  <a:lnTo>
                    <a:pt x="4159" y="3761"/>
                  </a:lnTo>
                  <a:cubicBezTo>
                    <a:pt x="4159" y="3068"/>
                    <a:pt x="4726" y="2564"/>
                    <a:pt x="5420" y="2564"/>
                  </a:cubicBezTo>
                  <a:cubicBezTo>
                    <a:pt x="5577" y="2564"/>
                    <a:pt x="5735" y="2596"/>
                    <a:pt x="5892" y="2627"/>
                  </a:cubicBezTo>
                  <a:cubicBezTo>
                    <a:pt x="6932" y="3068"/>
                    <a:pt x="8066" y="3257"/>
                    <a:pt x="9169" y="3289"/>
                  </a:cubicBezTo>
                  <a:lnTo>
                    <a:pt x="9169" y="422"/>
                  </a:lnTo>
                  <a:cubicBezTo>
                    <a:pt x="9169" y="296"/>
                    <a:pt x="9106" y="138"/>
                    <a:pt x="8980" y="75"/>
                  </a:cubicBezTo>
                  <a:cubicBezTo>
                    <a:pt x="8910" y="23"/>
                    <a:pt x="8831" y="0"/>
                    <a:pt x="8753" y="0"/>
                  </a:cubicBezTo>
                  <a:cubicBezTo>
                    <a:pt x="8690" y="0"/>
                    <a:pt x="8627" y="16"/>
                    <a:pt x="8570" y="44"/>
                  </a:cubicBezTo>
                  <a:cubicBezTo>
                    <a:pt x="7294" y="548"/>
                    <a:pt x="5939" y="800"/>
                    <a:pt x="4585" y="800"/>
                  </a:cubicBezTo>
                  <a:cubicBezTo>
                    <a:pt x="3230" y="800"/>
                    <a:pt x="1875" y="548"/>
                    <a:pt x="599" y="44"/>
                  </a:cubicBezTo>
                  <a:cubicBezTo>
                    <a:pt x="543" y="16"/>
                    <a:pt x="480" y="0"/>
                    <a:pt x="4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83"/>
            <p:cNvSpPr/>
            <p:nvPr/>
          </p:nvSpPr>
          <p:spPr>
            <a:xfrm>
              <a:off x="-13821775" y="3295600"/>
              <a:ext cx="228450" cy="269600"/>
            </a:xfrm>
            <a:custGeom>
              <a:avLst/>
              <a:gdLst/>
              <a:ahLst/>
              <a:cxnLst/>
              <a:rect l="l" t="t" r="r" b="b"/>
              <a:pathLst>
                <a:path w="9138" h="10784" extrusionOk="0">
                  <a:moveTo>
                    <a:pt x="2108" y="3311"/>
                  </a:moveTo>
                  <a:cubicBezTo>
                    <a:pt x="2163" y="3311"/>
                    <a:pt x="2219" y="3323"/>
                    <a:pt x="2269" y="3348"/>
                  </a:cubicBezTo>
                  <a:lnTo>
                    <a:pt x="3939" y="4167"/>
                  </a:lnTo>
                  <a:cubicBezTo>
                    <a:pt x="4128" y="4293"/>
                    <a:pt x="4191" y="4514"/>
                    <a:pt x="4128" y="4703"/>
                  </a:cubicBezTo>
                  <a:cubicBezTo>
                    <a:pt x="4033" y="4870"/>
                    <a:pt x="3883" y="4946"/>
                    <a:pt x="3720" y="4946"/>
                  </a:cubicBezTo>
                  <a:cubicBezTo>
                    <a:pt x="3668" y="4946"/>
                    <a:pt x="3615" y="4938"/>
                    <a:pt x="3561" y="4923"/>
                  </a:cubicBezTo>
                  <a:lnTo>
                    <a:pt x="1923" y="4073"/>
                  </a:lnTo>
                  <a:cubicBezTo>
                    <a:pt x="1734" y="4010"/>
                    <a:pt x="1639" y="3726"/>
                    <a:pt x="1734" y="3537"/>
                  </a:cubicBezTo>
                  <a:cubicBezTo>
                    <a:pt x="1803" y="3399"/>
                    <a:pt x="1957" y="3311"/>
                    <a:pt x="2108" y="3311"/>
                  </a:cubicBezTo>
                  <a:close/>
                  <a:moveTo>
                    <a:pt x="7086" y="3316"/>
                  </a:moveTo>
                  <a:cubicBezTo>
                    <a:pt x="7226" y="3316"/>
                    <a:pt x="7352" y="3400"/>
                    <a:pt x="7436" y="3568"/>
                  </a:cubicBezTo>
                  <a:cubicBezTo>
                    <a:pt x="7562" y="3758"/>
                    <a:pt x="7436" y="4010"/>
                    <a:pt x="7247" y="4104"/>
                  </a:cubicBezTo>
                  <a:lnTo>
                    <a:pt x="5577" y="4955"/>
                  </a:lnTo>
                  <a:cubicBezTo>
                    <a:pt x="5528" y="4979"/>
                    <a:pt x="5472" y="4991"/>
                    <a:pt x="5415" y="4991"/>
                  </a:cubicBezTo>
                  <a:cubicBezTo>
                    <a:pt x="5255" y="4991"/>
                    <a:pt x="5088" y="4897"/>
                    <a:pt x="5042" y="4734"/>
                  </a:cubicBezTo>
                  <a:cubicBezTo>
                    <a:pt x="4947" y="4514"/>
                    <a:pt x="5042" y="4262"/>
                    <a:pt x="5231" y="4199"/>
                  </a:cubicBezTo>
                  <a:lnTo>
                    <a:pt x="6869" y="3379"/>
                  </a:lnTo>
                  <a:cubicBezTo>
                    <a:pt x="6943" y="3337"/>
                    <a:pt x="7016" y="3316"/>
                    <a:pt x="7086" y="3316"/>
                  </a:cubicBezTo>
                  <a:close/>
                  <a:moveTo>
                    <a:pt x="6223" y="6632"/>
                  </a:moveTo>
                  <a:cubicBezTo>
                    <a:pt x="6333" y="6632"/>
                    <a:pt x="6444" y="6672"/>
                    <a:pt x="6522" y="6750"/>
                  </a:cubicBezTo>
                  <a:cubicBezTo>
                    <a:pt x="6680" y="6908"/>
                    <a:pt x="6680" y="7192"/>
                    <a:pt x="6522" y="7349"/>
                  </a:cubicBezTo>
                  <a:cubicBezTo>
                    <a:pt x="5987" y="7885"/>
                    <a:pt x="5262" y="8137"/>
                    <a:pt x="4601" y="8137"/>
                  </a:cubicBezTo>
                  <a:cubicBezTo>
                    <a:pt x="3939" y="8137"/>
                    <a:pt x="3183" y="7853"/>
                    <a:pt x="2679" y="7349"/>
                  </a:cubicBezTo>
                  <a:cubicBezTo>
                    <a:pt x="2521" y="7192"/>
                    <a:pt x="2521" y="6908"/>
                    <a:pt x="2679" y="6750"/>
                  </a:cubicBezTo>
                  <a:cubicBezTo>
                    <a:pt x="2758" y="6672"/>
                    <a:pt x="2860" y="6632"/>
                    <a:pt x="2962" y="6632"/>
                  </a:cubicBezTo>
                  <a:cubicBezTo>
                    <a:pt x="3065" y="6632"/>
                    <a:pt x="3167" y="6672"/>
                    <a:pt x="3246" y="6750"/>
                  </a:cubicBezTo>
                  <a:cubicBezTo>
                    <a:pt x="3608" y="7129"/>
                    <a:pt x="4097" y="7318"/>
                    <a:pt x="4585" y="7318"/>
                  </a:cubicBezTo>
                  <a:cubicBezTo>
                    <a:pt x="5073" y="7318"/>
                    <a:pt x="5562" y="7129"/>
                    <a:pt x="5924" y="6750"/>
                  </a:cubicBezTo>
                  <a:cubicBezTo>
                    <a:pt x="6003" y="6672"/>
                    <a:pt x="6113" y="6632"/>
                    <a:pt x="6223" y="6632"/>
                  </a:cubicBezTo>
                  <a:close/>
                  <a:moveTo>
                    <a:pt x="8737" y="0"/>
                  </a:moveTo>
                  <a:cubicBezTo>
                    <a:pt x="8681" y="0"/>
                    <a:pt x="8624" y="13"/>
                    <a:pt x="8570" y="40"/>
                  </a:cubicBezTo>
                  <a:cubicBezTo>
                    <a:pt x="7294" y="544"/>
                    <a:pt x="5932" y="796"/>
                    <a:pt x="4565" y="796"/>
                  </a:cubicBezTo>
                  <a:cubicBezTo>
                    <a:pt x="3199" y="796"/>
                    <a:pt x="1828" y="544"/>
                    <a:pt x="537" y="40"/>
                  </a:cubicBezTo>
                  <a:cubicBezTo>
                    <a:pt x="494" y="22"/>
                    <a:pt x="447" y="13"/>
                    <a:pt x="400" y="13"/>
                  </a:cubicBezTo>
                  <a:cubicBezTo>
                    <a:pt x="205" y="13"/>
                    <a:pt x="1" y="164"/>
                    <a:pt x="1" y="418"/>
                  </a:cubicBezTo>
                  <a:lnTo>
                    <a:pt x="1" y="5301"/>
                  </a:lnTo>
                  <a:cubicBezTo>
                    <a:pt x="1" y="7948"/>
                    <a:pt x="1891" y="10279"/>
                    <a:pt x="4475" y="10783"/>
                  </a:cubicBezTo>
                  <a:lnTo>
                    <a:pt x="4632" y="10783"/>
                  </a:lnTo>
                  <a:cubicBezTo>
                    <a:pt x="7247" y="10247"/>
                    <a:pt x="9137" y="7948"/>
                    <a:pt x="9137" y="5301"/>
                  </a:cubicBezTo>
                  <a:lnTo>
                    <a:pt x="9137" y="418"/>
                  </a:lnTo>
                  <a:cubicBezTo>
                    <a:pt x="9137" y="170"/>
                    <a:pt x="8943" y="0"/>
                    <a:pt x="87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2" name="Google Shape;2282;p83"/>
          <p:cNvGrpSpPr/>
          <p:nvPr/>
        </p:nvGrpSpPr>
        <p:grpSpPr>
          <a:xfrm>
            <a:off x="5696774" y="1844028"/>
            <a:ext cx="356196" cy="354670"/>
            <a:chOff x="-13946200" y="3647075"/>
            <a:chExt cx="353650" cy="352100"/>
          </a:xfrm>
        </p:grpSpPr>
        <p:sp>
          <p:nvSpPr>
            <p:cNvPr id="2283" name="Google Shape;2283;p83"/>
            <p:cNvSpPr/>
            <p:nvPr/>
          </p:nvSpPr>
          <p:spPr>
            <a:xfrm>
              <a:off x="-13717000" y="3647075"/>
              <a:ext cx="124450" cy="144150"/>
            </a:xfrm>
            <a:custGeom>
              <a:avLst/>
              <a:gdLst/>
              <a:ahLst/>
              <a:cxnLst/>
              <a:rect l="l" t="t" r="r" b="b"/>
              <a:pathLst>
                <a:path w="4978" h="5766" extrusionOk="0">
                  <a:moveTo>
                    <a:pt x="0" y="1"/>
                  </a:moveTo>
                  <a:lnTo>
                    <a:pt x="0" y="2868"/>
                  </a:lnTo>
                  <a:cubicBezTo>
                    <a:pt x="0" y="4317"/>
                    <a:pt x="1103" y="5514"/>
                    <a:pt x="2489" y="5703"/>
                  </a:cubicBezTo>
                  <a:cubicBezTo>
                    <a:pt x="1985" y="5167"/>
                    <a:pt x="1670" y="4474"/>
                    <a:pt x="1670" y="3687"/>
                  </a:cubicBezTo>
                  <a:lnTo>
                    <a:pt x="1670" y="2017"/>
                  </a:lnTo>
                  <a:cubicBezTo>
                    <a:pt x="1670" y="1796"/>
                    <a:pt x="1859" y="1607"/>
                    <a:pt x="2079" y="1607"/>
                  </a:cubicBezTo>
                  <a:cubicBezTo>
                    <a:pt x="2268" y="1607"/>
                    <a:pt x="2489" y="1796"/>
                    <a:pt x="2489" y="2017"/>
                  </a:cubicBezTo>
                  <a:lnTo>
                    <a:pt x="2489" y="3687"/>
                  </a:lnTo>
                  <a:cubicBezTo>
                    <a:pt x="2489" y="4821"/>
                    <a:pt x="3434" y="5766"/>
                    <a:pt x="4568" y="5766"/>
                  </a:cubicBezTo>
                  <a:lnTo>
                    <a:pt x="4978" y="5766"/>
                  </a:lnTo>
                  <a:lnTo>
                    <a:pt x="4978" y="379"/>
                  </a:lnTo>
                  <a:cubicBezTo>
                    <a:pt x="4978" y="127"/>
                    <a:pt x="4789" y="1"/>
                    <a:pt x="4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83"/>
            <p:cNvSpPr/>
            <p:nvPr/>
          </p:nvSpPr>
          <p:spPr>
            <a:xfrm>
              <a:off x="-13801275" y="3647075"/>
              <a:ext cx="63025" cy="61075"/>
            </a:xfrm>
            <a:custGeom>
              <a:avLst/>
              <a:gdLst/>
              <a:ahLst/>
              <a:cxnLst/>
              <a:rect l="l" t="t" r="r" b="b"/>
              <a:pathLst>
                <a:path w="2521" h="2443" extrusionOk="0">
                  <a:moveTo>
                    <a:pt x="0" y="1"/>
                  </a:moveTo>
                  <a:lnTo>
                    <a:pt x="0" y="2017"/>
                  </a:lnTo>
                  <a:cubicBezTo>
                    <a:pt x="347" y="2300"/>
                    <a:pt x="796" y="2442"/>
                    <a:pt x="1248" y="2442"/>
                  </a:cubicBezTo>
                  <a:cubicBezTo>
                    <a:pt x="1701" y="2442"/>
                    <a:pt x="2158" y="2300"/>
                    <a:pt x="2520" y="2017"/>
                  </a:cubicBezTo>
                  <a:lnTo>
                    <a:pt x="25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83"/>
            <p:cNvSpPr/>
            <p:nvPr/>
          </p:nvSpPr>
          <p:spPr>
            <a:xfrm>
              <a:off x="-13946200" y="3647075"/>
              <a:ext cx="124450" cy="143400"/>
            </a:xfrm>
            <a:custGeom>
              <a:avLst/>
              <a:gdLst/>
              <a:ahLst/>
              <a:cxnLst/>
              <a:rect l="l" t="t" r="r" b="b"/>
              <a:pathLst>
                <a:path w="4978" h="5736" extrusionOk="0">
                  <a:moveTo>
                    <a:pt x="441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5734"/>
                  </a:lnTo>
                  <a:lnTo>
                    <a:pt x="441" y="5734"/>
                  </a:lnTo>
                  <a:cubicBezTo>
                    <a:pt x="460" y="5735"/>
                    <a:pt x="478" y="5735"/>
                    <a:pt x="496" y="5735"/>
                  </a:cubicBezTo>
                  <a:cubicBezTo>
                    <a:pt x="1605" y="5735"/>
                    <a:pt x="2489" y="4802"/>
                    <a:pt x="2489" y="3687"/>
                  </a:cubicBezTo>
                  <a:lnTo>
                    <a:pt x="2489" y="2048"/>
                  </a:lnTo>
                  <a:cubicBezTo>
                    <a:pt x="2489" y="1796"/>
                    <a:pt x="2678" y="1607"/>
                    <a:pt x="2867" y="1607"/>
                  </a:cubicBezTo>
                  <a:cubicBezTo>
                    <a:pt x="3119" y="1607"/>
                    <a:pt x="3308" y="1796"/>
                    <a:pt x="3308" y="2048"/>
                  </a:cubicBezTo>
                  <a:lnTo>
                    <a:pt x="3308" y="3687"/>
                  </a:lnTo>
                  <a:cubicBezTo>
                    <a:pt x="3308" y="4474"/>
                    <a:pt x="2993" y="5199"/>
                    <a:pt x="2489" y="5703"/>
                  </a:cubicBezTo>
                  <a:cubicBezTo>
                    <a:pt x="3907" y="5514"/>
                    <a:pt x="4978" y="4317"/>
                    <a:pt x="4978" y="2868"/>
                  </a:cubicBezTo>
                  <a:lnTo>
                    <a:pt x="49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83"/>
            <p:cNvSpPr/>
            <p:nvPr/>
          </p:nvSpPr>
          <p:spPr>
            <a:xfrm>
              <a:off x="-13946200" y="3873900"/>
              <a:ext cx="352875" cy="125275"/>
            </a:xfrm>
            <a:custGeom>
              <a:avLst/>
              <a:gdLst/>
              <a:ahLst/>
              <a:cxnLst/>
              <a:rect l="l" t="t" r="r" b="b"/>
              <a:pathLst>
                <a:path w="14115" h="5011" extrusionOk="0">
                  <a:moveTo>
                    <a:pt x="4915" y="1"/>
                  </a:moveTo>
                  <a:lnTo>
                    <a:pt x="5766" y="1639"/>
                  </a:lnTo>
                  <a:cubicBezTo>
                    <a:pt x="5829" y="1797"/>
                    <a:pt x="5797" y="1986"/>
                    <a:pt x="5671" y="2112"/>
                  </a:cubicBezTo>
                  <a:cubicBezTo>
                    <a:pt x="5388" y="2332"/>
                    <a:pt x="5072" y="2458"/>
                    <a:pt x="4726" y="2458"/>
                  </a:cubicBezTo>
                  <a:cubicBezTo>
                    <a:pt x="4253" y="2458"/>
                    <a:pt x="3812" y="2206"/>
                    <a:pt x="3560" y="1828"/>
                  </a:cubicBezTo>
                  <a:cubicBezTo>
                    <a:pt x="3434" y="1671"/>
                    <a:pt x="3245" y="1592"/>
                    <a:pt x="3056" y="1592"/>
                  </a:cubicBezTo>
                  <a:cubicBezTo>
                    <a:pt x="2867" y="1592"/>
                    <a:pt x="2678" y="1671"/>
                    <a:pt x="2552" y="1828"/>
                  </a:cubicBezTo>
                  <a:cubicBezTo>
                    <a:pt x="2289" y="2214"/>
                    <a:pt x="1845" y="2411"/>
                    <a:pt x="1397" y="2411"/>
                  </a:cubicBezTo>
                  <a:cubicBezTo>
                    <a:pt x="931" y="2411"/>
                    <a:pt x="462" y="2199"/>
                    <a:pt x="189" y="1765"/>
                  </a:cubicBezTo>
                  <a:cubicBezTo>
                    <a:pt x="158" y="1702"/>
                    <a:pt x="95" y="1671"/>
                    <a:pt x="0" y="1608"/>
                  </a:cubicBezTo>
                  <a:lnTo>
                    <a:pt x="0" y="4569"/>
                  </a:lnTo>
                  <a:cubicBezTo>
                    <a:pt x="0" y="4821"/>
                    <a:pt x="189" y="5010"/>
                    <a:pt x="441" y="5010"/>
                  </a:cubicBezTo>
                  <a:lnTo>
                    <a:pt x="13705" y="5010"/>
                  </a:lnTo>
                  <a:cubicBezTo>
                    <a:pt x="13957" y="5010"/>
                    <a:pt x="14114" y="4821"/>
                    <a:pt x="14114" y="4569"/>
                  </a:cubicBezTo>
                  <a:lnTo>
                    <a:pt x="14114" y="1608"/>
                  </a:lnTo>
                  <a:cubicBezTo>
                    <a:pt x="14020" y="1671"/>
                    <a:pt x="13957" y="1702"/>
                    <a:pt x="13894" y="1765"/>
                  </a:cubicBezTo>
                  <a:cubicBezTo>
                    <a:pt x="13637" y="2199"/>
                    <a:pt x="13176" y="2411"/>
                    <a:pt x="12710" y="2411"/>
                  </a:cubicBezTo>
                  <a:cubicBezTo>
                    <a:pt x="12261" y="2411"/>
                    <a:pt x="11809" y="2214"/>
                    <a:pt x="11531" y="1828"/>
                  </a:cubicBezTo>
                  <a:cubicBezTo>
                    <a:pt x="11421" y="1671"/>
                    <a:pt x="11240" y="1592"/>
                    <a:pt x="11054" y="1592"/>
                  </a:cubicBezTo>
                  <a:cubicBezTo>
                    <a:pt x="10869" y="1592"/>
                    <a:pt x="10680" y="1671"/>
                    <a:pt x="10554" y="1828"/>
                  </a:cubicBezTo>
                  <a:cubicBezTo>
                    <a:pt x="10271" y="2206"/>
                    <a:pt x="9861" y="2458"/>
                    <a:pt x="9389" y="2458"/>
                  </a:cubicBezTo>
                  <a:cubicBezTo>
                    <a:pt x="9011" y="2458"/>
                    <a:pt x="8664" y="2332"/>
                    <a:pt x="8444" y="2112"/>
                  </a:cubicBezTo>
                  <a:cubicBezTo>
                    <a:pt x="8317" y="1986"/>
                    <a:pt x="8286" y="1797"/>
                    <a:pt x="8349" y="1639"/>
                  </a:cubicBezTo>
                  <a:lnTo>
                    <a:pt x="9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83"/>
            <p:cNvSpPr/>
            <p:nvPr/>
          </p:nvSpPr>
          <p:spPr>
            <a:xfrm>
              <a:off x="-13713850" y="3810125"/>
              <a:ext cx="120525" cy="105075"/>
            </a:xfrm>
            <a:custGeom>
              <a:avLst/>
              <a:gdLst/>
              <a:ahLst/>
              <a:cxnLst/>
              <a:rect l="l" t="t" r="r" b="b"/>
              <a:pathLst>
                <a:path w="4821" h="4203" extrusionOk="0">
                  <a:moveTo>
                    <a:pt x="2079" y="0"/>
                  </a:moveTo>
                  <a:lnTo>
                    <a:pt x="0" y="4190"/>
                  </a:lnTo>
                  <a:lnTo>
                    <a:pt x="189" y="4190"/>
                  </a:lnTo>
                  <a:cubicBezTo>
                    <a:pt x="378" y="4127"/>
                    <a:pt x="504" y="4064"/>
                    <a:pt x="599" y="3938"/>
                  </a:cubicBezTo>
                  <a:cubicBezTo>
                    <a:pt x="882" y="3529"/>
                    <a:pt x="1323" y="3324"/>
                    <a:pt x="1764" y="3324"/>
                  </a:cubicBezTo>
                  <a:cubicBezTo>
                    <a:pt x="2205" y="3324"/>
                    <a:pt x="2647" y="3529"/>
                    <a:pt x="2930" y="3938"/>
                  </a:cubicBezTo>
                  <a:cubicBezTo>
                    <a:pt x="3027" y="4099"/>
                    <a:pt x="3197" y="4202"/>
                    <a:pt x="3386" y="4202"/>
                  </a:cubicBezTo>
                  <a:cubicBezTo>
                    <a:pt x="3568" y="4202"/>
                    <a:pt x="3768" y="4107"/>
                    <a:pt x="3938" y="3875"/>
                  </a:cubicBezTo>
                  <a:cubicBezTo>
                    <a:pt x="4190" y="3560"/>
                    <a:pt x="4505" y="3403"/>
                    <a:pt x="4820" y="3308"/>
                  </a:cubicBezTo>
                  <a:lnTo>
                    <a:pt x="4820" y="95"/>
                  </a:lnTo>
                  <a:lnTo>
                    <a:pt x="2741" y="95"/>
                  </a:lnTo>
                  <a:cubicBezTo>
                    <a:pt x="2521" y="95"/>
                    <a:pt x="2332" y="32"/>
                    <a:pt x="2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83"/>
            <p:cNvSpPr/>
            <p:nvPr/>
          </p:nvSpPr>
          <p:spPr>
            <a:xfrm>
              <a:off x="-13946200" y="3810125"/>
              <a:ext cx="121300" cy="105175"/>
            </a:xfrm>
            <a:custGeom>
              <a:avLst/>
              <a:gdLst/>
              <a:ahLst/>
              <a:cxnLst/>
              <a:rect l="l" t="t" r="r" b="b"/>
              <a:pathLst>
                <a:path w="4852" h="4207" extrusionOk="0">
                  <a:moveTo>
                    <a:pt x="2773" y="0"/>
                  </a:moveTo>
                  <a:cubicBezTo>
                    <a:pt x="2521" y="32"/>
                    <a:pt x="2332" y="95"/>
                    <a:pt x="2080" y="95"/>
                  </a:cubicBezTo>
                  <a:lnTo>
                    <a:pt x="0" y="95"/>
                  </a:lnTo>
                  <a:lnTo>
                    <a:pt x="0" y="3340"/>
                  </a:lnTo>
                  <a:cubicBezTo>
                    <a:pt x="315" y="3434"/>
                    <a:pt x="630" y="3592"/>
                    <a:pt x="882" y="3907"/>
                  </a:cubicBezTo>
                  <a:cubicBezTo>
                    <a:pt x="1048" y="4118"/>
                    <a:pt x="1244" y="4206"/>
                    <a:pt x="1422" y="4206"/>
                  </a:cubicBezTo>
                  <a:cubicBezTo>
                    <a:pt x="1617" y="4206"/>
                    <a:pt x="1792" y="4102"/>
                    <a:pt x="1890" y="3938"/>
                  </a:cubicBezTo>
                  <a:cubicBezTo>
                    <a:pt x="2174" y="3529"/>
                    <a:pt x="2615" y="3324"/>
                    <a:pt x="3056" y="3324"/>
                  </a:cubicBezTo>
                  <a:cubicBezTo>
                    <a:pt x="3497" y="3324"/>
                    <a:pt x="3938" y="3529"/>
                    <a:pt x="4222" y="3938"/>
                  </a:cubicBezTo>
                  <a:cubicBezTo>
                    <a:pt x="4285" y="4096"/>
                    <a:pt x="4442" y="4190"/>
                    <a:pt x="4663" y="4190"/>
                  </a:cubicBezTo>
                  <a:lnTo>
                    <a:pt x="4852" y="419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9" name="Google Shape;2289;p83"/>
          <p:cNvSpPr/>
          <p:nvPr/>
        </p:nvSpPr>
        <p:spPr>
          <a:xfrm>
            <a:off x="7875779" y="2949169"/>
            <a:ext cx="271340" cy="353864"/>
          </a:xfrm>
          <a:custGeom>
            <a:avLst/>
            <a:gdLst/>
            <a:ahLst/>
            <a:cxnLst/>
            <a:rect l="l" t="t" r="r" b="b"/>
            <a:pathLst>
              <a:path w="10776" h="14052" extrusionOk="0">
                <a:moveTo>
                  <a:pt x="5388" y="0"/>
                </a:moveTo>
                <a:cubicBezTo>
                  <a:pt x="3939" y="0"/>
                  <a:pt x="2741" y="1071"/>
                  <a:pt x="2552" y="2489"/>
                </a:cubicBezTo>
                <a:lnTo>
                  <a:pt x="4569" y="2489"/>
                </a:lnTo>
                <a:cubicBezTo>
                  <a:pt x="4789" y="2489"/>
                  <a:pt x="5010" y="2678"/>
                  <a:pt x="5010" y="2867"/>
                </a:cubicBezTo>
                <a:cubicBezTo>
                  <a:pt x="5010" y="3056"/>
                  <a:pt x="4789" y="3277"/>
                  <a:pt x="4569" y="3277"/>
                </a:cubicBezTo>
                <a:lnTo>
                  <a:pt x="2489" y="3277"/>
                </a:lnTo>
                <a:lnTo>
                  <a:pt x="2489" y="4096"/>
                </a:lnTo>
                <a:lnTo>
                  <a:pt x="4569" y="4096"/>
                </a:lnTo>
                <a:cubicBezTo>
                  <a:pt x="4789" y="4096"/>
                  <a:pt x="5010" y="4285"/>
                  <a:pt x="5010" y="4537"/>
                </a:cubicBezTo>
                <a:cubicBezTo>
                  <a:pt x="5010" y="4757"/>
                  <a:pt x="4789" y="4915"/>
                  <a:pt x="4569" y="4915"/>
                </a:cubicBezTo>
                <a:lnTo>
                  <a:pt x="2489" y="4915"/>
                </a:lnTo>
                <a:lnTo>
                  <a:pt x="2489" y="5734"/>
                </a:lnTo>
                <a:lnTo>
                  <a:pt x="4569" y="5734"/>
                </a:lnTo>
                <a:cubicBezTo>
                  <a:pt x="4789" y="5734"/>
                  <a:pt x="5010" y="5955"/>
                  <a:pt x="5010" y="6144"/>
                </a:cubicBezTo>
                <a:cubicBezTo>
                  <a:pt x="5010" y="6396"/>
                  <a:pt x="4789" y="6585"/>
                  <a:pt x="4569" y="6585"/>
                </a:cubicBezTo>
                <a:lnTo>
                  <a:pt x="2552" y="6585"/>
                </a:lnTo>
                <a:cubicBezTo>
                  <a:pt x="2741" y="7845"/>
                  <a:pt x="3750" y="8822"/>
                  <a:pt x="5010" y="9011"/>
                </a:cubicBezTo>
                <a:lnTo>
                  <a:pt x="5010" y="9861"/>
                </a:lnTo>
                <a:cubicBezTo>
                  <a:pt x="2804" y="9641"/>
                  <a:pt x="1072" y="7876"/>
                  <a:pt x="851" y="5671"/>
                </a:cubicBezTo>
                <a:lnTo>
                  <a:pt x="851" y="5671"/>
                </a:lnTo>
                <a:cubicBezTo>
                  <a:pt x="977" y="5703"/>
                  <a:pt x="1135" y="5734"/>
                  <a:pt x="1261" y="5734"/>
                </a:cubicBezTo>
                <a:cubicBezTo>
                  <a:pt x="1418" y="5734"/>
                  <a:pt x="1544" y="5703"/>
                  <a:pt x="1702" y="5671"/>
                </a:cubicBezTo>
                <a:lnTo>
                  <a:pt x="1702" y="3340"/>
                </a:lnTo>
                <a:cubicBezTo>
                  <a:pt x="1576" y="3308"/>
                  <a:pt x="1418" y="3277"/>
                  <a:pt x="1261" y="3277"/>
                </a:cubicBezTo>
                <a:cubicBezTo>
                  <a:pt x="599" y="3277"/>
                  <a:pt x="0" y="3812"/>
                  <a:pt x="0" y="4537"/>
                </a:cubicBezTo>
                <a:lnTo>
                  <a:pt x="0" y="5356"/>
                </a:lnTo>
                <a:cubicBezTo>
                  <a:pt x="0" y="8191"/>
                  <a:pt x="2206" y="10523"/>
                  <a:pt x="4947" y="10712"/>
                </a:cubicBezTo>
                <a:lnTo>
                  <a:pt x="4947" y="11657"/>
                </a:lnTo>
                <a:cubicBezTo>
                  <a:pt x="4002" y="11846"/>
                  <a:pt x="3308" y="12697"/>
                  <a:pt x="3308" y="13673"/>
                </a:cubicBezTo>
                <a:cubicBezTo>
                  <a:pt x="3308" y="13894"/>
                  <a:pt x="3497" y="14051"/>
                  <a:pt x="3750" y="14051"/>
                </a:cubicBezTo>
                <a:lnTo>
                  <a:pt x="7058" y="14051"/>
                </a:lnTo>
                <a:cubicBezTo>
                  <a:pt x="7278" y="14051"/>
                  <a:pt x="7436" y="13862"/>
                  <a:pt x="7436" y="13673"/>
                </a:cubicBezTo>
                <a:cubicBezTo>
                  <a:pt x="7436" y="12697"/>
                  <a:pt x="6743" y="11815"/>
                  <a:pt x="5797" y="11657"/>
                </a:cubicBezTo>
                <a:lnTo>
                  <a:pt x="5797" y="10712"/>
                </a:lnTo>
                <a:cubicBezTo>
                  <a:pt x="8570" y="10523"/>
                  <a:pt x="10775" y="8191"/>
                  <a:pt x="10775" y="5356"/>
                </a:cubicBezTo>
                <a:lnTo>
                  <a:pt x="10775" y="4537"/>
                </a:lnTo>
                <a:cubicBezTo>
                  <a:pt x="10775" y="3875"/>
                  <a:pt x="10240" y="3277"/>
                  <a:pt x="9515" y="3277"/>
                </a:cubicBezTo>
                <a:cubicBezTo>
                  <a:pt x="9357" y="3277"/>
                  <a:pt x="9263" y="3308"/>
                  <a:pt x="9137" y="3340"/>
                </a:cubicBezTo>
                <a:lnTo>
                  <a:pt x="9137" y="5671"/>
                </a:lnTo>
                <a:cubicBezTo>
                  <a:pt x="9263" y="5703"/>
                  <a:pt x="9420" y="5734"/>
                  <a:pt x="9515" y="5734"/>
                </a:cubicBezTo>
                <a:cubicBezTo>
                  <a:pt x="9672" y="5734"/>
                  <a:pt x="9798" y="5703"/>
                  <a:pt x="9925" y="5671"/>
                </a:cubicBezTo>
                <a:lnTo>
                  <a:pt x="9925" y="5671"/>
                </a:lnTo>
                <a:cubicBezTo>
                  <a:pt x="9767" y="7876"/>
                  <a:pt x="8003" y="9641"/>
                  <a:pt x="5797" y="9861"/>
                </a:cubicBezTo>
                <a:lnTo>
                  <a:pt x="5797" y="9011"/>
                </a:lnTo>
                <a:cubicBezTo>
                  <a:pt x="7058" y="8822"/>
                  <a:pt x="8034" y="7845"/>
                  <a:pt x="8223" y="6585"/>
                </a:cubicBezTo>
                <a:lnTo>
                  <a:pt x="6207" y="6585"/>
                </a:lnTo>
                <a:cubicBezTo>
                  <a:pt x="5986" y="6585"/>
                  <a:pt x="5829" y="6396"/>
                  <a:pt x="5829" y="6144"/>
                </a:cubicBezTo>
                <a:cubicBezTo>
                  <a:pt x="5829" y="5892"/>
                  <a:pt x="6018" y="5734"/>
                  <a:pt x="6207" y="5734"/>
                </a:cubicBezTo>
                <a:lnTo>
                  <a:pt x="8318" y="5734"/>
                </a:lnTo>
                <a:lnTo>
                  <a:pt x="8318" y="4915"/>
                </a:lnTo>
                <a:lnTo>
                  <a:pt x="6207" y="4915"/>
                </a:lnTo>
                <a:cubicBezTo>
                  <a:pt x="5986" y="4915"/>
                  <a:pt x="5829" y="4726"/>
                  <a:pt x="5829" y="4537"/>
                </a:cubicBezTo>
                <a:cubicBezTo>
                  <a:pt x="5829" y="4285"/>
                  <a:pt x="6018" y="4096"/>
                  <a:pt x="6207" y="4096"/>
                </a:cubicBezTo>
                <a:lnTo>
                  <a:pt x="8318" y="4096"/>
                </a:lnTo>
                <a:lnTo>
                  <a:pt x="8318" y="3277"/>
                </a:lnTo>
                <a:lnTo>
                  <a:pt x="6207" y="3277"/>
                </a:lnTo>
                <a:cubicBezTo>
                  <a:pt x="5986" y="3277"/>
                  <a:pt x="5829" y="3056"/>
                  <a:pt x="5829" y="2867"/>
                </a:cubicBezTo>
                <a:cubicBezTo>
                  <a:pt x="5829" y="2678"/>
                  <a:pt x="6018" y="2489"/>
                  <a:pt x="6207" y="2489"/>
                </a:cubicBezTo>
                <a:lnTo>
                  <a:pt x="8223" y="2489"/>
                </a:lnTo>
                <a:cubicBezTo>
                  <a:pt x="8034" y="1071"/>
                  <a:pt x="6806" y="0"/>
                  <a:pt x="53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0" name="Google Shape;2290;p83"/>
          <p:cNvGrpSpPr/>
          <p:nvPr/>
        </p:nvGrpSpPr>
        <p:grpSpPr>
          <a:xfrm>
            <a:off x="5151847" y="1844240"/>
            <a:ext cx="357002" cy="354267"/>
            <a:chOff x="-12163025" y="3214275"/>
            <a:chExt cx="354450" cy="351700"/>
          </a:xfrm>
        </p:grpSpPr>
        <p:sp>
          <p:nvSpPr>
            <p:cNvPr id="2291" name="Google Shape;2291;p83"/>
            <p:cNvSpPr/>
            <p:nvPr/>
          </p:nvSpPr>
          <p:spPr>
            <a:xfrm>
              <a:off x="-12163025" y="3214275"/>
              <a:ext cx="354450" cy="165025"/>
            </a:xfrm>
            <a:custGeom>
              <a:avLst/>
              <a:gdLst/>
              <a:ahLst/>
              <a:cxnLst/>
              <a:rect l="l" t="t" r="r" b="b"/>
              <a:pathLst>
                <a:path w="14178" h="6601" extrusionOk="0">
                  <a:moveTo>
                    <a:pt x="10271" y="1812"/>
                  </a:moveTo>
                  <a:cubicBezTo>
                    <a:pt x="10649" y="1812"/>
                    <a:pt x="10996" y="1844"/>
                    <a:pt x="11342" y="1970"/>
                  </a:cubicBezTo>
                  <a:cubicBezTo>
                    <a:pt x="11626" y="2064"/>
                    <a:pt x="11846" y="2096"/>
                    <a:pt x="12130" y="2096"/>
                  </a:cubicBezTo>
                  <a:cubicBezTo>
                    <a:pt x="12350" y="2096"/>
                    <a:pt x="12508" y="2285"/>
                    <a:pt x="12508" y="2505"/>
                  </a:cubicBezTo>
                  <a:lnTo>
                    <a:pt x="12508" y="2820"/>
                  </a:lnTo>
                  <a:cubicBezTo>
                    <a:pt x="12508" y="3955"/>
                    <a:pt x="11563" y="4900"/>
                    <a:pt x="10429" y="4900"/>
                  </a:cubicBezTo>
                  <a:lnTo>
                    <a:pt x="9767" y="4900"/>
                  </a:lnTo>
                  <a:cubicBezTo>
                    <a:pt x="9105" y="4900"/>
                    <a:pt x="8507" y="4553"/>
                    <a:pt x="8192" y="3923"/>
                  </a:cubicBezTo>
                  <a:lnTo>
                    <a:pt x="7908" y="3324"/>
                  </a:lnTo>
                  <a:cubicBezTo>
                    <a:pt x="7877" y="3198"/>
                    <a:pt x="7908" y="3041"/>
                    <a:pt x="8034" y="2883"/>
                  </a:cubicBezTo>
                  <a:lnTo>
                    <a:pt x="8349" y="2568"/>
                  </a:lnTo>
                  <a:cubicBezTo>
                    <a:pt x="8979" y="1938"/>
                    <a:pt x="9735" y="1812"/>
                    <a:pt x="10271" y="1812"/>
                  </a:cubicBezTo>
                  <a:close/>
                  <a:moveTo>
                    <a:pt x="3939" y="1844"/>
                  </a:moveTo>
                  <a:cubicBezTo>
                    <a:pt x="4474" y="1844"/>
                    <a:pt x="5262" y="1970"/>
                    <a:pt x="5892" y="2600"/>
                  </a:cubicBezTo>
                  <a:lnTo>
                    <a:pt x="6207" y="2915"/>
                  </a:lnTo>
                  <a:cubicBezTo>
                    <a:pt x="6333" y="3041"/>
                    <a:pt x="6364" y="3230"/>
                    <a:pt x="6301" y="3387"/>
                  </a:cubicBezTo>
                  <a:lnTo>
                    <a:pt x="6018" y="3986"/>
                  </a:lnTo>
                  <a:cubicBezTo>
                    <a:pt x="5703" y="4585"/>
                    <a:pt x="5104" y="4963"/>
                    <a:pt x="4443" y="4963"/>
                  </a:cubicBezTo>
                  <a:lnTo>
                    <a:pt x="3781" y="4963"/>
                  </a:lnTo>
                  <a:cubicBezTo>
                    <a:pt x="2647" y="4963"/>
                    <a:pt x="1702" y="4018"/>
                    <a:pt x="1702" y="2883"/>
                  </a:cubicBezTo>
                  <a:lnTo>
                    <a:pt x="1702" y="2537"/>
                  </a:lnTo>
                  <a:lnTo>
                    <a:pt x="1733" y="2537"/>
                  </a:lnTo>
                  <a:cubicBezTo>
                    <a:pt x="1733" y="2285"/>
                    <a:pt x="1891" y="2127"/>
                    <a:pt x="2111" y="2127"/>
                  </a:cubicBezTo>
                  <a:cubicBezTo>
                    <a:pt x="2395" y="2127"/>
                    <a:pt x="2678" y="2096"/>
                    <a:pt x="2899" y="2001"/>
                  </a:cubicBezTo>
                  <a:cubicBezTo>
                    <a:pt x="3277" y="1907"/>
                    <a:pt x="3623" y="1844"/>
                    <a:pt x="3939" y="1844"/>
                  </a:cubicBezTo>
                  <a:close/>
                  <a:moveTo>
                    <a:pt x="13784" y="1"/>
                  </a:moveTo>
                  <a:cubicBezTo>
                    <a:pt x="13713" y="1"/>
                    <a:pt x="13642" y="16"/>
                    <a:pt x="13579" y="48"/>
                  </a:cubicBezTo>
                  <a:lnTo>
                    <a:pt x="13043" y="331"/>
                  </a:lnTo>
                  <a:cubicBezTo>
                    <a:pt x="12798" y="445"/>
                    <a:pt x="12552" y="502"/>
                    <a:pt x="12299" y="502"/>
                  </a:cubicBezTo>
                  <a:cubicBezTo>
                    <a:pt x="12131" y="502"/>
                    <a:pt x="11960" y="476"/>
                    <a:pt x="11783" y="426"/>
                  </a:cubicBezTo>
                  <a:cubicBezTo>
                    <a:pt x="11291" y="283"/>
                    <a:pt x="10793" y="213"/>
                    <a:pt x="10307" y="213"/>
                  </a:cubicBezTo>
                  <a:cubicBezTo>
                    <a:pt x="9083" y="213"/>
                    <a:pt x="7932" y="654"/>
                    <a:pt x="7121" y="1466"/>
                  </a:cubicBezTo>
                  <a:lnTo>
                    <a:pt x="7089" y="1497"/>
                  </a:lnTo>
                  <a:lnTo>
                    <a:pt x="7058" y="1466"/>
                  </a:lnTo>
                  <a:cubicBezTo>
                    <a:pt x="6246" y="654"/>
                    <a:pt x="5127" y="213"/>
                    <a:pt x="3898" y="213"/>
                  </a:cubicBezTo>
                  <a:cubicBezTo>
                    <a:pt x="3410" y="213"/>
                    <a:pt x="2905" y="283"/>
                    <a:pt x="2395" y="426"/>
                  </a:cubicBezTo>
                  <a:cubicBezTo>
                    <a:pt x="2231" y="476"/>
                    <a:pt x="2062" y="502"/>
                    <a:pt x="1892" y="502"/>
                  </a:cubicBezTo>
                  <a:cubicBezTo>
                    <a:pt x="1637" y="502"/>
                    <a:pt x="1380" y="445"/>
                    <a:pt x="1135" y="331"/>
                  </a:cubicBezTo>
                  <a:lnTo>
                    <a:pt x="599" y="48"/>
                  </a:lnTo>
                  <a:cubicBezTo>
                    <a:pt x="546" y="21"/>
                    <a:pt x="487" y="12"/>
                    <a:pt x="427" y="12"/>
                  </a:cubicBezTo>
                  <a:cubicBezTo>
                    <a:pt x="345" y="12"/>
                    <a:pt x="262" y="30"/>
                    <a:pt x="189" y="48"/>
                  </a:cubicBezTo>
                  <a:cubicBezTo>
                    <a:pt x="95" y="111"/>
                    <a:pt x="0" y="237"/>
                    <a:pt x="0" y="394"/>
                  </a:cubicBezTo>
                  <a:lnTo>
                    <a:pt x="0" y="2883"/>
                  </a:lnTo>
                  <a:cubicBezTo>
                    <a:pt x="63" y="4931"/>
                    <a:pt x="1733" y="6601"/>
                    <a:pt x="3781" y="6601"/>
                  </a:cubicBezTo>
                  <a:lnTo>
                    <a:pt x="4443" y="6601"/>
                  </a:lnTo>
                  <a:cubicBezTo>
                    <a:pt x="5514" y="6601"/>
                    <a:pt x="6490" y="6128"/>
                    <a:pt x="7121" y="5278"/>
                  </a:cubicBezTo>
                  <a:cubicBezTo>
                    <a:pt x="7751" y="6128"/>
                    <a:pt x="8727" y="6601"/>
                    <a:pt x="9798" y="6601"/>
                  </a:cubicBezTo>
                  <a:lnTo>
                    <a:pt x="10460" y="6601"/>
                  </a:lnTo>
                  <a:cubicBezTo>
                    <a:pt x="12508" y="6601"/>
                    <a:pt x="14178" y="4931"/>
                    <a:pt x="14178" y="2883"/>
                  </a:cubicBezTo>
                  <a:lnTo>
                    <a:pt x="14178" y="394"/>
                  </a:lnTo>
                  <a:cubicBezTo>
                    <a:pt x="14178" y="237"/>
                    <a:pt x="14083" y="142"/>
                    <a:pt x="13989" y="48"/>
                  </a:cubicBezTo>
                  <a:cubicBezTo>
                    <a:pt x="13926" y="16"/>
                    <a:pt x="13855" y="1"/>
                    <a:pt x="137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83"/>
            <p:cNvSpPr/>
            <p:nvPr/>
          </p:nvSpPr>
          <p:spPr>
            <a:xfrm>
              <a:off x="-12161450" y="3503725"/>
              <a:ext cx="41775" cy="62250"/>
            </a:xfrm>
            <a:custGeom>
              <a:avLst/>
              <a:gdLst/>
              <a:ahLst/>
              <a:cxnLst/>
              <a:rect l="l" t="t" r="r" b="b"/>
              <a:pathLst>
                <a:path w="1671" h="2490" extrusionOk="0">
                  <a:moveTo>
                    <a:pt x="0" y="1"/>
                  </a:moveTo>
                  <a:lnTo>
                    <a:pt x="0" y="1670"/>
                  </a:lnTo>
                  <a:cubicBezTo>
                    <a:pt x="0" y="2143"/>
                    <a:pt x="378" y="2490"/>
                    <a:pt x="851" y="2490"/>
                  </a:cubicBezTo>
                  <a:cubicBezTo>
                    <a:pt x="1324" y="2490"/>
                    <a:pt x="1670" y="2143"/>
                    <a:pt x="1670" y="1670"/>
                  </a:cubicBezTo>
                  <a:lnTo>
                    <a:pt x="16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83"/>
            <p:cNvSpPr/>
            <p:nvPr/>
          </p:nvSpPr>
          <p:spPr>
            <a:xfrm>
              <a:off x="-12161450" y="3350150"/>
              <a:ext cx="41775" cy="133125"/>
            </a:xfrm>
            <a:custGeom>
              <a:avLst/>
              <a:gdLst/>
              <a:ahLst/>
              <a:cxnLst/>
              <a:rect l="l" t="t" r="r" b="b"/>
              <a:pathLst>
                <a:path w="1671" h="5325" extrusionOk="0">
                  <a:moveTo>
                    <a:pt x="0" y="0"/>
                  </a:moveTo>
                  <a:lnTo>
                    <a:pt x="0" y="5325"/>
                  </a:lnTo>
                  <a:lnTo>
                    <a:pt x="1670" y="5325"/>
                  </a:lnTo>
                  <a:lnTo>
                    <a:pt x="1670" y="1481"/>
                  </a:lnTo>
                  <a:cubicBezTo>
                    <a:pt x="1009" y="1103"/>
                    <a:pt x="441" y="6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4" name="Google Shape;2294;p83"/>
          <p:cNvGrpSpPr/>
          <p:nvPr/>
        </p:nvGrpSpPr>
        <p:grpSpPr>
          <a:xfrm>
            <a:off x="6749797" y="2947991"/>
            <a:ext cx="354635" cy="356232"/>
            <a:chOff x="-12160675" y="4081850"/>
            <a:chExt cx="352100" cy="353650"/>
          </a:xfrm>
        </p:grpSpPr>
        <p:sp>
          <p:nvSpPr>
            <p:cNvPr id="2295" name="Google Shape;2295;p83"/>
            <p:cNvSpPr/>
            <p:nvPr/>
          </p:nvSpPr>
          <p:spPr>
            <a:xfrm>
              <a:off x="-12014950" y="4081850"/>
              <a:ext cx="61450" cy="62275"/>
            </a:xfrm>
            <a:custGeom>
              <a:avLst/>
              <a:gdLst/>
              <a:ahLst/>
              <a:cxnLst/>
              <a:rect l="l" t="t" r="r" b="b"/>
              <a:pathLst>
                <a:path w="2458" h="2491" extrusionOk="0">
                  <a:moveTo>
                    <a:pt x="1198" y="0"/>
                  </a:moveTo>
                  <a:cubicBezTo>
                    <a:pt x="536" y="0"/>
                    <a:pt x="0" y="599"/>
                    <a:pt x="0" y="1260"/>
                  </a:cubicBezTo>
                  <a:cubicBezTo>
                    <a:pt x="0" y="1922"/>
                    <a:pt x="536" y="2489"/>
                    <a:pt x="1198" y="2489"/>
                  </a:cubicBezTo>
                  <a:cubicBezTo>
                    <a:pt x="1216" y="2490"/>
                    <a:pt x="1235" y="2490"/>
                    <a:pt x="1253" y="2490"/>
                  </a:cubicBezTo>
                  <a:cubicBezTo>
                    <a:pt x="1892" y="2490"/>
                    <a:pt x="2458" y="1965"/>
                    <a:pt x="2458" y="1260"/>
                  </a:cubicBezTo>
                  <a:cubicBezTo>
                    <a:pt x="2458" y="599"/>
                    <a:pt x="1922" y="0"/>
                    <a:pt x="11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83"/>
            <p:cNvSpPr/>
            <p:nvPr/>
          </p:nvSpPr>
          <p:spPr>
            <a:xfrm>
              <a:off x="-12077175" y="4352000"/>
              <a:ext cx="186700" cy="83500"/>
            </a:xfrm>
            <a:custGeom>
              <a:avLst/>
              <a:gdLst/>
              <a:ahLst/>
              <a:cxnLst/>
              <a:rect l="l" t="t" r="r" b="b"/>
              <a:pathLst>
                <a:path w="7468" h="3340" extrusionOk="0">
                  <a:moveTo>
                    <a:pt x="1639" y="0"/>
                  </a:moveTo>
                  <a:cubicBezTo>
                    <a:pt x="1166" y="0"/>
                    <a:pt x="820" y="347"/>
                    <a:pt x="820" y="819"/>
                  </a:cubicBezTo>
                  <a:lnTo>
                    <a:pt x="820" y="1670"/>
                  </a:lnTo>
                  <a:cubicBezTo>
                    <a:pt x="347" y="1670"/>
                    <a:pt x="0" y="2048"/>
                    <a:pt x="0" y="2521"/>
                  </a:cubicBezTo>
                  <a:lnTo>
                    <a:pt x="0" y="2899"/>
                  </a:lnTo>
                  <a:cubicBezTo>
                    <a:pt x="0" y="3151"/>
                    <a:pt x="189" y="3340"/>
                    <a:pt x="410" y="3340"/>
                  </a:cubicBezTo>
                  <a:lnTo>
                    <a:pt x="7026" y="3340"/>
                  </a:lnTo>
                  <a:cubicBezTo>
                    <a:pt x="7278" y="3340"/>
                    <a:pt x="7467" y="3151"/>
                    <a:pt x="7467" y="2899"/>
                  </a:cubicBezTo>
                  <a:lnTo>
                    <a:pt x="7467" y="2521"/>
                  </a:lnTo>
                  <a:cubicBezTo>
                    <a:pt x="7467" y="2048"/>
                    <a:pt x="7121" y="1670"/>
                    <a:pt x="6648" y="1670"/>
                  </a:cubicBezTo>
                  <a:lnTo>
                    <a:pt x="6648" y="819"/>
                  </a:lnTo>
                  <a:cubicBezTo>
                    <a:pt x="6616" y="347"/>
                    <a:pt x="6207" y="0"/>
                    <a:pt x="57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83"/>
            <p:cNvSpPr/>
            <p:nvPr/>
          </p:nvSpPr>
          <p:spPr>
            <a:xfrm>
              <a:off x="-11911775" y="4186000"/>
              <a:ext cx="103200" cy="101425"/>
            </a:xfrm>
            <a:custGeom>
              <a:avLst/>
              <a:gdLst/>
              <a:ahLst/>
              <a:cxnLst/>
              <a:rect l="l" t="t" r="r" b="b"/>
              <a:pathLst>
                <a:path w="4128" h="4057" extrusionOk="0">
                  <a:moveTo>
                    <a:pt x="2060" y="1"/>
                  </a:moveTo>
                  <a:cubicBezTo>
                    <a:pt x="1914" y="1"/>
                    <a:pt x="1765" y="72"/>
                    <a:pt x="1670" y="213"/>
                  </a:cubicBezTo>
                  <a:lnTo>
                    <a:pt x="1198" y="1190"/>
                  </a:lnTo>
                  <a:lnTo>
                    <a:pt x="221" y="1663"/>
                  </a:lnTo>
                  <a:cubicBezTo>
                    <a:pt x="63" y="1757"/>
                    <a:pt x="0" y="1852"/>
                    <a:pt x="0" y="2009"/>
                  </a:cubicBezTo>
                  <a:cubicBezTo>
                    <a:pt x="0" y="2167"/>
                    <a:pt x="63" y="2324"/>
                    <a:pt x="221" y="2356"/>
                  </a:cubicBezTo>
                  <a:lnTo>
                    <a:pt x="1198" y="2828"/>
                  </a:lnTo>
                  <a:lnTo>
                    <a:pt x="1670" y="3836"/>
                  </a:lnTo>
                  <a:cubicBezTo>
                    <a:pt x="1765" y="3994"/>
                    <a:pt x="1891" y="4057"/>
                    <a:pt x="2048" y="4057"/>
                  </a:cubicBezTo>
                  <a:cubicBezTo>
                    <a:pt x="2206" y="4057"/>
                    <a:pt x="2363" y="3994"/>
                    <a:pt x="2395" y="3836"/>
                  </a:cubicBezTo>
                  <a:lnTo>
                    <a:pt x="2867" y="2828"/>
                  </a:lnTo>
                  <a:lnTo>
                    <a:pt x="3907" y="2356"/>
                  </a:lnTo>
                  <a:cubicBezTo>
                    <a:pt x="4065" y="2293"/>
                    <a:pt x="4128" y="2167"/>
                    <a:pt x="4128" y="2009"/>
                  </a:cubicBezTo>
                  <a:cubicBezTo>
                    <a:pt x="4128" y="1852"/>
                    <a:pt x="4033" y="1757"/>
                    <a:pt x="3939" y="1663"/>
                  </a:cubicBezTo>
                  <a:lnTo>
                    <a:pt x="2899" y="1190"/>
                  </a:lnTo>
                  <a:lnTo>
                    <a:pt x="2426" y="213"/>
                  </a:lnTo>
                  <a:cubicBezTo>
                    <a:pt x="2348" y="72"/>
                    <a:pt x="2206" y="1"/>
                    <a:pt x="20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83"/>
            <p:cNvSpPr/>
            <p:nvPr/>
          </p:nvSpPr>
          <p:spPr>
            <a:xfrm>
              <a:off x="-12160675" y="4186000"/>
              <a:ext cx="104000" cy="101425"/>
            </a:xfrm>
            <a:custGeom>
              <a:avLst/>
              <a:gdLst/>
              <a:ahLst/>
              <a:cxnLst/>
              <a:rect l="l" t="t" r="r" b="b"/>
              <a:pathLst>
                <a:path w="4160" h="4057" extrusionOk="0">
                  <a:moveTo>
                    <a:pt x="2092" y="1"/>
                  </a:moveTo>
                  <a:cubicBezTo>
                    <a:pt x="1946" y="1"/>
                    <a:pt x="1797" y="72"/>
                    <a:pt x="1702" y="213"/>
                  </a:cubicBezTo>
                  <a:lnTo>
                    <a:pt x="1230" y="1190"/>
                  </a:lnTo>
                  <a:lnTo>
                    <a:pt x="221" y="1663"/>
                  </a:lnTo>
                  <a:cubicBezTo>
                    <a:pt x="64" y="1757"/>
                    <a:pt x="1" y="1852"/>
                    <a:pt x="1" y="2009"/>
                  </a:cubicBezTo>
                  <a:cubicBezTo>
                    <a:pt x="1" y="2167"/>
                    <a:pt x="64" y="2324"/>
                    <a:pt x="221" y="2387"/>
                  </a:cubicBezTo>
                  <a:lnTo>
                    <a:pt x="1230" y="2860"/>
                  </a:lnTo>
                  <a:lnTo>
                    <a:pt x="1702" y="3836"/>
                  </a:lnTo>
                  <a:cubicBezTo>
                    <a:pt x="1797" y="3994"/>
                    <a:pt x="1923" y="4057"/>
                    <a:pt x="2080" y="4057"/>
                  </a:cubicBezTo>
                  <a:cubicBezTo>
                    <a:pt x="2238" y="4057"/>
                    <a:pt x="2395" y="3994"/>
                    <a:pt x="2427" y="3836"/>
                  </a:cubicBezTo>
                  <a:lnTo>
                    <a:pt x="2899" y="2860"/>
                  </a:lnTo>
                  <a:lnTo>
                    <a:pt x="3876" y="2387"/>
                  </a:lnTo>
                  <a:cubicBezTo>
                    <a:pt x="4034" y="2324"/>
                    <a:pt x="4160" y="2167"/>
                    <a:pt x="4160" y="2009"/>
                  </a:cubicBezTo>
                  <a:cubicBezTo>
                    <a:pt x="4160" y="1852"/>
                    <a:pt x="4065" y="1694"/>
                    <a:pt x="3939" y="1663"/>
                  </a:cubicBezTo>
                  <a:lnTo>
                    <a:pt x="2931" y="1190"/>
                  </a:lnTo>
                  <a:lnTo>
                    <a:pt x="2458" y="213"/>
                  </a:lnTo>
                  <a:cubicBezTo>
                    <a:pt x="2380" y="72"/>
                    <a:pt x="2238" y="1"/>
                    <a:pt x="20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83"/>
            <p:cNvSpPr/>
            <p:nvPr/>
          </p:nvSpPr>
          <p:spPr>
            <a:xfrm>
              <a:off x="-12049600" y="4144075"/>
              <a:ext cx="127600" cy="67750"/>
            </a:xfrm>
            <a:custGeom>
              <a:avLst/>
              <a:gdLst/>
              <a:ahLst/>
              <a:cxnLst/>
              <a:rect l="l" t="t" r="r" b="b"/>
              <a:pathLst>
                <a:path w="5104" h="2710" extrusionOk="0">
                  <a:moveTo>
                    <a:pt x="851" y="0"/>
                  </a:moveTo>
                  <a:cubicBezTo>
                    <a:pt x="819" y="32"/>
                    <a:pt x="662" y="63"/>
                    <a:pt x="599" y="189"/>
                  </a:cubicBezTo>
                  <a:cubicBezTo>
                    <a:pt x="63" y="945"/>
                    <a:pt x="0" y="1890"/>
                    <a:pt x="347" y="2710"/>
                  </a:cubicBezTo>
                  <a:lnTo>
                    <a:pt x="2394" y="1670"/>
                  </a:lnTo>
                  <a:cubicBezTo>
                    <a:pt x="2426" y="1638"/>
                    <a:pt x="2521" y="1638"/>
                    <a:pt x="2552" y="1638"/>
                  </a:cubicBezTo>
                  <a:cubicBezTo>
                    <a:pt x="2647" y="1638"/>
                    <a:pt x="2678" y="1638"/>
                    <a:pt x="2710" y="1670"/>
                  </a:cubicBezTo>
                  <a:lnTo>
                    <a:pt x="4757" y="2710"/>
                  </a:lnTo>
                  <a:cubicBezTo>
                    <a:pt x="5104" y="1890"/>
                    <a:pt x="5041" y="945"/>
                    <a:pt x="4537" y="189"/>
                  </a:cubicBezTo>
                  <a:cubicBezTo>
                    <a:pt x="4442" y="63"/>
                    <a:pt x="4316" y="0"/>
                    <a:pt x="4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83"/>
            <p:cNvSpPr/>
            <p:nvPr/>
          </p:nvSpPr>
          <p:spPr>
            <a:xfrm>
              <a:off x="-12033850" y="4212600"/>
              <a:ext cx="99250" cy="118150"/>
            </a:xfrm>
            <a:custGeom>
              <a:avLst/>
              <a:gdLst/>
              <a:ahLst/>
              <a:cxnLst/>
              <a:rect l="l" t="t" r="r" b="b"/>
              <a:pathLst>
                <a:path w="3970" h="4726" extrusionOk="0">
                  <a:moveTo>
                    <a:pt x="1575" y="0"/>
                  </a:moveTo>
                  <a:lnTo>
                    <a:pt x="0" y="788"/>
                  </a:lnTo>
                  <a:lnTo>
                    <a:pt x="662" y="4726"/>
                  </a:lnTo>
                  <a:lnTo>
                    <a:pt x="3308" y="4726"/>
                  </a:lnTo>
                  <a:lnTo>
                    <a:pt x="3970" y="788"/>
                  </a:lnTo>
                  <a:lnTo>
                    <a:pt x="2395" y="0"/>
                  </a:lnTo>
                  <a:lnTo>
                    <a:pt x="2395" y="1827"/>
                  </a:lnTo>
                  <a:cubicBezTo>
                    <a:pt x="2395" y="2048"/>
                    <a:pt x="2206" y="2268"/>
                    <a:pt x="1954" y="2268"/>
                  </a:cubicBezTo>
                  <a:cubicBezTo>
                    <a:pt x="1733" y="2268"/>
                    <a:pt x="1575" y="2048"/>
                    <a:pt x="1575" y="1827"/>
                  </a:cubicBezTo>
                  <a:lnTo>
                    <a:pt x="1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1" name="Google Shape;2301;p83"/>
          <p:cNvGrpSpPr/>
          <p:nvPr/>
        </p:nvGrpSpPr>
        <p:grpSpPr>
          <a:xfrm>
            <a:off x="7833749" y="3439667"/>
            <a:ext cx="355416" cy="355652"/>
            <a:chOff x="-10391650" y="3180600"/>
            <a:chExt cx="352875" cy="353075"/>
          </a:xfrm>
        </p:grpSpPr>
        <p:sp>
          <p:nvSpPr>
            <p:cNvPr id="2302" name="Google Shape;2302;p83"/>
            <p:cNvSpPr/>
            <p:nvPr/>
          </p:nvSpPr>
          <p:spPr>
            <a:xfrm>
              <a:off x="-10390875" y="3263500"/>
              <a:ext cx="352100" cy="42550"/>
            </a:xfrm>
            <a:custGeom>
              <a:avLst/>
              <a:gdLst/>
              <a:ahLst/>
              <a:cxnLst/>
              <a:rect l="l" t="t" r="r" b="b"/>
              <a:pathLst>
                <a:path w="14084" h="1702" extrusionOk="0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1" y="1261"/>
                  </a:lnTo>
                  <a:cubicBezTo>
                    <a:pt x="1" y="1513"/>
                    <a:pt x="190" y="1702"/>
                    <a:pt x="410" y="1702"/>
                  </a:cubicBezTo>
                  <a:lnTo>
                    <a:pt x="13674" y="1702"/>
                  </a:lnTo>
                  <a:cubicBezTo>
                    <a:pt x="13894" y="1702"/>
                    <a:pt x="14083" y="1513"/>
                    <a:pt x="14083" y="1261"/>
                  </a:cubicBezTo>
                  <a:lnTo>
                    <a:pt x="14083" y="851"/>
                  </a:lnTo>
                  <a:cubicBezTo>
                    <a:pt x="14083" y="410"/>
                    <a:pt x="13705" y="1"/>
                    <a:pt x="132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83"/>
            <p:cNvSpPr/>
            <p:nvPr/>
          </p:nvSpPr>
          <p:spPr>
            <a:xfrm>
              <a:off x="-10391650" y="3451750"/>
              <a:ext cx="352875" cy="81925"/>
            </a:xfrm>
            <a:custGeom>
              <a:avLst/>
              <a:gdLst/>
              <a:ahLst/>
              <a:cxnLst/>
              <a:rect l="l" t="t" r="r" b="b"/>
              <a:pathLst>
                <a:path w="14115" h="3277" extrusionOk="0">
                  <a:moveTo>
                    <a:pt x="2079" y="0"/>
                  </a:moveTo>
                  <a:cubicBezTo>
                    <a:pt x="1418" y="0"/>
                    <a:pt x="819" y="536"/>
                    <a:pt x="819" y="1229"/>
                  </a:cubicBezTo>
                  <a:lnTo>
                    <a:pt x="819" y="1607"/>
                  </a:lnTo>
                  <a:cubicBezTo>
                    <a:pt x="347" y="1607"/>
                    <a:pt x="0" y="1954"/>
                    <a:pt x="0" y="2458"/>
                  </a:cubicBezTo>
                  <a:lnTo>
                    <a:pt x="0" y="2867"/>
                  </a:lnTo>
                  <a:cubicBezTo>
                    <a:pt x="0" y="3119"/>
                    <a:pt x="189" y="3277"/>
                    <a:pt x="378" y="3277"/>
                  </a:cubicBezTo>
                  <a:lnTo>
                    <a:pt x="13642" y="3277"/>
                  </a:lnTo>
                  <a:cubicBezTo>
                    <a:pt x="13894" y="3277"/>
                    <a:pt x="14083" y="3088"/>
                    <a:pt x="14083" y="2867"/>
                  </a:cubicBezTo>
                  <a:lnTo>
                    <a:pt x="14083" y="2458"/>
                  </a:lnTo>
                  <a:cubicBezTo>
                    <a:pt x="14114" y="1954"/>
                    <a:pt x="13736" y="1607"/>
                    <a:pt x="13295" y="1607"/>
                  </a:cubicBezTo>
                  <a:lnTo>
                    <a:pt x="13295" y="1229"/>
                  </a:lnTo>
                  <a:cubicBezTo>
                    <a:pt x="13295" y="567"/>
                    <a:pt x="12760" y="0"/>
                    <a:pt x="12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83"/>
            <p:cNvSpPr/>
            <p:nvPr/>
          </p:nvSpPr>
          <p:spPr>
            <a:xfrm>
              <a:off x="-10327075" y="3180600"/>
              <a:ext cx="223700" cy="62450"/>
            </a:xfrm>
            <a:custGeom>
              <a:avLst/>
              <a:gdLst/>
              <a:ahLst/>
              <a:cxnLst/>
              <a:rect l="l" t="t" r="r" b="b"/>
              <a:pathLst>
                <a:path w="8948" h="2498" extrusionOk="0">
                  <a:moveTo>
                    <a:pt x="4490" y="1"/>
                  </a:moveTo>
                  <a:cubicBezTo>
                    <a:pt x="4419" y="1"/>
                    <a:pt x="4348" y="24"/>
                    <a:pt x="4285" y="72"/>
                  </a:cubicBezTo>
                  <a:lnTo>
                    <a:pt x="0" y="2498"/>
                  </a:lnTo>
                  <a:lnTo>
                    <a:pt x="8948" y="2498"/>
                  </a:lnTo>
                  <a:lnTo>
                    <a:pt x="4695" y="72"/>
                  </a:lnTo>
                  <a:cubicBezTo>
                    <a:pt x="4632" y="24"/>
                    <a:pt x="4561" y="1"/>
                    <a:pt x="4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83"/>
            <p:cNvSpPr/>
            <p:nvPr/>
          </p:nvSpPr>
          <p:spPr>
            <a:xfrm>
              <a:off x="-10245950" y="3325725"/>
              <a:ext cx="61450" cy="104775"/>
            </a:xfrm>
            <a:custGeom>
              <a:avLst/>
              <a:gdLst/>
              <a:ahLst/>
              <a:cxnLst/>
              <a:rect l="l" t="t" r="r" b="b"/>
              <a:pathLst>
                <a:path w="2458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58" y="4191"/>
                  </a:lnTo>
                  <a:lnTo>
                    <a:pt x="24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83"/>
            <p:cNvSpPr/>
            <p:nvPr/>
          </p:nvSpPr>
          <p:spPr>
            <a:xfrm>
              <a:off x="-10142775" y="3325725"/>
              <a:ext cx="63025" cy="104775"/>
            </a:xfrm>
            <a:custGeom>
              <a:avLst/>
              <a:gdLst/>
              <a:ahLst/>
              <a:cxnLst/>
              <a:rect l="l" t="t" r="r" b="b"/>
              <a:pathLst>
                <a:path w="2521" h="4191" extrusionOk="0">
                  <a:moveTo>
                    <a:pt x="1" y="1"/>
                  </a:moveTo>
                  <a:lnTo>
                    <a:pt x="1" y="4191"/>
                  </a:lnTo>
                  <a:lnTo>
                    <a:pt x="2521" y="4191"/>
                  </a:lnTo>
                  <a:lnTo>
                    <a:pt x="25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83"/>
            <p:cNvSpPr/>
            <p:nvPr/>
          </p:nvSpPr>
          <p:spPr>
            <a:xfrm>
              <a:off x="-10350700" y="3325725"/>
              <a:ext cx="62250" cy="104775"/>
            </a:xfrm>
            <a:custGeom>
              <a:avLst/>
              <a:gdLst/>
              <a:ahLst/>
              <a:cxnLst/>
              <a:rect l="l" t="t" r="r" b="b"/>
              <a:pathLst>
                <a:path w="2490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89" y="4191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8" name="Google Shape;2308;p83"/>
          <p:cNvGrpSpPr/>
          <p:nvPr/>
        </p:nvGrpSpPr>
        <p:grpSpPr>
          <a:xfrm>
            <a:off x="5153021" y="3900787"/>
            <a:ext cx="354635" cy="353890"/>
            <a:chOff x="-10390875" y="3616350"/>
            <a:chExt cx="352100" cy="351325"/>
          </a:xfrm>
        </p:grpSpPr>
        <p:sp>
          <p:nvSpPr>
            <p:cNvPr id="2309" name="Google Shape;2309;p83"/>
            <p:cNvSpPr/>
            <p:nvPr/>
          </p:nvSpPr>
          <p:spPr>
            <a:xfrm>
              <a:off x="-10308950" y="3780175"/>
              <a:ext cx="186675" cy="104800"/>
            </a:xfrm>
            <a:custGeom>
              <a:avLst/>
              <a:gdLst/>
              <a:ahLst/>
              <a:cxnLst/>
              <a:rect l="l" t="t" r="r" b="b"/>
              <a:pathLst>
                <a:path w="7467" h="4192" extrusionOk="0">
                  <a:moveTo>
                    <a:pt x="0" y="1"/>
                  </a:moveTo>
                  <a:lnTo>
                    <a:pt x="0" y="4191"/>
                  </a:lnTo>
                  <a:lnTo>
                    <a:pt x="7467" y="4191"/>
                  </a:lnTo>
                  <a:lnTo>
                    <a:pt x="74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83"/>
            <p:cNvSpPr/>
            <p:nvPr/>
          </p:nvSpPr>
          <p:spPr>
            <a:xfrm>
              <a:off x="-10390875" y="3698275"/>
              <a:ext cx="352100" cy="269400"/>
            </a:xfrm>
            <a:custGeom>
              <a:avLst/>
              <a:gdLst/>
              <a:ahLst/>
              <a:cxnLst/>
              <a:rect l="l" t="t" r="r" b="b"/>
              <a:pathLst>
                <a:path w="14084" h="10776" extrusionOk="0">
                  <a:moveTo>
                    <a:pt x="11216" y="2426"/>
                  </a:moveTo>
                  <a:cubicBezTo>
                    <a:pt x="11468" y="2426"/>
                    <a:pt x="11626" y="2615"/>
                    <a:pt x="11626" y="2867"/>
                  </a:cubicBezTo>
                  <a:lnTo>
                    <a:pt x="11626" y="7845"/>
                  </a:lnTo>
                  <a:cubicBezTo>
                    <a:pt x="11626" y="8097"/>
                    <a:pt x="11437" y="8255"/>
                    <a:pt x="11216" y="8255"/>
                  </a:cubicBezTo>
                  <a:lnTo>
                    <a:pt x="2931" y="8255"/>
                  </a:lnTo>
                  <a:cubicBezTo>
                    <a:pt x="2678" y="8255"/>
                    <a:pt x="2489" y="8066"/>
                    <a:pt x="2489" y="7845"/>
                  </a:cubicBezTo>
                  <a:lnTo>
                    <a:pt x="2489" y="2867"/>
                  </a:lnTo>
                  <a:cubicBezTo>
                    <a:pt x="2489" y="2615"/>
                    <a:pt x="2678" y="2426"/>
                    <a:pt x="2931" y="2426"/>
                  </a:cubicBezTo>
                  <a:close/>
                  <a:moveTo>
                    <a:pt x="1670" y="0"/>
                  </a:moveTo>
                  <a:cubicBezTo>
                    <a:pt x="757" y="0"/>
                    <a:pt x="1" y="725"/>
                    <a:pt x="1" y="1639"/>
                  </a:cubicBezTo>
                  <a:cubicBezTo>
                    <a:pt x="1" y="2237"/>
                    <a:pt x="316" y="2773"/>
                    <a:pt x="820" y="3056"/>
                  </a:cubicBezTo>
                  <a:lnTo>
                    <a:pt x="820" y="7719"/>
                  </a:lnTo>
                  <a:cubicBezTo>
                    <a:pt x="316" y="7971"/>
                    <a:pt x="1" y="8538"/>
                    <a:pt x="1" y="9137"/>
                  </a:cubicBezTo>
                  <a:cubicBezTo>
                    <a:pt x="1" y="10019"/>
                    <a:pt x="757" y="10775"/>
                    <a:pt x="1670" y="10775"/>
                  </a:cubicBezTo>
                  <a:cubicBezTo>
                    <a:pt x="2237" y="10775"/>
                    <a:pt x="2805" y="10460"/>
                    <a:pt x="3057" y="9956"/>
                  </a:cubicBezTo>
                  <a:lnTo>
                    <a:pt x="11027" y="9956"/>
                  </a:lnTo>
                  <a:cubicBezTo>
                    <a:pt x="11311" y="10460"/>
                    <a:pt x="11846" y="10775"/>
                    <a:pt x="12445" y="10775"/>
                  </a:cubicBezTo>
                  <a:cubicBezTo>
                    <a:pt x="13359" y="10775"/>
                    <a:pt x="14083" y="10019"/>
                    <a:pt x="14083" y="9137"/>
                  </a:cubicBezTo>
                  <a:cubicBezTo>
                    <a:pt x="14083" y="8538"/>
                    <a:pt x="13800" y="7971"/>
                    <a:pt x="13264" y="7719"/>
                  </a:cubicBezTo>
                  <a:lnTo>
                    <a:pt x="13264" y="3056"/>
                  </a:lnTo>
                  <a:cubicBezTo>
                    <a:pt x="13800" y="2741"/>
                    <a:pt x="14083" y="2237"/>
                    <a:pt x="14083" y="1639"/>
                  </a:cubicBezTo>
                  <a:cubicBezTo>
                    <a:pt x="14083" y="725"/>
                    <a:pt x="13359" y="0"/>
                    <a:pt x="12445" y="0"/>
                  </a:cubicBezTo>
                  <a:cubicBezTo>
                    <a:pt x="11846" y="0"/>
                    <a:pt x="11311" y="315"/>
                    <a:pt x="11027" y="820"/>
                  </a:cubicBezTo>
                  <a:lnTo>
                    <a:pt x="3057" y="820"/>
                  </a:lnTo>
                  <a:cubicBezTo>
                    <a:pt x="2805" y="315"/>
                    <a:pt x="2237" y="0"/>
                    <a:pt x="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83"/>
            <p:cNvSpPr/>
            <p:nvPr/>
          </p:nvSpPr>
          <p:spPr>
            <a:xfrm>
              <a:off x="-10268000" y="3616350"/>
              <a:ext cx="103975" cy="81150"/>
            </a:xfrm>
            <a:custGeom>
              <a:avLst/>
              <a:gdLst/>
              <a:ahLst/>
              <a:cxnLst/>
              <a:rect l="l" t="t" r="r" b="b"/>
              <a:pathLst>
                <a:path w="4159" h="3246" extrusionOk="0">
                  <a:moveTo>
                    <a:pt x="2048" y="1"/>
                  </a:moveTo>
                  <a:cubicBezTo>
                    <a:pt x="1387" y="1"/>
                    <a:pt x="851" y="536"/>
                    <a:pt x="851" y="1230"/>
                  </a:cubicBezTo>
                  <a:cubicBezTo>
                    <a:pt x="851" y="1450"/>
                    <a:pt x="914" y="1671"/>
                    <a:pt x="1040" y="1891"/>
                  </a:cubicBezTo>
                  <a:lnTo>
                    <a:pt x="0" y="3246"/>
                  </a:lnTo>
                  <a:lnTo>
                    <a:pt x="1072" y="3246"/>
                  </a:lnTo>
                  <a:lnTo>
                    <a:pt x="1733" y="2364"/>
                  </a:lnTo>
                  <a:cubicBezTo>
                    <a:pt x="1859" y="2395"/>
                    <a:pt x="1985" y="2427"/>
                    <a:pt x="2080" y="2427"/>
                  </a:cubicBezTo>
                  <a:cubicBezTo>
                    <a:pt x="2206" y="2427"/>
                    <a:pt x="2332" y="2395"/>
                    <a:pt x="2458" y="2364"/>
                  </a:cubicBezTo>
                  <a:lnTo>
                    <a:pt x="3119" y="3246"/>
                  </a:lnTo>
                  <a:lnTo>
                    <a:pt x="4159" y="3246"/>
                  </a:lnTo>
                  <a:lnTo>
                    <a:pt x="3119" y="1891"/>
                  </a:lnTo>
                  <a:cubicBezTo>
                    <a:pt x="3245" y="1671"/>
                    <a:pt x="3308" y="1450"/>
                    <a:pt x="3308" y="1230"/>
                  </a:cubicBezTo>
                  <a:cubicBezTo>
                    <a:pt x="3308" y="536"/>
                    <a:pt x="2773" y="1"/>
                    <a:pt x="20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2" name="Google Shape;2312;p83"/>
          <p:cNvGrpSpPr/>
          <p:nvPr/>
        </p:nvGrpSpPr>
        <p:grpSpPr>
          <a:xfrm>
            <a:off x="7334384" y="1844026"/>
            <a:ext cx="312585" cy="354670"/>
            <a:chOff x="-10370400" y="4049550"/>
            <a:chExt cx="310350" cy="352100"/>
          </a:xfrm>
        </p:grpSpPr>
        <p:sp>
          <p:nvSpPr>
            <p:cNvPr id="2313" name="Google Shape;2313;p83"/>
            <p:cNvSpPr/>
            <p:nvPr/>
          </p:nvSpPr>
          <p:spPr>
            <a:xfrm>
              <a:off x="-10308175" y="4224400"/>
              <a:ext cx="185900" cy="115800"/>
            </a:xfrm>
            <a:custGeom>
              <a:avLst/>
              <a:gdLst/>
              <a:ahLst/>
              <a:cxnLst/>
              <a:rect l="l" t="t" r="r" b="b"/>
              <a:pathLst>
                <a:path w="7436" h="4632" extrusionOk="0">
                  <a:moveTo>
                    <a:pt x="1" y="1"/>
                  </a:moveTo>
                  <a:lnTo>
                    <a:pt x="1" y="4632"/>
                  </a:lnTo>
                  <a:lnTo>
                    <a:pt x="1639" y="4632"/>
                  </a:lnTo>
                  <a:lnTo>
                    <a:pt x="1639" y="1261"/>
                  </a:lnTo>
                  <a:cubicBezTo>
                    <a:pt x="1639" y="1040"/>
                    <a:pt x="1859" y="883"/>
                    <a:pt x="2048" y="883"/>
                  </a:cubicBezTo>
                  <a:cubicBezTo>
                    <a:pt x="2269" y="883"/>
                    <a:pt x="2489" y="1072"/>
                    <a:pt x="2489" y="1261"/>
                  </a:cubicBezTo>
                  <a:lnTo>
                    <a:pt x="2489" y="4632"/>
                  </a:lnTo>
                  <a:lnTo>
                    <a:pt x="3309" y="4632"/>
                  </a:lnTo>
                  <a:lnTo>
                    <a:pt x="3309" y="1261"/>
                  </a:lnTo>
                  <a:cubicBezTo>
                    <a:pt x="3309" y="1040"/>
                    <a:pt x="3498" y="883"/>
                    <a:pt x="3750" y="883"/>
                  </a:cubicBezTo>
                  <a:cubicBezTo>
                    <a:pt x="3970" y="883"/>
                    <a:pt x="4128" y="1072"/>
                    <a:pt x="4128" y="1261"/>
                  </a:cubicBezTo>
                  <a:lnTo>
                    <a:pt x="4128" y="4632"/>
                  </a:lnTo>
                  <a:lnTo>
                    <a:pt x="4947" y="4632"/>
                  </a:lnTo>
                  <a:lnTo>
                    <a:pt x="4947" y="1261"/>
                  </a:lnTo>
                  <a:cubicBezTo>
                    <a:pt x="4947" y="1040"/>
                    <a:pt x="5167" y="883"/>
                    <a:pt x="5388" y="883"/>
                  </a:cubicBezTo>
                  <a:cubicBezTo>
                    <a:pt x="5640" y="883"/>
                    <a:pt x="5829" y="1072"/>
                    <a:pt x="5829" y="1261"/>
                  </a:cubicBezTo>
                  <a:lnTo>
                    <a:pt x="5829" y="4632"/>
                  </a:lnTo>
                  <a:lnTo>
                    <a:pt x="7436" y="4632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83"/>
            <p:cNvSpPr/>
            <p:nvPr/>
          </p:nvSpPr>
          <p:spPr>
            <a:xfrm>
              <a:off x="-10292425" y="4121225"/>
              <a:ext cx="159125" cy="30750"/>
            </a:xfrm>
            <a:custGeom>
              <a:avLst/>
              <a:gdLst/>
              <a:ahLst/>
              <a:cxnLst/>
              <a:rect l="l" t="t" r="r" b="b"/>
              <a:pathLst>
                <a:path w="6365" h="1230" extrusionOk="0">
                  <a:moveTo>
                    <a:pt x="694" y="0"/>
                  </a:moveTo>
                  <a:cubicBezTo>
                    <a:pt x="694" y="158"/>
                    <a:pt x="662" y="316"/>
                    <a:pt x="631" y="442"/>
                  </a:cubicBezTo>
                  <a:cubicBezTo>
                    <a:pt x="505" y="757"/>
                    <a:pt x="284" y="1040"/>
                    <a:pt x="1" y="1229"/>
                  </a:cubicBezTo>
                  <a:lnTo>
                    <a:pt x="6365" y="1229"/>
                  </a:lnTo>
                  <a:cubicBezTo>
                    <a:pt x="6018" y="1040"/>
                    <a:pt x="5798" y="788"/>
                    <a:pt x="5672" y="442"/>
                  </a:cubicBezTo>
                  <a:cubicBezTo>
                    <a:pt x="5577" y="284"/>
                    <a:pt x="5577" y="126"/>
                    <a:pt x="55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83"/>
            <p:cNvSpPr/>
            <p:nvPr/>
          </p:nvSpPr>
          <p:spPr>
            <a:xfrm>
              <a:off x="-10370400" y="4049550"/>
              <a:ext cx="310350" cy="91400"/>
            </a:xfrm>
            <a:custGeom>
              <a:avLst/>
              <a:gdLst/>
              <a:ahLst/>
              <a:cxnLst/>
              <a:rect l="l" t="t" r="r" b="b"/>
              <a:pathLst>
                <a:path w="12414" h="3656" extrusionOk="0">
                  <a:moveTo>
                    <a:pt x="2049" y="1"/>
                  </a:moveTo>
                  <a:cubicBezTo>
                    <a:pt x="977" y="1"/>
                    <a:pt x="95" y="820"/>
                    <a:pt x="1" y="1891"/>
                  </a:cubicBezTo>
                  <a:cubicBezTo>
                    <a:pt x="95" y="2867"/>
                    <a:pt x="946" y="3655"/>
                    <a:pt x="1954" y="3655"/>
                  </a:cubicBezTo>
                  <a:cubicBezTo>
                    <a:pt x="2427" y="3655"/>
                    <a:pt x="2773" y="3340"/>
                    <a:pt x="2899" y="3025"/>
                  </a:cubicBezTo>
                  <a:cubicBezTo>
                    <a:pt x="2931" y="2867"/>
                    <a:pt x="2962" y="2678"/>
                    <a:pt x="2805" y="2521"/>
                  </a:cubicBezTo>
                  <a:cubicBezTo>
                    <a:pt x="2729" y="2461"/>
                    <a:pt x="2618" y="2422"/>
                    <a:pt x="2520" y="2422"/>
                  </a:cubicBezTo>
                  <a:cubicBezTo>
                    <a:pt x="2411" y="2422"/>
                    <a:pt x="2317" y="2469"/>
                    <a:pt x="2301" y="2584"/>
                  </a:cubicBezTo>
                  <a:cubicBezTo>
                    <a:pt x="2274" y="2793"/>
                    <a:pt x="2097" y="2915"/>
                    <a:pt x="1911" y="2915"/>
                  </a:cubicBezTo>
                  <a:cubicBezTo>
                    <a:pt x="1873" y="2915"/>
                    <a:pt x="1834" y="2910"/>
                    <a:pt x="1796" y="2899"/>
                  </a:cubicBezTo>
                  <a:cubicBezTo>
                    <a:pt x="1544" y="2867"/>
                    <a:pt x="1418" y="2647"/>
                    <a:pt x="1481" y="2395"/>
                  </a:cubicBezTo>
                  <a:cubicBezTo>
                    <a:pt x="1595" y="1848"/>
                    <a:pt x="2036" y="1594"/>
                    <a:pt x="2500" y="1594"/>
                  </a:cubicBezTo>
                  <a:cubicBezTo>
                    <a:pt x="2811" y="1594"/>
                    <a:pt x="3132" y="1708"/>
                    <a:pt x="3372" y="1922"/>
                  </a:cubicBezTo>
                  <a:lnTo>
                    <a:pt x="3466" y="2048"/>
                  </a:lnTo>
                  <a:lnTo>
                    <a:pt x="8917" y="2048"/>
                  </a:lnTo>
                  <a:lnTo>
                    <a:pt x="9043" y="1922"/>
                  </a:lnTo>
                  <a:cubicBezTo>
                    <a:pt x="9262" y="1715"/>
                    <a:pt x="9561" y="1612"/>
                    <a:pt x="9856" y="1612"/>
                  </a:cubicBezTo>
                  <a:cubicBezTo>
                    <a:pt x="10325" y="1612"/>
                    <a:pt x="10785" y="1873"/>
                    <a:pt x="10901" y="2395"/>
                  </a:cubicBezTo>
                  <a:cubicBezTo>
                    <a:pt x="10964" y="2647"/>
                    <a:pt x="10838" y="2836"/>
                    <a:pt x="10618" y="2899"/>
                  </a:cubicBezTo>
                  <a:cubicBezTo>
                    <a:pt x="10575" y="2910"/>
                    <a:pt x="10533" y="2915"/>
                    <a:pt x="10494" y="2915"/>
                  </a:cubicBezTo>
                  <a:cubicBezTo>
                    <a:pt x="10304" y="2915"/>
                    <a:pt x="10161" y="2793"/>
                    <a:pt x="10082" y="2584"/>
                  </a:cubicBezTo>
                  <a:cubicBezTo>
                    <a:pt x="10066" y="2469"/>
                    <a:pt x="9963" y="2422"/>
                    <a:pt x="9851" y="2422"/>
                  </a:cubicBezTo>
                  <a:cubicBezTo>
                    <a:pt x="9749" y="2422"/>
                    <a:pt x="9638" y="2461"/>
                    <a:pt x="9578" y="2521"/>
                  </a:cubicBezTo>
                  <a:cubicBezTo>
                    <a:pt x="9421" y="2678"/>
                    <a:pt x="9452" y="2867"/>
                    <a:pt x="9515" y="3025"/>
                  </a:cubicBezTo>
                  <a:cubicBezTo>
                    <a:pt x="9610" y="3340"/>
                    <a:pt x="10019" y="3655"/>
                    <a:pt x="10460" y="3655"/>
                  </a:cubicBezTo>
                  <a:cubicBezTo>
                    <a:pt x="11311" y="3655"/>
                    <a:pt x="12067" y="3056"/>
                    <a:pt x="12288" y="2269"/>
                  </a:cubicBezTo>
                  <a:cubicBezTo>
                    <a:pt x="12288" y="2206"/>
                    <a:pt x="12351" y="2111"/>
                    <a:pt x="12351" y="2048"/>
                  </a:cubicBezTo>
                  <a:cubicBezTo>
                    <a:pt x="12414" y="883"/>
                    <a:pt x="11468" y="1"/>
                    <a:pt x="103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83"/>
            <p:cNvSpPr/>
            <p:nvPr/>
          </p:nvSpPr>
          <p:spPr>
            <a:xfrm>
              <a:off x="-10328650" y="4173200"/>
              <a:ext cx="226850" cy="30750"/>
            </a:xfrm>
            <a:custGeom>
              <a:avLst/>
              <a:gdLst/>
              <a:ahLst/>
              <a:cxnLst/>
              <a:rect l="l" t="t" r="r" b="b"/>
              <a:pathLst>
                <a:path w="9074" h="1230" extrusionOk="0">
                  <a:moveTo>
                    <a:pt x="0" y="1"/>
                  </a:moveTo>
                  <a:cubicBezTo>
                    <a:pt x="0" y="694"/>
                    <a:pt x="536" y="1229"/>
                    <a:pt x="1198" y="1229"/>
                  </a:cubicBezTo>
                  <a:lnTo>
                    <a:pt x="7814" y="1229"/>
                  </a:lnTo>
                  <a:cubicBezTo>
                    <a:pt x="8507" y="1229"/>
                    <a:pt x="9074" y="694"/>
                    <a:pt x="9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83"/>
            <p:cNvSpPr/>
            <p:nvPr/>
          </p:nvSpPr>
          <p:spPr>
            <a:xfrm>
              <a:off x="-10328650" y="4360650"/>
              <a:ext cx="226850" cy="41000"/>
            </a:xfrm>
            <a:custGeom>
              <a:avLst/>
              <a:gdLst/>
              <a:ahLst/>
              <a:cxnLst/>
              <a:rect l="l" t="t" r="r" b="b"/>
              <a:pathLst>
                <a:path w="9074" h="1640" extrusionOk="0">
                  <a:moveTo>
                    <a:pt x="410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1230"/>
                  </a:lnTo>
                  <a:cubicBezTo>
                    <a:pt x="0" y="1450"/>
                    <a:pt x="189" y="1639"/>
                    <a:pt x="410" y="1639"/>
                  </a:cubicBezTo>
                  <a:lnTo>
                    <a:pt x="8696" y="1639"/>
                  </a:lnTo>
                  <a:cubicBezTo>
                    <a:pt x="8916" y="1639"/>
                    <a:pt x="9074" y="1450"/>
                    <a:pt x="9074" y="1230"/>
                  </a:cubicBezTo>
                  <a:lnTo>
                    <a:pt x="9074" y="379"/>
                  </a:ln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8" name="Google Shape;2318;p83"/>
          <p:cNvGrpSpPr/>
          <p:nvPr/>
        </p:nvGrpSpPr>
        <p:grpSpPr>
          <a:xfrm>
            <a:off x="6737486" y="3440063"/>
            <a:ext cx="379236" cy="354847"/>
            <a:chOff x="-8674650" y="3210975"/>
            <a:chExt cx="376525" cy="352275"/>
          </a:xfrm>
        </p:grpSpPr>
        <p:sp>
          <p:nvSpPr>
            <p:cNvPr id="2319" name="Google Shape;2319;p83"/>
            <p:cNvSpPr/>
            <p:nvPr/>
          </p:nvSpPr>
          <p:spPr>
            <a:xfrm>
              <a:off x="-8542325" y="3335375"/>
              <a:ext cx="112650" cy="104375"/>
            </a:xfrm>
            <a:custGeom>
              <a:avLst/>
              <a:gdLst/>
              <a:ahLst/>
              <a:cxnLst/>
              <a:rect l="l" t="t" r="r" b="b"/>
              <a:pathLst>
                <a:path w="4506" h="4175" extrusionOk="0">
                  <a:moveTo>
                    <a:pt x="2226" y="843"/>
                  </a:moveTo>
                  <a:cubicBezTo>
                    <a:pt x="2537" y="843"/>
                    <a:pt x="2852" y="969"/>
                    <a:pt x="3120" y="1221"/>
                  </a:cubicBezTo>
                  <a:cubicBezTo>
                    <a:pt x="3624" y="1694"/>
                    <a:pt x="3624" y="2545"/>
                    <a:pt x="3120" y="3017"/>
                  </a:cubicBezTo>
                  <a:cubicBezTo>
                    <a:pt x="2883" y="3238"/>
                    <a:pt x="2568" y="3348"/>
                    <a:pt x="2249" y="3348"/>
                  </a:cubicBezTo>
                  <a:cubicBezTo>
                    <a:pt x="1930" y="3348"/>
                    <a:pt x="1607" y="3238"/>
                    <a:pt x="1355" y="3017"/>
                  </a:cubicBezTo>
                  <a:cubicBezTo>
                    <a:pt x="883" y="2545"/>
                    <a:pt x="883" y="1694"/>
                    <a:pt x="1355" y="1221"/>
                  </a:cubicBezTo>
                  <a:cubicBezTo>
                    <a:pt x="1607" y="969"/>
                    <a:pt x="1915" y="843"/>
                    <a:pt x="2226" y="843"/>
                  </a:cubicBezTo>
                  <a:close/>
                  <a:moveTo>
                    <a:pt x="2277" y="1"/>
                  </a:moveTo>
                  <a:cubicBezTo>
                    <a:pt x="1749" y="1"/>
                    <a:pt x="1214" y="197"/>
                    <a:pt x="788" y="591"/>
                  </a:cubicBezTo>
                  <a:cubicBezTo>
                    <a:pt x="1" y="1379"/>
                    <a:pt x="1" y="2765"/>
                    <a:pt x="788" y="3584"/>
                  </a:cubicBezTo>
                  <a:cubicBezTo>
                    <a:pt x="1182" y="3978"/>
                    <a:pt x="1718" y="4175"/>
                    <a:pt x="2253" y="4175"/>
                  </a:cubicBezTo>
                  <a:cubicBezTo>
                    <a:pt x="2789" y="4175"/>
                    <a:pt x="3324" y="3978"/>
                    <a:pt x="3718" y="3584"/>
                  </a:cubicBezTo>
                  <a:cubicBezTo>
                    <a:pt x="4506" y="2797"/>
                    <a:pt x="4506" y="1442"/>
                    <a:pt x="3718" y="591"/>
                  </a:cubicBezTo>
                  <a:cubicBezTo>
                    <a:pt x="3324" y="197"/>
                    <a:pt x="2805" y="1"/>
                    <a:pt x="22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83"/>
            <p:cNvSpPr/>
            <p:nvPr/>
          </p:nvSpPr>
          <p:spPr>
            <a:xfrm>
              <a:off x="-8496650" y="3377125"/>
              <a:ext cx="22875" cy="20900"/>
            </a:xfrm>
            <a:custGeom>
              <a:avLst/>
              <a:gdLst/>
              <a:ahLst/>
              <a:cxnLst/>
              <a:rect l="l" t="t" r="r" b="b"/>
              <a:pathLst>
                <a:path w="915" h="836" extrusionOk="0">
                  <a:moveTo>
                    <a:pt x="458" y="0"/>
                  </a:moveTo>
                  <a:cubicBezTo>
                    <a:pt x="348" y="0"/>
                    <a:pt x="237" y="40"/>
                    <a:pt x="159" y="118"/>
                  </a:cubicBezTo>
                  <a:cubicBezTo>
                    <a:pt x="1" y="276"/>
                    <a:pt x="1" y="560"/>
                    <a:pt x="159" y="717"/>
                  </a:cubicBezTo>
                  <a:cubicBezTo>
                    <a:pt x="237" y="796"/>
                    <a:pt x="348" y="835"/>
                    <a:pt x="458" y="835"/>
                  </a:cubicBezTo>
                  <a:cubicBezTo>
                    <a:pt x="568" y="835"/>
                    <a:pt x="678" y="796"/>
                    <a:pt x="757" y="717"/>
                  </a:cubicBezTo>
                  <a:cubicBezTo>
                    <a:pt x="915" y="560"/>
                    <a:pt x="915" y="276"/>
                    <a:pt x="757" y="118"/>
                  </a:cubicBez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83"/>
            <p:cNvSpPr/>
            <p:nvPr/>
          </p:nvSpPr>
          <p:spPr>
            <a:xfrm>
              <a:off x="-8540750" y="3332825"/>
              <a:ext cx="242625" cy="230425"/>
            </a:xfrm>
            <a:custGeom>
              <a:avLst/>
              <a:gdLst/>
              <a:ahLst/>
              <a:cxnLst/>
              <a:rect l="l" t="t" r="r" b="b"/>
              <a:pathLst>
                <a:path w="9705" h="9217" extrusionOk="0">
                  <a:moveTo>
                    <a:pt x="8917" y="0"/>
                  </a:moveTo>
                  <a:lnTo>
                    <a:pt x="4978" y="1449"/>
                  </a:lnTo>
                  <a:cubicBezTo>
                    <a:pt x="5262" y="2521"/>
                    <a:pt x="4947" y="3529"/>
                    <a:pt x="4254" y="4253"/>
                  </a:cubicBezTo>
                  <a:cubicBezTo>
                    <a:pt x="3721" y="4763"/>
                    <a:pt x="2999" y="5069"/>
                    <a:pt x="2241" y="5069"/>
                  </a:cubicBezTo>
                  <a:cubicBezTo>
                    <a:pt x="1969" y="5069"/>
                    <a:pt x="1693" y="5030"/>
                    <a:pt x="1418" y="4946"/>
                  </a:cubicBezTo>
                  <a:lnTo>
                    <a:pt x="1" y="8853"/>
                  </a:lnTo>
                  <a:cubicBezTo>
                    <a:pt x="727" y="9095"/>
                    <a:pt x="1483" y="9216"/>
                    <a:pt x="2238" y="9216"/>
                  </a:cubicBezTo>
                  <a:cubicBezTo>
                    <a:pt x="4038" y="9216"/>
                    <a:pt x="5830" y="8528"/>
                    <a:pt x="7184" y="7152"/>
                  </a:cubicBezTo>
                  <a:cubicBezTo>
                    <a:pt x="9137" y="5230"/>
                    <a:pt x="9704" y="2426"/>
                    <a:pt x="8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83"/>
            <p:cNvSpPr/>
            <p:nvPr/>
          </p:nvSpPr>
          <p:spPr>
            <a:xfrm>
              <a:off x="-8645500" y="3428125"/>
              <a:ext cx="120525" cy="118950"/>
            </a:xfrm>
            <a:custGeom>
              <a:avLst/>
              <a:gdLst/>
              <a:ahLst/>
              <a:cxnLst/>
              <a:rect l="l" t="t" r="r" b="b"/>
              <a:pathLst>
                <a:path w="4821" h="4758" extrusionOk="0">
                  <a:moveTo>
                    <a:pt x="3939" y="0"/>
                  </a:moveTo>
                  <a:lnTo>
                    <a:pt x="1" y="1418"/>
                  </a:lnTo>
                  <a:cubicBezTo>
                    <a:pt x="347" y="2143"/>
                    <a:pt x="788" y="2804"/>
                    <a:pt x="1387" y="3403"/>
                  </a:cubicBezTo>
                  <a:cubicBezTo>
                    <a:pt x="1985" y="3970"/>
                    <a:pt x="2678" y="4442"/>
                    <a:pt x="3403" y="4757"/>
                  </a:cubicBezTo>
                  <a:lnTo>
                    <a:pt x="4821" y="819"/>
                  </a:lnTo>
                  <a:cubicBezTo>
                    <a:pt x="4663" y="756"/>
                    <a:pt x="4506" y="599"/>
                    <a:pt x="4348" y="473"/>
                  </a:cubicBezTo>
                  <a:cubicBezTo>
                    <a:pt x="4191" y="315"/>
                    <a:pt x="4065" y="158"/>
                    <a:pt x="39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83"/>
            <p:cNvSpPr/>
            <p:nvPr/>
          </p:nvSpPr>
          <p:spPr>
            <a:xfrm>
              <a:off x="-8448600" y="3227275"/>
              <a:ext cx="122900" cy="122900"/>
            </a:xfrm>
            <a:custGeom>
              <a:avLst/>
              <a:gdLst/>
              <a:ahLst/>
              <a:cxnLst/>
              <a:rect l="l" t="t" r="r" b="b"/>
              <a:pathLst>
                <a:path w="4916" h="4916" extrusionOk="0">
                  <a:moveTo>
                    <a:pt x="1419" y="1"/>
                  </a:moveTo>
                  <a:lnTo>
                    <a:pt x="1" y="3939"/>
                  </a:lnTo>
                  <a:cubicBezTo>
                    <a:pt x="190" y="4065"/>
                    <a:pt x="410" y="4191"/>
                    <a:pt x="568" y="4380"/>
                  </a:cubicBezTo>
                  <a:cubicBezTo>
                    <a:pt x="725" y="4537"/>
                    <a:pt x="883" y="4726"/>
                    <a:pt x="977" y="4915"/>
                  </a:cubicBezTo>
                  <a:lnTo>
                    <a:pt x="4916" y="3466"/>
                  </a:lnTo>
                  <a:cubicBezTo>
                    <a:pt x="4569" y="2710"/>
                    <a:pt x="4096" y="2017"/>
                    <a:pt x="3498" y="1418"/>
                  </a:cubicBezTo>
                  <a:cubicBezTo>
                    <a:pt x="2931" y="820"/>
                    <a:pt x="2175" y="347"/>
                    <a:pt x="14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83"/>
            <p:cNvSpPr/>
            <p:nvPr/>
          </p:nvSpPr>
          <p:spPr>
            <a:xfrm>
              <a:off x="-8674650" y="3210975"/>
              <a:ext cx="241825" cy="232925"/>
            </a:xfrm>
            <a:custGeom>
              <a:avLst/>
              <a:gdLst/>
              <a:ahLst/>
              <a:cxnLst/>
              <a:rect l="l" t="t" r="r" b="b"/>
              <a:pathLst>
                <a:path w="9673" h="9317" extrusionOk="0">
                  <a:moveTo>
                    <a:pt x="7515" y="0"/>
                  </a:moveTo>
                  <a:cubicBezTo>
                    <a:pt x="5700" y="0"/>
                    <a:pt x="3894" y="698"/>
                    <a:pt x="2521" y="2070"/>
                  </a:cubicBezTo>
                  <a:cubicBezTo>
                    <a:pt x="568" y="3992"/>
                    <a:pt x="1" y="6827"/>
                    <a:pt x="820" y="9316"/>
                  </a:cubicBezTo>
                  <a:lnTo>
                    <a:pt x="4758" y="7899"/>
                  </a:lnTo>
                  <a:cubicBezTo>
                    <a:pt x="4475" y="6796"/>
                    <a:pt x="4790" y="5693"/>
                    <a:pt x="5514" y="5000"/>
                  </a:cubicBezTo>
                  <a:cubicBezTo>
                    <a:pt x="6037" y="4454"/>
                    <a:pt x="6793" y="4194"/>
                    <a:pt x="7538" y="4194"/>
                  </a:cubicBezTo>
                  <a:cubicBezTo>
                    <a:pt x="7781" y="4194"/>
                    <a:pt x="8023" y="4221"/>
                    <a:pt x="8255" y="4276"/>
                  </a:cubicBezTo>
                  <a:lnTo>
                    <a:pt x="9673" y="337"/>
                  </a:lnTo>
                  <a:cubicBezTo>
                    <a:pt x="8970" y="112"/>
                    <a:pt x="8242" y="0"/>
                    <a:pt x="7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5" name="Google Shape;2325;p83"/>
          <p:cNvGrpSpPr/>
          <p:nvPr/>
        </p:nvGrpSpPr>
        <p:grpSpPr>
          <a:xfrm rot="-5400000">
            <a:off x="6224073" y="1843251"/>
            <a:ext cx="356221" cy="356257"/>
            <a:chOff x="-13512225" y="3211525"/>
            <a:chExt cx="353675" cy="353675"/>
          </a:xfrm>
        </p:grpSpPr>
        <p:sp>
          <p:nvSpPr>
            <p:cNvPr id="2326" name="Google Shape;2326;p83"/>
            <p:cNvSpPr/>
            <p:nvPr/>
          </p:nvSpPr>
          <p:spPr>
            <a:xfrm>
              <a:off x="-13283825" y="3482475"/>
              <a:ext cx="125275" cy="82725"/>
            </a:xfrm>
            <a:custGeom>
              <a:avLst/>
              <a:gdLst/>
              <a:ahLst/>
              <a:cxnLst/>
              <a:rect l="l" t="t" r="r" b="b"/>
              <a:pathLst>
                <a:path w="5011" h="3309" extrusionOk="0">
                  <a:moveTo>
                    <a:pt x="1671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1" y="3308"/>
                  </a:cubicBezTo>
                  <a:cubicBezTo>
                    <a:pt x="2269" y="3308"/>
                    <a:pt x="2584" y="3056"/>
                    <a:pt x="4790" y="1985"/>
                  </a:cubicBezTo>
                  <a:cubicBezTo>
                    <a:pt x="4884" y="1953"/>
                    <a:pt x="5010" y="1796"/>
                    <a:pt x="5010" y="1638"/>
                  </a:cubicBezTo>
                  <a:cubicBezTo>
                    <a:pt x="5010" y="1481"/>
                    <a:pt x="4947" y="1323"/>
                    <a:pt x="4790" y="1292"/>
                  </a:cubicBezTo>
                  <a:cubicBezTo>
                    <a:pt x="2584" y="221"/>
                    <a:pt x="2269" y="0"/>
                    <a:pt x="16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83"/>
            <p:cNvSpPr/>
            <p:nvPr/>
          </p:nvSpPr>
          <p:spPr>
            <a:xfrm>
              <a:off x="-13512225" y="3211525"/>
              <a:ext cx="353675" cy="249700"/>
            </a:xfrm>
            <a:custGeom>
              <a:avLst/>
              <a:gdLst/>
              <a:ahLst/>
              <a:cxnLst/>
              <a:rect l="l" t="t" r="r" b="b"/>
              <a:pathLst>
                <a:path w="14147" h="9988" extrusionOk="0">
                  <a:moveTo>
                    <a:pt x="6679" y="1702"/>
                  </a:moveTo>
                  <a:cubicBezTo>
                    <a:pt x="7152" y="1702"/>
                    <a:pt x="7499" y="2048"/>
                    <a:pt x="7499" y="2521"/>
                  </a:cubicBezTo>
                  <a:cubicBezTo>
                    <a:pt x="7499" y="2993"/>
                    <a:pt x="7152" y="3340"/>
                    <a:pt x="6679" y="3340"/>
                  </a:cubicBezTo>
                  <a:cubicBezTo>
                    <a:pt x="6207" y="3340"/>
                    <a:pt x="5829" y="2993"/>
                    <a:pt x="5829" y="2521"/>
                  </a:cubicBezTo>
                  <a:cubicBezTo>
                    <a:pt x="5829" y="2048"/>
                    <a:pt x="6207" y="1702"/>
                    <a:pt x="6679" y="1702"/>
                  </a:cubicBezTo>
                  <a:close/>
                  <a:moveTo>
                    <a:pt x="4191" y="2143"/>
                  </a:moveTo>
                  <a:cubicBezTo>
                    <a:pt x="4663" y="2143"/>
                    <a:pt x="5010" y="2489"/>
                    <a:pt x="5010" y="2962"/>
                  </a:cubicBezTo>
                  <a:cubicBezTo>
                    <a:pt x="5010" y="3434"/>
                    <a:pt x="4663" y="3781"/>
                    <a:pt x="4191" y="3781"/>
                  </a:cubicBezTo>
                  <a:cubicBezTo>
                    <a:pt x="3718" y="3781"/>
                    <a:pt x="3371" y="3434"/>
                    <a:pt x="3371" y="2962"/>
                  </a:cubicBezTo>
                  <a:cubicBezTo>
                    <a:pt x="3371" y="2489"/>
                    <a:pt x="3718" y="2143"/>
                    <a:pt x="4191" y="2143"/>
                  </a:cubicBezTo>
                  <a:close/>
                  <a:moveTo>
                    <a:pt x="2521" y="4191"/>
                  </a:moveTo>
                  <a:cubicBezTo>
                    <a:pt x="2993" y="4191"/>
                    <a:pt x="3371" y="4537"/>
                    <a:pt x="3371" y="5010"/>
                  </a:cubicBezTo>
                  <a:cubicBezTo>
                    <a:pt x="3371" y="5482"/>
                    <a:pt x="2993" y="5829"/>
                    <a:pt x="2521" y="5829"/>
                  </a:cubicBezTo>
                  <a:cubicBezTo>
                    <a:pt x="2048" y="5829"/>
                    <a:pt x="1702" y="5482"/>
                    <a:pt x="1702" y="5010"/>
                  </a:cubicBezTo>
                  <a:cubicBezTo>
                    <a:pt x="1702" y="4537"/>
                    <a:pt x="2048" y="4191"/>
                    <a:pt x="2521" y="4191"/>
                  </a:cubicBezTo>
                  <a:close/>
                  <a:moveTo>
                    <a:pt x="10397" y="3340"/>
                  </a:moveTo>
                  <a:cubicBezTo>
                    <a:pt x="11563" y="3340"/>
                    <a:pt x="12508" y="4096"/>
                    <a:pt x="12508" y="5010"/>
                  </a:cubicBezTo>
                  <a:cubicBezTo>
                    <a:pt x="12508" y="5923"/>
                    <a:pt x="11563" y="6648"/>
                    <a:pt x="10397" y="6648"/>
                  </a:cubicBezTo>
                  <a:cubicBezTo>
                    <a:pt x="9263" y="6648"/>
                    <a:pt x="8318" y="5892"/>
                    <a:pt x="8318" y="5010"/>
                  </a:cubicBezTo>
                  <a:cubicBezTo>
                    <a:pt x="8318" y="4096"/>
                    <a:pt x="9263" y="3340"/>
                    <a:pt x="10397" y="3340"/>
                  </a:cubicBezTo>
                  <a:close/>
                  <a:moveTo>
                    <a:pt x="4191" y="6270"/>
                  </a:moveTo>
                  <a:cubicBezTo>
                    <a:pt x="4663" y="6270"/>
                    <a:pt x="5010" y="6616"/>
                    <a:pt x="5010" y="7089"/>
                  </a:cubicBezTo>
                  <a:cubicBezTo>
                    <a:pt x="5010" y="7562"/>
                    <a:pt x="4663" y="7908"/>
                    <a:pt x="4191" y="7908"/>
                  </a:cubicBezTo>
                  <a:cubicBezTo>
                    <a:pt x="3718" y="7908"/>
                    <a:pt x="3371" y="7562"/>
                    <a:pt x="3371" y="7089"/>
                  </a:cubicBezTo>
                  <a:cubicBezTo>
                    <a:pt x="3371" y="6616"/>
                    <a:pt x="3718" y="6270"/>
                    <a:pt x="4191" y="6270"/>
                  </a:cubicBezTo>
                  <a:close/>
                  <a:moveTo>
                    <a:pt x="6679" y="6648"/>
                  </a:moveTo>
                  <a:cubicBezTo>
                    <a:pt x="7152" y="6648"/>
                    <a:pt x="7499" y="6994"/>
                    <a:pt x="7499" y="7499"/>
                  </a:cubicBezTo>
                  <a:cubicBezTo>
                    <a:pt x="7499" y="7971"/>
                    <a:pt x="7152" y="8318"/>
                    <a:pt x="6679" y="8318"/>
                  </a:cubicBezTo>
                  <a:cubicBezTo>
                    <a:pt x="6207" y="8318"/>
                    <a:pt x="5829" y="7971"/>
                    <a:pt x="5829" y="7499"/>
                  </a:cubicBezTo>
                  <a:cubicBezTo>
                    <a:pt x="5829" y="7057"/>
                    <a:pt x="6207" y="6648"/>
                    <a:pt x="6679" y="6648"/>
                  </a:cubicBezTo>
                  <a:close/>
                  <a:moveTo>
                    <a:pt x="7089" y="0"/>
                  </a:moveTo>
                  <a:cubicBezTo>
                    <a:pt x="3245" y="0"/>
                    <a:pt x="63" y="2237"/>
                    <a:pt x="63" y="5010"/>
                  </a:cubicBezTo>
                  <a:cubicBezTo>
                    <a:pt x="0" y="7751"/>
                    <a:pt x="3214" y="9987"/>
                    <a:pt x="7089" y="9987"/>
                  </a:cubicBezTo>
                  <a:cubicBezTo>
                    <a:pt x="10964" y="9987"/>
                    <a:pt x="14146" y="7751"/>
                    <a:pt x="14146" y="5010"/>
                  </a:cubicBezTo>
                  <a:cubicBezTo>
                    <a:pt x="14146" y="2300"/>
                    <a:pt x="10964" y="0"/>
                    <a:pt x="7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83"/>
            <p:cNvSpPr/>
            <p:nvPr/>
          </p:nvSpPr>
          <p:spPr>
            <a:xfrm>
              <a:off x="-13512225" y="3483250"/>
              <a:ext cx="100050" cy="81150"/>
            </a:xfrm>
            <a:custGeom>
              <a:avLst/>
              <a:gdLst/>
              <a:ahLst/>
              <a:cxnLst/>
              <a:rect l="l" t="t" r="r" b="b"/>
              <a:pathLst>
                <a:path w="4002" h="3246" extrusionOk="0">
                  <a:moveTo>
                    <a:pt x="4002" y="1"/>
                  </a:moveTo>
                  <a:cubicBezTo>
                    <a:pt x="2206" y="127"/>
                    <a:pt x="63" y="536"/>
                    <a:pt x="63" y="1607"/>
                  </a:cubicBezTo>
                  <a:cubicBezTo>
                    <a:pt x="0" y="2710"/>
                    <a:pt x="2174" y="3120"/>
                    <a:pt x="4002" y="3246"/>
                  </a:cubicBezTo>
                  <a:cubicBezTo>
                    <a:pt x="3592" y="2805"/>
                    <a:pt x="3371" y="2206"/>
                    <a:pt x="3371" y="1607"/>
                  </a:cubicBezTo>
                  <a:cubicBezTo>
                    <a:pt x="3371" y="1040"/>
                    <a:pt x="3592" y="442"/>
                    <a:pt x="40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83"/>
            <p:cNvSpPr/>
            <p:nvPr/>
          </p:nvSpPr>
          <p:spPr>
            <a:xfrm>
              <a:off x="-13407475" y="3483250"/>
              <a:ext cx="36250" cy="81150"/>
            </a:xfrm>
            <a:custGeom>
              <a:avLst/>
              <a:gdLst/>
              <a:ahLst/>
              <a:cxnLst/>
              <a:rect l="l" t="t" r="r" b="b"/>
              <a:pathLst>
                <a:path w="1450" h="3246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103" y="32"/>
                    <a:pt x="788" y="190"/>
                    <a:pt x="505" y="442"/>
                  </a:cubicBezTo>
                  <a:cubicBezTo>
                    <a:pt x="190" y="757"/>
                    <a:pt x="1" y="1166"/>
                    <a:pt x="1" y="1607"/>
                  </a:cubicBezTo>
                  <a:cubicBezTo>
                    <a:pt x="1" y="2048"/>
                    <a:pt x="158" y="2489"/>
                    <a:pt x="505" y="2805"/>
                  </a:cubicBezTo>
                  <a:cubicBezTo>
                    <a:pt x="788" y="3025"/>
                    <a:pt x="1103" y="3183"/>
                    <a:pt x="1450" y="3246"/>
                  </a:cubicBezTo>
                  <a:cubicBezTo>
                    <a:pt x="1072" y="2805"/>
                    <a:pt x="820" y="2206"/>
                    <a:pt x="820" y="1607"/>
                  </a:cubicBezTo>
                  <a:cubicBezTo>
                    <a:pt x="820" y="977"/>
                    <a:pt x="1072" y="442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83"/>
            <p:cNvSpPr/>
            <p:nvPr/>
          </p:nvSpPr>
          <p:spPr>
            <a:xfrm>
              <a:off x="-13366525" y="3485625"/>
              <a:ext cx="70125" cy="76425"/>
            </a:xfrm>
            <a:custGeom>
              <a:avLst/>
              <a:gdLst/>
              <a:ahLst/>
              <a:cxnLst/>
              <a:rect l="l" t="t" r="r" b="b"/>
              <a:pathLst>
                <a:path w="2805" h="3057" extrusionOk="0">
                  <a:moveTo>
                    <a:pt x="1072" y="0"/>
                  </a:moveTo>
                  <a:cubicBezTo>
                    <a:pt x="442" y="221"/>
                    <a:pt x="1" y="819"/>
                    <a:pt x="1" y="1512"/>
                  </a:cubicBezTo>
                  <a:cubicBezTo>
                    <a:pt x="1" y="2237"/>
                    <a:pt x="442" y="2836"/>
                    <a:pt x="1072" y="3056"/>
                  </a:cubicBezTo>
                  <a:cubicBezTo>
                    <a:pt x="1702" y="2962"/>
                    <a:pt x="2301" y="2867"/>
                    <a:pt x="2805" y="2710"/>
                  </a:cubicBezTo>
                  <a:cubicBezTo>
                    <a:pt x="2616" y="2363"/>
                    <a:pt x="2490" y="1953"/>
                    <a:pt x="2490" y="1512"/>
                  </a:cubicBezTo>
                  <a:cubicBezTo>
                    <a:pt x="2490" y="1071"/>
                    <a:pt x="2616" y="693"/>
                    <a:pt x="2805" y="347"/>
                  </a:cubicBezTo>
                  <a:cubicBezTo>
                    <a:pt x="2301" y="189"/>
                    <a:pt x="1702" y="63"/>
                    <a:pt x="1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1" name="Google Shape;2331;p83"/>
          <p:cNvGrpSpPr/>
          <p:nvPr/>
        </p:nvGrpSpPr>
        <p:grpSpPr>
          <a:xfrm>
            <a:off x="5152223" y="2948383"/>
            <a:ext cx="356221" cy="355451"/>
            <a:chOff x="-13512225" y="4080275"/>
            <a:chExt cx="353675" cy="352875"/>
          </a:xfrm>
        </p:grpSpPr>
        <p:sp>
          <p:nvSpPr>
            <p:cNvPr id="2332" name="Google Shape;2332;p83"/>
            <p:cNvSpPr/>
            <p:nvPr/>
          </p:nvSpPr>
          <p:spPr>
            <a:xfrm>
              <a:off x="-13512225" y="4203925"/>
              <a:ext cx="353675" cy="229225"/>
            </a:xfrm>
            <a:custGeom>
              <a:avLst/>
              <a:gdLst/>
              <a:ahLst/>
              <a:cxnLst/>
              <a:rect l="l" t="t" r="r" b="b"/>
              <a:pathLst>
                <a:path w="14147" h="9169" extrusionOk="0">
                  <a:moveTo>
                    <a:pt x="5407" y="1717"/>
                  </a:moveTo>
                  <a:cubicBezTo>
                    <a:pt x="5482" y="1717"/>
                    <a:pt x="5561" y="1733"/>
                    <a:pt x="5640" y="1765"/>
                  </a:cubicBezTo>
                  <a:lnTo>
                    <a:pt x="9767" y="4254"/>
                  </a:lnTo>
                  <a:cubicBezTo>
                    <a:pt x="9893" y="4348"/>
                    <a:pt x="9987" y="4443"/>
                    <a:pt x="9987" y="4600"/>
                  </a:cubicBezTo>
                  <a:cubicBezTo>
                    <a:pt x="9987" y="4758"/>
                    <a:pt x="9893" y="4915"/>
                    <a:pt x="9767" y="5010"/>
                  </a:cubicBezTo>
                  <a:lnTo>
                    <a:pt x="5640" y="7499"/>
                  </a:lnTo>
                  <a:cubicBezTo>
                    <a:pt x="5577" y="7530"/>
                    <a:pt x="5506" y="7546"/>
                    <a:pt x="5431" y="7546"/>
                  </a:cubicBezTo>
                  <a:cubicBezTo>
                    <a:pt x="5356" y="7546"/>
                    <a:pt x="5277" y="7530"/>
                    <a:pt x="5199" y="7499"/>
                  </a:cubicBezTo>
                  <a:cubicBezTo>
                    <a:pt x="5104" y="7404"/>
                    <a:pt x="5010" y="7278"/>
                    <a:pt x="5010" y="7121"/>
                  </a:cubicBezTo>
                  <a:lnTo>
                    <a:pt x="5010" y="2143"/>
                  </a:lnTo>
                  <a:cubicBezTo>
                    <a:pt x="5010" y="1985"/>
                    <a:pt x="5104" y="1859"/>
                    <a:pt x="5199" y="1765"/>
                  </a:cubicBezTo>
                  <a:cubicBezTo>
                    <a:pt x="5262" y="1733"/>
                    <a:pt x="5333" y="1717"/>
                    <a:pt x="5407" y="1717"/>
                  </a:cubicBezTo>
                  <a:close/>
                  <a:moveTo>
                    <a:pt x="63" y="0"/>
                  </a:moveTo>
                  <a:lnTo>
                    <a:pt x="63" y="7971"/>
                  </a:lnTo>
                  <a:cubicBezTo>
                    <a:pt x="0" y="8633"/>
                    <a:pt x="568" y="9168"/>
                    <a:pt x="1261" y="9168"/>
                  </a:cubicBezTo>
                  <a:lnTo>
                    <a:pt x="12886" y="9168"/>
                  </a:lnTo>
                  <a:cubicBezTo>
                    <a:pt x="13548" y="9168"/>
                    <a:pt x="14146" y="8633"/>
                    <a:pt x="14146" y="7908"/>
                  </a:cubicBezTo>
                  <a:lnTo>
                    <a:pt x="141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83"/>
            <p:cNvSpPr/>
            <p:nvPr/>
          </p:nvSpPr>
          <p:spPr>
            <a:xfrm>
              <a:off x="-13366525" y="4275600"/>
              <a:ext cx="73275" cy="88225"/>
            </a:xfrm>
            <a:custGeom>
              <a:avLst/>
              <a:gdLst/>
              <a:ahLst/>
              <a:cxnLst/>
              <a:rect l="l" t="t" r="r" b="b"/>
              <a:pathLst>
                <a:path w="2931" h="3529" extrusionOk="0">
                  <a:moveTo>
                    <a:pt x="1" y="0"/>
                  </a:moveTo>
                  <a:lnTo>
                    <a:pt x="1" y="3529"/>
                  </a:lnTo>
                  <a:lnTo>
                    <a:pt x="2931" y="17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83"/>
            <p:cNvSpPr/>
            <p:nvPr/>
          </p:nvSpPr>
          <p:spPr>
            <a:xfrm>
              <a:off x="-13398800" y="4143275"/>
              <a:ext cx="65375" cy="40975"/>
            </a:xfrm>
            <a:custGeom>
              <a:avLst/>
              <a:gdLst/>
              <a:ahLst/>
              <a:cxnLst/>
              <a:rect l="l" t="t" r="r" b="b"/>
              <a:pathLst>
                <a:path w="2615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1512" y="1639"/>
                  </a:lnTo>
                  <a:lnTo>
                    <a:pt x="26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83"/>
            <p:cNvSpPr/>
            <p:nvPr/>
          </p:nvSpPr>
          <p:spPr>
            <a:xfrm>
              <a:off x="-13336575" y="4143275"/>
              <a:ext cx="64600" cy="40975"/>
            </a:xfrm>
            <a:custGeom>
              <a:avLst/>
              <a:gdLst/>
              <a:ahLst/>
              <a:cxnLst/>
              <a:rect l="l" t="t" r="r" b="b"/>
              <a:pathLst>
                <a:path w="2584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1481" y="1639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83"/>
            <p:cNvSpPr/>
            <p:nvPr/>
          </p:nvSpPr>
          <p:spPr>
            <a:xfrm>
              <a:off x="-13398800" y="4081050"/>
              <a:ext cx="65375" cy="40975"/>
            </a:xfrm>
            <a:custGeom>
              <a:avLst/>
              <a:gdLst/>
              <a:ahLst/>
              <a:cxnLst/>
              <a:rect l="l" t="t" r="r" b="b"/>
              <a:pathLst>
                <a:path w="2615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615" y="1639"/>
                  </a:lnTo>
                  <a:lnTo>
                    <a:pt x="15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83"/>
            <p:cNvSpPr/>
            <p:nvPr/>
          </p:nvSpPr>
          <p:spPr>
            <a:xfrm>
              <a:off x="-13274375" y="4143275"/>
              <a:ext cx="64625" cy="40975"/>
            </a:xfrm>
            <a:custGeom>
              <a:avLst/>
              <a:gdLst/>
              <a:ahLst/>
              <a:cxnLst/>
              <a:rect l="l" t="t" r="r" b="b"/>
              <a:pathLst>
                <a:path w="2585" h="1639" extrusionOk="0">
                  <a:moveTo>
                    <a:pt x="1104" y="1"/>
                  </a:moveTo>
                  <a:lnTo>
                    <a:pt x="1" y="1639"/>
                  </a:lnTo>
                  <a:lnTo>
                    <a:pt x="1482" y="1639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83"/>
            <p:cNvSpPr/>
            <p:nvPr/>
          </p:nvSpPr>
          <p:spPr>
            <a:xfrm>
              <a:off x="-13212925" y="4081050"/>
              <a:ext cx="54375" cy="40975"/>
            </a:xfrm>
            <a:custGeom>
              <a:avLst/>
              <a:gdLst/>
              <a:ahLst/>
              <a:cxnLst/>
              <a:rect l="l" t="t" r="r" b="b"/>
              <a:pathLst>
                <a:path w="2175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174" y="1639"/>
                  </a:lnTo>
                  <a:lnTo>
                    <a:pt x="2174" y="820"/>
                  </a:lnTo>
                  <a:cubicBezTo>
                    <a:pt x="2174" y="347"/>
                    <a:pt x="1796" y="1"/>
                    <a:pt x="13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83"/>
            <p:cNvSpPr/>
            <p:nvPr/>
          </p:nvSpPr>
          <p:spPr>
            <a:xfrm>
              <a:off x="-13212925" y="4143275"/>
              <a:ext cx="54375" cy="40975"/>
            </a:xfrm>
            <a:custGeom>
              <a:avLst/>
              <a:gdLst/>
              <a:ahLst/>
              <a:cxnLst/>
              <a:rect l="l" t="t" r="r" b="b"/>
              <a:pathLst>
                <a:path w="2175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2174" y="1639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83"/>
            <p:cNvSpPr/>
            <p:nvPr/>
          </p:nvSpPr>
          <p:spPr>
            <a:xfrm>
              <a:off x="-13274375" y="4081050"/>
              <a:ext cx="64625" cy="40975"/>
            </a:xfrm>
            <a:custGeom>
              <a:avLst/>
              <a:gdLst/>
              <a:ahLst/>
              <a:cxnLst/>
              <a:rect l="l" t="t" r="r" b="b"/>
              <a:pathLst>
                <a:path w="2585" h="1639" extrusionOk="0">
                  <a:moveTo>
                    <a:pt x="1" y="1"/>
                  </a:moveTo>
                  <a:lnTo>
                    <a:pt x="1104" y="1639"/>
                  </a:lnTo>
                  <a:lnTo>
                    <a:pt x="2584" y="1639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83"/>
            <p:cNvSpPr/>
            <p:nvPr/>
          </p:nvSpPr>
          <p:spPr>
            <a:xfrm>
              <a:off x="-13336575" y="4081050"/>
              <a:ext cx="64600" cy="40975"/>
            </a:xfrm>
            <a:custGeom>
              <a:avLst/>
              <a:gdLst/>
              <a:ahLst/>
              <a:cxnLst/>
              <a:rect l="l" t="t" r="r" b="b"/>
              <a:pathLst>
                <a:path w="2584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583" y="1639"/>
                  </a:lnTo>
                  <a:lnTo>
                    <a:pt x="1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83"/>
            <p:cNvSpPr/>
            <p:nvPr/>
          </p:nvSpPr>
          <p:spPr>
            <a:xfrm>
              <a:off x="-13512225" y="4080275"/>
              <a:ext cx="123675" cy="103200"/>
            </a:xfrm>
            <a:custGeom>
              <a:avLst/>
              <a:gdLst/>
              <a:ahLst/>
              <a:cxnLst/>
              <a:rect l="l" t="t" r="r" b="b"/>
              <a:pathLst>
                <a:path w="4947" h="4128" extrusionOk="0">
                  <a:moveTo>
                    <a:pt x="2489" y="1260"/>
                  </a:moveTo>
                  <a:cubicBezTo>
                    <a:pt x="2962" y="1260"/>
                    <a:pt x="3371" y="1607"/>
                    <a:pt x="3371" y="2080"/>
                  </a:cubicBezTo>
                  <a:cubicBezTo>
                    <a:pt x="3371" y="2552"/>
                    <a:pt x="2962" y="2899"/>
                    <a:pt x="2489" y="2899"/>
                  </a:cubicBezTo>
                  <a:cubicBezTo>
                    <a:pt x="2017" y="2899"/>
                    <a:pt x="1670" y="2552"/>
                    <a:pt x="1670" y="2080"/>
                  </a:cubicBezTo>
                  <a:cubicBezTo>
                    <a:pt x="1670" y="1607"/>
                    <a:pt x="2017" y="1260"/>
                    <a:pt x="2489" y="1260"/>
                  </a:cubicBezTo>
                  <a:close/>
                  <a:moveTo>
                    <a:pt x="1261" y="0"/>
                  </a:moveTo>
                  <a:cubicBezTo>
                    <a:pt x="599" y="0"/>
                    <a:pt x="0" y="536"/>
                    <a:pt x="0" y="1260"/>
                  </a:cubicBezTo>
                  <a:lnTo>
                    <a:pt x="0" y="4127"/>
                  </a:lnTo>
                  <a:lnTo>
                    <a:pt x="3560" y="4127"/>
                  </a:lnTo>
                  <a:lnTo>
                    <a:pt x="4947" y="2080"/>
                  </a:lnTo>
                  <a:lnTo>
                    <a:pt x="35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3" name="Google Shape;2343;p83"/>
          <p:cNvGrpSpPr/>
          <p:nvPr/>
        </p:nvGrpSpPr>
        <p:grpSpPr>
          <a:xfrm>
            <a:off x="6771202" y="2404505"/>
            <a:ext cx="311804" cy="355451"/>
            <a:chOff x="-11703850" y="4081850"/>
            <a:chExt cx="309575" cy="352875"/>
          </a:xfrm>
        </p:grpSpPr>
        <p:sp>
          <p:nvSpPr>
            <p:cNvPr id="2344" name="Google Shape;2344;p83"/>
            <p:cNvSpPr/>
            <p:nvPr/>
          </p:nvSpPr>
          <p:spPr>
            <a:xfrm>
              <a:off x="-11703850" y="4081850"/>
              <a:ext cx="309575" cy="125250"/>
            </a:xfrm>
            <a:custGeom>
              <a:avLst/>
              <a:gdLst/>
              <a:ahLst/>
              <a:cxnLst/>
              <a:rect l="l" t="t" r="r" b="b"/>
              <a:pathLst>
                <a:path w="12383" h="5010" extrusionOk="0">
                  <a:moveTo>
                    <a:pt x="6932" y="2552"/>
                  </a:moveTo>
                  <a:cubicBezTo>
                    <a:pt x="7593" y="2552"/>
                    <a:pt x="8192" y="3119"/>
                    <a:pt x="8192" y="3781"/>
                  </a:cubicBezTo>
                  <a:cubicBezTo>
                    <a:pt x="8224" y="3970"/>
                    <a:pt x="8035" y="4190"/>
                    <a:pt x="7783" y="4190"/>
                  </a:cubicBezTo>
                  <a:cubicBezTo>
                    <a:pt x="7530" y="4190"/>
                    <a:pt x="7341" y="3970"/>
                    <a:pt x="7341" y="3781"/>
                  </a:cubicBezTo>
                  <a:cubicBezTo>
                    <a:pt x="7341" y="3560"/>
                    <a:pt x="7152" y="3403"/>
                    <a:pt x="6963" y="3403"/>
                  </a:cubicBezTo>
                  <a:cubicBezTo>
                    <a:pt x="6743" y="3403"/>
                    <a:pt x="6522" y="3592"/>
                    <a:pt x="6522" y="3781"/>
                  </a:cubicBezTo>
                  <a:cubicBezTo>
                    <a:pt x="6522" y="4033"/>
                    <a:pt x="6333" y="4190"/>
                    <a:pt x="6144" y="4190"/>
                  </a:cubicBezTo>
                  <a:cubicBezTo>
                    <a:pt x="5892" y="4190"/>
                    <a:pt x="5703" y="3970"/>
                    <a:pt x="5703" y="3781"/>
                  </a:cubicBezTo>
                  <a:cubicBezTo>
                    <a:pt x="5703" y="3560"/>
                    <a:pt x="5514" y="3403"/>
                    <a:pt x="5262" y="3403"/>
                  </a:cubicBezTo>
                  <a:cubicBezTo>
                    <a:pt x="5042" y="3403"/>
                    <a:pt x="4884" y="3592"/>
                    <a:pt x="4884" y="3781"/>
                  </a:cubicBezTo>
                  <a:cubicBezTo>
                    <a:pt x="4884" y="4033"/>
                    <a:pt x="4664" y="4190"/>
                    <a:pt x="4443" y="4190"/>
                  </a:cubicBezTo>
                  <a:cubicBezTo>
                    <a:pt x="4191" y="4190"/>
                    <a:pt x="4033" y="3970"/>
                    <a:pt x="4033" y="3781"/>
                  </a:cubicBezTo>
                  <a:cubicBezTo>
                    <a:pt x="4033" y="3119"/>
                    <a:pt x="4601" y="2552"/>
                    <a:pt x="5262" y="2552"/>
                  </a:cubicBezTo>
                  <a:cubicBezTo>
                    <a:pt x="5577" y="2552"/>
                    <a:pt x="5861" y="2678"/>
                    <a:pt x="6081" y="2867"/>
                  </a:cubicBezTo>
                  <a:cubicBezTo>
                    <a:pt x="6333" y="2678"/>
                    <a:pt x="6617" y="2552"/>
                    <a:pt x="6932" y="2552"/>
                  </a:cubicBezTo>
                  <a:close/>
                  <a:moveTo>
                    <a:pt x="5357" y="0"/>
                  </a:moveTo>
                  <a:cubicBezTo>
                    <a:pt x="4348" y="0"/>
                    <a:pt x="3498" y="725"/>
                    <a:pt x="3340" y="1670"/>
                  </a:cubicBezTo>
                  <a:cubicBezTo>
                    <a:pt x="3304" y="1668"/>
                    <a:pt x="3267" y="1666"/>
                    <a:pt x="3231" y="1666"/>
                  </a:cubicBezTo>
                  <a:cubicBezTo>
                    <a:pt x="2310" y="1666"/>
                    <a:pt x="1639" y="2430"/>
                    <a:pt x="1639" y="3340"/>
                  </a:cubicBezTo>
                  <a:cubicBezTo>
                    <a:pt x="725" y="3340"/>
                    <a:pt x="1" y="4096"/>
                    <a:pt x="1" y="5009"/>
                  </a:cubicBezTo>
                  <a:lnTo>
                    <a:pt x="12382" y="5009"/>
                  </a:lnTo>
                  <a:cubicBezTo>
                    <a:pt x="12351" y="4096"/>
                    <a:pt x="11595" y="3340"/>
                    <a:pt x="10681" y="3340"/>
                  </a:cubicBezTo>
                  <a:cubicBezTo>
                    <a:pt x="10681" y="2395"/>
                    <a:pt x="9956" y="1670"/>
                    <a:pt x="9011" y="1670"/>
                  </a:cubicBezTo>
                  <a:cubicBezTo>
                    <a:pt x="8822" y="725"/>
                    <a:pt x="7972" y="0"/>
                    <a:pt x="6995" y="0"/>
                  </a:cubicBezTo>
                  <a:cubicBezTo>
                    <a:pt x="6711" y="0"/>
                    <a:pt x="6459" y="95"/>
                    <a:pt x="6176" y="189"/>
                  </a:cubicBezTo>
                  <a:cubicBezTo>
                    <a:pt x="5892" y="95"/>
                    <a:pt x="5609" y="0"/>
                    <a:pt x="53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83"/>
            <p:cNvSpPr/>
            <p:nvPr/>
          </p:nvSpPr>
          <p:spPr>
            <a:xfrm>
              <a:off x="-11622725" y="4288975"/>
              <a:ext cx="144175" cy="63050"/>
            </a:xfrm>
            <a:custGeom>
              <a:avLst/>
              <a:gdLst/>
              <a:ahLst/>
              <a:cxnLst/>
              <a:rect l="l" t="t" r="r" b="b"/>
              <a:pathLst>
                <a:path w="5767" h="2522" extrusionOk="0">
                  <a:moveTo>
                    <a:pt x="2868" y="1"/>
                  </a:moveTo>
                  <a:cubicBezTo>
                    <a:pt x="1293" y="1"/>
                    <a:pt x="1" y="537"/>
                    <a:pt x="1" y="1261"/>
                  </a:cubicBezTo>
                  <a:cubicBezTo>
                    <a:pt x="1" y="1954"/>
                    <a:pt x="1293" y="2521"/>
                    <a:pt x="2868" y="2521"/>
                  </a:cubicBezTo>
                  <a:cubicBezTo>
                    <a:pt x="4475" y="2521"/>
                    <a:pt x="5766" y="1954"/>
                    <a:pt x="5766" y="1261"/>
                  </a:cubicBezTo>
                  <a:cubicBezTo>
                    <a:pt x="5766" y="537"/>
                    <a:pt x="4475" y="1"/>
                    <a:pt x="28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83"/>
            <p:cNvSpPr/>
            <p:nvPr/>
          </p:nvSpPr>
          <p:spPr>
            <a:xfrm>
              <a:off x="-11596725" y="4364600"/>
              <a:ext cx="36250" cy="70125"/>
            </a:xfrm>
            <a:custGeom>
              <a:avLst/>
              <a:gdLst/>
              <a:ahLst/>
              <a:cxnLst/>
              <a:rect l="l" t="t" r="r" b="b"/>
              <a:pathLst>
                <a:path w="1450" h="2805" extrusionOk="0">
                  <a:moveTo>
                    <a:pt x="0" y="0"/>
                  </a:moveTo>
                  <a:lnTo>
                    <a:pt x="253" y="2804"/>
                  </a:lnTo>
                  <a:lnTo>
                    <a:pt x="1450" y="2804"/>
                  </a:lnTo>
                  <a:lnTo>
                    <a:pt x="1450" y="284"/>
                  </a:lnTo>
                  <a:cubicBezTo>
                    <a:pt x="883" y="221"/>
                    <a:pt x="410" y="15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83"/>
            <p:cNvSpPr/>
            <p:nvPr/>
          </p:nvSpPr>
          <p:spPr>
            <a:xfrm>
              <a:off x="-11540025" y="4364600"/>
              <a:ext cx="37050" cy="70125"/>
            </a:xfrm>
            <a:custGeom>
              <a:avLst/>
              <a:gdLst/>
              <a:ahLst/>
              <a:cxnLst/>
              <a:rect l="l" t="t" r="r" b="b"/>
              <a:pathLst>
                <a:path w="1482" h="2805" extrusionOk="0">
                  <a:moveTo>
                    <a:pt x="1482" y="0"/>
                  </a:moveTo>
                  <a:lnTo>
                    <a:pt x="1482" y="0"/>
                  </a:lnTo>
                  <a:cubicBezTo>
                    <a:pt x="1040" y="126"/>
                    <a:pt x="505" y="221"/>
                    <a:pt x="1" y="221"/>
                  </a:cubicBezTo>
                  <a:lnTo>
                    <a:pt x="1" y="2741"/>
                  </a:lnTo>
                  <a:lnTo>
                    <a:pt x="1198" y="2741"/>
                  </a:lnTo>
                  <a:lnTo>
                    <a:pt x="1198" y="2804"/>
                  </a:lnTo>
                  <a:lnTo>
                    <a:pt x="14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83"/>
            <p:cNvSpPr/>
            <p:nvPr/>
          </p:nvSpPr>
          <p:spPr>
            <a:xfrm>
              <a:off x="-11610900" y="4227550"/>
              <a:ext cx="50425" cy="51225"/>
            </a:xfrm>
            <a:custGeom>
              <a:avLst/>
              <a:gdLst/>
              <a:ahLst/>
              <a:cxnLst/>
              <a:rect l="l" t="t" r="r" b="b"/>
              <a:pathLst>
                <a:path w="2017" h="2049" extrusionOk="0">
                  <a:moveTo>
                    <a:pt x="0" y="1"/>
                  </a:moveTo>
                  <a:lnTo>
                    <a:pt x="189" y="2048"/>
                  </a:lnTo>
                  <a:cubicBezTo>
                    <a:pt x="725" y="1859"/>
                    <a:pt x="1355" y="1702"/>
                    <a:pt x="2017" y="1670"/>
                  </a:cubicBezTo>
                  <a:lnTo>
                    <a:pt x="20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83"/>
            <p:cNvSpPr/>
            <p:nvPr/>
          </p:nvSpPr>
          <p:spPr>
            <a:xfrm>
              <a:off x="-11540025" y="4228350"/>
              <a:ext cx="50450" cy="51200"/>
            </a:xfrm>
            <a:custGeom>
              <a:avLst/>
              <a:gdLst/>
              <a:ahLst/>
              <a:cxnLst/>
              <a:rect l="l" t="t" r="r" b="b"/>
              <a:pathLst>
                <a:path w="2018" h="2048" extrusionOk="0">
                  <a:moveTo>
                    <a:pt x="1" y="0"/>
                  </a:moveTo>
                  <a:lnTo>
                    <a:pt x="1" y="1670"/>
                  </a:lnTo>
                  <a:cubicBezTo>
                    <a:pt x="694" y="1701"/>
                    <a:pt x="1293" y="1827"/>
                    <a:pt x="1828" y="2048"/>
                  </a:cubicBezTo>
                  <a:lnTo>
                    <a:pt x="20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83"/>
            <p:cNvSpPr/>
            <p:nvPr/>
          </p:nvSpPr>
          <p:spPr>
            <a:xfrm>
              <a:off x="-11489600" y="4227550"/>
              <a:ext cx="92175" cy="207175"/>
            </a:xfrm>
            <a:custGeom>
              <a:avLst/>
              <a:gdLst/>
              <a:ahLst/>
              <a:cxnLst/>
              <a:rect l="l" t="t" r="r" b="b"/>
              <a:pathLst>
                <a:path w="3687" h="8287" extrusionOk="0">
                  <a:moveTo>
                    <a:pt x="819" y="1"/>
                  </a:moveTo>
                  <a:lnTo>
                    <a:pt x="599" y="2489"/>
                  </a:lnTo>
                  <a:cubicBezTo>
                    <a:pt x="1040" y="2836"/>
                    <a:pt x="1292" y="3246"/>
                    <a:pt x="1292" y="3718"/>
                  </a:cubicBezTo>
                  <a:cubicBezTo>
                    <a:pt x="1292" y="4254"/>
                    <a:pt x="945" y="4758"/>
                    <a:pt x="315" y="5136"/>
                  </a:cubicBezTo>
                  <a:lnTo>
                    <a:pt x="0" y="8286"/>
                  </a:lnTo>
                  <a:lnTo>
                    <a:pt x="1040" y="8286"/>
                  </a:lnTo>
                  <a:cubicBezTo>
                    <a:pt x="1607" y="8286"/>
                    <a:pt x="2111" y="7877"/>
                    <a:pt x="2237" y="7278"/>
                  </a:cubicBezTo>
                  <a:lnTo>
                    <a:pt x="36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83"/>
            <p:cNvSpPr/>
            <p:nvPr/>
          </p:nvSpPr>
          <p:spPr>
            <a:xfrm>
              <a:off x="-11703850" y="4227550"/>
              <a:ext cx="92175" cy="207175"/>
            </a:xfrm>
            <a:custGeom>
              <a:avLst/>
              <a:gdLst/>
              <a:ahLst/>
              <a:cxnLst/>
              <a:rect l="l" t="t" r="r" b="b"/>
              <a:pathLst>
                <a:path w="3687" h="8287" extrusionOk="0">
                  <a:moveTo>
                    <a:pt x="1" y="1"/>
                  </a:moveTo>
                  <a:lnTo>
                    <a:pt x="1450" y="7278"/>
                  </a:lnTo>
                  <a:cubicBezTo>
                    <a:pt x="1576" y="7877"/>
                    <a:pt x="2080" y="8286"/>
                    <a:pt x="2679" y="8286"/>
                  </a:cubicBezTo>
                  <a:lnTo>
                    <a:pt x="3687" y="8286"/>
                  </a:lnTo>
                  <a:lnTo>
                    <a:pt x="3372" y="5136"/>
                  </a:lnTo>
                  <a:cubicBezTo>
                    <a:pt x="2773" y="4758"/>
                    <a:pt x="2395" y="4254"/>
                    <a:pt x="2395" y="3718"/>
                  </a:cubicBezTo>
                  <a:cubicBezTo>
                    <a:pt x="2427" y="3246"/>
                    <a:pt x="2647" y="2836"/>
                    <a:pt x="3088" y="2489"/>
                  </a:cubicBezTo>
                  <a:lnTo>
                    <a:pt x="28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2" name="Google Shape;2352;p83"/>
          <p:cNvGrpSpPr/>
          <p:nvPr/>
        </p:nvGrpSpPr>
        <p:grpSpPr>
          <a:xfrm>
            <a:off x="5151846" y="3439773"/>
            <a:ext cx="357002" cy="355451"/>
            <a:chOff x="-9958475" y="3180025"/>
            <a:chExt cx="354450" cy="352875"/>
          </a:xfrm>
        </p:grpSpPr>
        <p:sp>
          <p:nvSpPr>
            <p:cNvPr id="2353" name="Google Shape;2353;p83"/>
            <p:cNvSpPr/>
            <p:nvPr/>
          </p:nvSpPr>
          <p:spPr>
            <a:xfrm>
              <a:off x="-9958475" y="3491125"/>
              <a:ext cx="354450" cy="41775"/>
            </a:xfrm>
            <a:custGeom>
              <a:avLst/>
              <a:gdLst/>
              <a:ahLst/>
              <a:cxnLst/>
              <a:rect l="l" t="t" r="r" b="b"/>
              <a:pathLst>
                <a:path w="14178" h="1671" extrusionOk="0">
                  <a:moveTo>
                    <a:pt x="1702" y="1"/>
                  </a:moveTo>
                  <a:cubicBezTo>
                    <a:pt x="1387" y="1"/>
                    <a:pt x="1135" y="158"/>
                    <a:pt x="977" y="442"/>
                  </a:cubicBezTo>
                  <a:lnTo>
                    <a:pt x="442" y="442"/>
                  </a:lnTo>
                  <a:cubicBezTo>
                    <a:pt x="190" y="442"/>
                    <a:pt x="1" y="631"/>
                    <a:pt x="1" y="820"/>
                  </a:cubicBezTo>
                  <a:cubicBezTo>
                    <a:pt x="1" y="1072"/>
                    <a:pt x="190" y="1261"/>
                    <a:pt x="442" y="1261"/>
                  </a:cubicBezTo>
                  <a:lnTo>
                    <a:pt x="977" y="1261"/>
                  </a:lnTo>
                  <a:cubicBezTo>
                    <a:pt x="1135" y="1513"/>
                    <a:pt x="1387" y="1670"/>
                    <a:pt x="1702" y="1670"/>
                  </a:cubicBezTo>
                  <a:lnTo>
                    <a:pt x="12477" y="1670"/>
                  </a:lnTo>
                  <a:cubicBezTo>
                    <a:pt x="12792" y="1670"/>
                    <a:pt x="13044" y="1513"/>
                    <a:pt x="13170" y="1261"/>
                  </a:cubicBezTo>
                  <a:lnTo>
                    <a:pt x="13737" y="1261"/>
                  </a:lnTo>
                  <a:cubicBezTo>
                    <a:pt x="13957" y="1261"/>
                    <a:pt x="14178" y="1072"/>
                    <a:pt x="14178" y="820"/>
                  </a:cubicBezTo>
                  <a:cubicBezTo>
                    <a:pt x="14178" y="631"/>
                    <a:pt x="13957" y="442"/>
                    <a:pt x="13737" y="442"/>
                  </a:cubicBezTo>
                  <a:lnTo>
                    <a:pt x="13170" y="442"/>
                  </a:lnTo>
                  <a:cubicBezTo>
                    <a:pt x="13044" y="190"/>
                    <a:pt x="12792" y="1"/>
                    <a:pt x="124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83"/>
            <p:cNvSpPr/>
            <p:nvPr/>
          </p:nvSpPr>
          <p:spPr>
            <a:xfrm>
              <a:off x="-9958475" y="3180025"/>
              <a:ext cx="354450" cy="42550"/>
            </a:xfrm>
            <a:custGeom>
              <a:avLst/>
              <a:gdLst/>
              <a:ahLst/>
              <a:cxnLst/>
              <a:rect l="l" t="t" r="r" b="b"/>
              <a:pathLst>
                <a:path w="14178" h="1702" extrusionOk="0">
                  <a:moveTo>
                    <a:pt x="1702" y="0"/>
                  </a:moveTo>
                  <a:cubicBezTo>
                    <a:pt x="1387" y="0"/>
                    <a:pt x="1135" y="158"/>
                    <a:pt x="977" y="441"/>
                  </a:cubicBezTo>
                  <a:lnTo>
                    <a:pt x="442" y="441"/>
                  </a:lnTo>
                  <a:cubicBezTo>
                    <a:pt x="190" y="441"/>
                    <a:pt x="1" y="630"/>
                    <a:pt x="1" y="819"/>
                  </a:cubicBezTo>
                  <a:cubicBezTo>
                    <a:pt x="1" y="1040"/>
                    <a:pt x="190" y="1260"/>
                    <a:pt x="442" y="1260"/>
                  </a:cubicBezTo>
                  <a:lnTo>
                    <a:pt x="977" y="1260"/>
                  </a:lnTo>
                  <a:cubicBezTo>
                    <a:pt x="1135" y="1512"/>
                    <a:pt x="1387" y="1701"/>
                    <a:pt x="1702" y="1701"/>
                  </a:cubicBezTo>
                  <a:lnTo>
                    <a:pt x="12477" y="1701"/>
                  </a:lnTo>
                  <a:cubicBezTo>
                    <a:pt x="12792" y="1701"/>
                    <a:pt x="13044" y="1544"/>
                    <a:pt x="13170" y="1260"/>
                  </a:cubicBezTo>
                  <a:lnTo>
                    <a:pt x="13737" y="1260"/>
                  </a:lnTo>
                  <a:cubicBezTo>
                    <a:pt x="13957" y="1260"/>
                    <a:pt x="14178" y="1071"/>
                    <a:pt x="14178" y="819"/>
                  </a:cubicBezTo>
                  <a:cubicBezTo>
                    <a:pt x="14178" y="599"/>
                    <a:pt x="13957" y="441"/>
                    <a:pt x="13737" y="441"/>
                  </a:cubicBezTo>
                  <a:lnTo>
                    <a:pt x="13170" y="441"/>
                  </a:lnTo>
                  <a:cubicBezTo>
                    <a:pt x="13044" y="189"/>
                    <a:pt x="12792" y="0"/>
                    <a:pt x="12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83"/>
            <p:cNvSpPr/>
            <p:nvPr/>
          </p:nvSpPr>
          <p:spPr>
            <a:xfrm>
              <a:off x="-9916725" y="3243025"/>
              <a:ext cx="270175" cy="228425"/>
            </a:xfrm>
            <a:custGeom>
              <a:avLst/>
              <a:gdLst/>
              <a:ahLst/>
              <a:cxnLst/>
              <a:rect l="l" t="t" r="r" b="b"/>
              <a:pathLst>
                <a:path w="10807" h="9137" extrusionOk="0">
                  <a:moveTo>
                    <a:pt x="7940" y="820"/>
                  </a:moveTo>
                  <a:cubicBezTo>
                    <a:pt x="8160" y="820"/>
                    <a:pt x="8349" y="1040"/>
                    <a:pt x="8349" y="1261"/>
                  </a:cubicBezTo>
                  <a:cubicBezTo>
                    <a:pt x="8349" y="1513"/>
                    <a:pt x="8160" y="1670"/>
                    <a:pt x="7940" y="1670"/>
                  </a:cubicBezTo>
                  <a:lnTo>
                    <a:pt x="2962" y="1670"/>
                  </a:lnTo>
                  <a:cubicBezTo>
                    <a:pt x="2741" y="1670"/>
                    <a:pt x="2521" y="1450"/>
                    <a:pt x="2521" y="1261"/>
                  </a:cubicBezTo>
                  <a:cubicBezTo>
                    <a:pt x="2521" y="1040"/>
                    <a:pt x="2741" y="820"/>
                    <a:pt x="2962" y="820"/>
                  </a:cubicBezTo>
                  <a:close/>
                  <a:moveTo>
                    <a:pt x="6270" y="2489"/>
                  </a:moveTo>
                  <a:cubicBezTo>
                    <a:pt x="6459" y="2489"/>
                    <a:pt x="6680" y="2679"/>
                    <a:pt x="6680" y="2931"/>
                  </a:cubicBezTo>
                  <a:cubicBezTo>
                    <a:pt x="6680" y="3151"/>
                    <a:pt x="6459" y="3340"/>
                    <a:pt x="6270" y="3340"/>
                  </a:cubicBezTo>
                  <a:lnTo>
                    <a:pt x="3781" y="3340"/>
                  </a:lnTo>
                  <a:cubicBezTo>
                    <a:pt x="3561" y="3340"/>
                    <a:pt x="3403" y="3151"/>
                    <a:pt x="3403" y="2931"/>
                  </a:cubicBezTo>
                  <a:cubicBezTo>
                    <a:pt x="3403" y="2679"/>
                    <a:pt x="3592" y="2489"/>
                    <a:pt x="3781" y="2489"/>
                  </a:cubicBezTo>
                  <a:close/>
                  <a:moveTo>
                    <a:pt x="7940" y="4128"/>
                  </a:moveTo>
                  <a:cubicBezTo>
                    <a:pt x="8160" y="4128"/>
                    <a:pt x="8349" y="4348"/>
                    <a:pt x="8349" y="4569"/>
                  </a:cubicBezTo>
                  <a:cubicBezTo>
                    <a:pt x="8349" y="4789"/>
                    <a:pt x="8160" y="5010"/>
                    <a:pt x="7940" y="5010"/>
                  </a:cubicBezTo>
                  <a:lnTo>
                    <a:pt x="2962" y="5010"/>
                  </a:lnTo>
                  <a:cubicBezTo>
                    <a:pt x="2741" y="5010"/>
                    <a:pt x="2521" y="4789"/>
                    <a:pt x="2521" y="4569"/>
                  </a:cubicBezTo>
                  <a:cubicBezTo>
                    <a:pt x="2521" y="4348"/>
                    <a:pt x="2741" y="4128"/>
                    <a:pt x="2962" y="4128"/>
                  </a:cubicBezTo>
                  <a:close/>
                  <a:moveTo>
                    <a:pt x="6312" y="5826"/>
                  </a:moveTo>
                  <a:cubicBezTo>
                    <a:pt x="6490" y="5826"/>
                    <a:pt x="6680" y="6005"/>
                    <a:pt x="6680" y="6239"/>
                  </a:cubicBezTo>
                  <a:cubicBezTo>
                    <a:pt x="6680" y="6459"/>
                    <a:pt x="6459" y="6617"/>
                    <a:pt x="6270" y="6617"/>
                  </a:cubicBezTo>
                  <a:lnTo>
                    <a:pt x="3781" y="6617"/>
                  </a:lnTo>
                  <a:cubicBezTo>
                    <a:pt x="3561" y="6617"/>
                    <a:pt x="3403" y="6428"/>
                    <a:pt x="3403" y="6239"/>
                  </a:cubicBezTo>
                  <a:cubicBezTo>
                    <a:pt x="3403" y="5987"/>
                    <a:pt x="3592" y="5829"/>
                    <a:pt x="3781" y="5829"/>
                  </a:cubicBezTo>
                  <a:lnTo>
                    <a:pt x="6270" y="5829"/>
                  </a:lnTo>
                  <a:cubicBezTo>
                    <a:pt x="6284" y="5827"/>
                    <a:pt x="6298" y="5826"/>
                    <a:pt x="6312" y="5826"/>
                  </a:cubicBezTo>
                  <a:close/>
                  <a:moveTo>
                    <a:pt x="7940" y="7436"/>
                  </a:moveTo>
                  <a:cubicBezTo>
                    <a:pt x="8160" y="7436"/>
                    <a:pt x="8349" y="7656"/>
                    <a:pt x="8349" y="7877"/>
                  </a:cubicBezTo>
                  <a:cubicBezTo>
                    <a:pt x="8349" y="8129"/>
                    <a:pt x="8160" y="8286"/>
                    <a:pt x="7940" y="8286"/>
                  </a:cubicBezTo>
                  <a:lnTo>
                    <a:pt x="2962" y="8286"/>
                  </a:lnTo>
                  <a:cubicBezTo>
                    <a:pt x="2741" y="8286"/>
                    <a:pt x="2521" y="8066"/>
                    <a:pt x="2521" y="7877"/>
                  </a:cubicBezTo>
                  <a:cubicBezTo>
                    <a:pt x="2521" y="7656"/>
                    <a:pt x="2741" y="7436"/>
                    <a:pt x="2962" y="7436"/>
                  </a:cubicBezTo>
                  <a:close/>
                  <a:moveTo>
                    <a:pt x="1" y="1"/>
                  </a:moveTo>
                  <a:lnTo>
                    <a:pt x="1" y="5388"/>
                  </a:lnTo>
                  <a:cubicBezTo>
                    <a:pt x="1" y="5545"/>
                    <a:pt x="95" y="5703"/>
                    <a:pt x="253" y="5766"/>
                  </a:cubicBezTo>
                  <a:lnTo>
                    <a:pt x="1166" y="6239"/>
                  </a:lnTo>
                  <a:lnTo>
                    <a:pt x="253" y="6711"/>
                  </a:lnTo>
                  <a:cubicBezTo>
                    <a:pt x="127" y="6743"/>
                    <a:pt x="1" y="6900"/>
                    <a:pt x="1" y="7058"/>
                  </a:cubicBezTo>
                  <a:lnTo>
                    <a:pt x="1" y="9137"/>
                  </a:lnTo>
                  <a:lnTo>
                    <a:pt x="10807" y="9137"/>
                  </a:lnTo>
                  <a:lnTo>
                    <a:pt x="10807" y="3750"/>
                  </a:lnTo>
                  <a:cubicBezTo>
                    <a:pt x="10807" y="3592"/>
                    <a:pt x="10712" y="3435"/>
                    <a:pt x="10555" y="3403"/>
                  </a:cubicBezTo>
                  <a:lnTo>
                    <a:pt x="9673" y="2931"/>
                  </a:lnTo>
                  <a:lnTo>
                    <a:pt x="10555" y="2458"/>
                  </a:lnTo>
                  <a:cubicBezTo>
                    <a:pt x="10712" y="2363"/>
                    <a:pt x="10807" y="2237"/>
                    <a:pt x="10807" y="2080"/>
                  </a:cubicBezTo>
                  <a:lnTo>
                    <a:pt x="10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6" name="Google Shape;2356;p83"/>
          <p:cNvGrpSpPr/>
          <p:nvPr/>
        </p:nvGrpSpPr>
        <p:grpSpPr>
          <a:xfrm>
            <a:off x="7309141" y="3898519"/>
            <a:ext cx="360175" cy="358423"/>
            <a:chOff x="-9961625" y="4048175"/>
            <a:chExt cx="357600" cy="355825"/>
          </a:xfrm>
        </p:grpSpPr>
        <p:sp>
          <p:nvSpPr>
            <p:cNvPr id="2357" name="Google Shape;2357;p83"/>
            <p:cNvSpPr/>
            <p:nvPr/>
          </p:nvSpPr>
          <p:spPr>
            <a:xfrm>
              <a:off x="-9958475" y="4048175"/>
              <a:ext cx="64625" cy="62650"/>
            </a:xfrm>
            <a:custGeom>
              <a:avLst/>
              <a:gdLst/>
              <a:ahLst/>
              <a:cxnLst/>
              <a:rect l="l" t="t" r="r" b="b"/>
              <a:pathLst>
                <a:path w="2585" h="2506" extrusionOk="0">
                  <a:moveTo>
                    <a:pt x="442" y="0"/>
                  </a:moveTo>
                  <a:cubicBezTo>
                    <a:pt x="339" y="0"/>
                    <a:pt x="237" y="40"/>
                    <a:pt x="158" y="119"/>
                  </a:cubicBezTo>
                  <a:cubicBezTo>
                    <a:pt x="1" y="339"/>
                    <a:pt x="1" y="560"/>
                    <a:pt x="158" y="717"/>
                  </a:cubicBezTo>
                  <a:lnTo>
                    <a:pt x="1828" y="2387"/>
                  </a:lnTo>
                  <a:cubicBezTo>
                    <a:pt x="1923" y="2466"/>
                    <a:pt x="2033" y="2505"/>
                    <a:pt x="2139" y="2505"/>
                  </a:cubicBezTo>
                  <a:cubicBezTo>
                    <a:pt x="2246" y="2505"/>
                    <a:pt x="2348" y="2466"/>
                    <a:pt x="2427" y="2387"/>
                  </a:cubicBezTo>
                  <a:cubicBezTo>
                    <a:pt x="2584" y="2229"/>
                    <a:pt x="2584" y="1946"/>
                    <a:pt x="2427" y="1788"/>
                  </a:cubicBezTo>
                  <a:lnTo>
                    <a:pt x="725" y="119"/>
                  </a:lnTo>
                  <a:cubicBezTo>
                    <a:pt x="647" y="40"/>
                    <a:pt x="544" y="0"/>
                    <a:pt x="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83"/>
            <p:cNvSpPr/>
            <p:nvPr/>
          </p:nvSpPr>
          <p:spPr>
            <a:xfrm>
              <a:off x="-9873400" y="4048775"/>
              <a:ext cx="21275" cy="63025"/>
            </a:xfrm>
            <a:custGeom>
              <a:avLst/>
              <a:gdLst/>
              <a:ahLst/>
              <a:cxnLst/>
              <a:rect l="l" t="t" r="r" b="b"/>
              <a:pathLst>
                <a:path w="851" h="252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079"/>
                  </a:lnTo>
                  <a:cubicBezTo>
                    <a:pt x="0" y="2300"/>
                    <a:pt x="221" y="2520"/>
                    <a:pt x="410" y="2520"/>
                  </a:cubicBezTo>
                  <a:cubicBezTo>
                    <a:pt x="630" y="2520"/>
                    <a:pt x="851" y="2300"/>
                    <a:pt x="851" y="2079"/>
                  </a:cubicBezTo>
                  <a:lnTo>
                    <a:pt x="851" y="410"/>
                  </a:lnTo>
                  <a:cubicBezTo>
                    <a:pt x="851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83"/>
            <p:cNvSpPr/>
            <p:nvPr/>
          </p:nvSpPr>
          <p:spPr>
            <a:xfrm>
              <a:off x="-9957675" y="4133050"/>
              <a:ext cx="63025" cy="19700"/>
            </a:xfrm>
            <a:custGeom>
              <a:avLst/>
              <a:gdLst/>
              <a:ahLst/>
              <a:cxnLst/>
              <a:rect l="l" t="t" r="r" b="b"/>
              <a:pathLst>
                <a:path w="2521" h="788" extrusionOk="0">
                  <a:moveTo>
                    <a:pt x="441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41" y="788"/>
                  </a:cubicBezTo>
                  <a:lnTo>
                    <a:pt x="2111" y="788"/>
                  </a:lnTo>
                  <a:cubicBezTo>
                    <a:pt x="2363" y="788"/>
                    <a:pt x="2521" y="599"/>
                    <a:pt x="2521" y="410"/>
                  </a:cubicBezTo>
                  <a:cubicBezTo>
                    <a:pt x="2521" y="158"/>
                    <a:pt x="2332" y="0"/>
                    <a:pt x="21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83"/>
            <p:cNvSpPr/>
            <p:nvPr/>
          </p:nvSpPr>
          <p:spPr>
            <a:xfrm>
              <a:off x="-9961625" y="4132250"/>
              <a:ext cx="253650" cy="271750"/>
            </a:xfrm>
            <a:custGeom>
              <a:avLst/>
              <a:gdLst/>
              <a:ahLst/>
              <a:cxnLst/>
              <a:rect l="l" t="t" r="r" b="b"/>
              <a:pathLst>
                <a:path w="10146" h="10870" extrusionOk="0">
                  <a:moveTo>
                    <a:pt x="5357" y="1"/>
                  </a:moveTo>
                  <a:cubicBezTo>
                    <a:pt x="5010" y="1"/>
                    <a:pt x="4727" y="253"/>
                    <a:pt x="4727" y="631"/>
                  </a:cubicBezTo>
                  <a:lnTo>
                    <a:pt x="4727" y="5388"/>
                  </a:lnTo>
                  <a:cubicBezTo>
                    <a:pt x="4727" y="5640"/>
                    <a:pt x="4537" y="5797"/>
                    <a:pt x="4317" y="5797"/>
                  </a:cubicBezTo>
                  <a:cubicBezTo>
                    <a:pt x="4128" y="5797"/>
                    <a:pt x="3907" y="5577"/>
                    <a:pt x="3907" y="5388"/>
                  </a:cubicBezTo>
                  <a:lnTo>
                    <a:pt x="3907" y="1450"/>
                  </a:lnTo>
                  <a:cubicBezTo>
                    <a:pt x="3907" y="1103"/>
                    <a:pt x="3624" y="820"/>
                    <a:pt x="3277" y="820"/>
                  </a:cubicBezTo>
                  <a:cubicBezTo>
                    <a:pt x="2931" y="820"/>
                    <a:pt x="2647" y="1103"/>
                    <a:pt x="2647" y="1450"/>
                  </a:cubicBezTo>
                  <a:lnTo>
                    <a:pt x="2647" y="7940"/>
                  </a:lnTo>
                  <a:lnTo>
                    <a:pt x="1576" y="6900"/>
                  </a:lnTo>
                  <a:cubicBezTo>
                    <a:pt x="1416" y="6740"/>
                    <a:pt x="1176" y="6640"/>
                    <a:pt x="935" y="6640"/>
                  </a:cubicBezTo>
                  <a:cubicBezTo>
                    <a:pt x="748" y="6640"/>
                    <a:pt x="561" y="6700"/>
                    <a:pt x="410" y="6837"/>
                  </a:cubicBezTo>
                  <a:cubicBezTo>
                    <a:pt x="95" y="7121"/>
                    <a:pt x="1" y="7625"/>
                    <a:pt x="284" y="7971"/>
                  </a:cubicBezTo>
                  <a:lnTo>
                    <a:pt x="1734" y="10208"/>
                  </a:lnTo>
                  <a:cubicBezTo>
                    <a:pt x="2049" y="10618"/>
                    <a:pt x="2521" y="10870"/>
                    <a:pt x="3088" y="10870"/>
                  </a:cubicBezTo>
                  <a:lnTo>
                    <a:pt x="8035" y="10870"/>
                  </a:lnTo>
                  <a:cubicBezTo>
                    <a:pt x="9169" y="10870"/>
                    <a:pt x="10114" y="9925"/>
                    <a:pt x="10114" y="8759"/>
                  </a:cubicBezTo>
                  <a:lnTo>
                    <a:pt x="10114" y="4002"/>
                  </a:lnTo>
                  <a:cubicBezTo>
                    <a:pt x="10145" y="3592"/>
                    <a:pt x="9893" y="3309"/>
                    <a:pt x="9515" y="3309"/>
                  </a:cubicBezTo>
                  <a:cubicBezTo>
                    <a:pt x="9169" y="3309"/>
                    <a:pt x="8885" y="3592"/>
                    <a:pt x="8885" y="3939"/>
                  </a:cubicBezTo>
                  <a:lnTo>
                    <a:pt x="8885" y="5388"/>
                  </a:lnTo>
                  <a:cubicBezTo>
                    <a:pt x="8885" y="5640"/>
                    <a:pt x="8696" y="5797"/>
                    <a:pt x="8507" y="5797"/>
                  </a:cubicBezTo>
                  <a:cubicBezTo>
                    <a:pt x="8255" y="5797"/>
                    <a:pt x="8066" y="5577"/>
                    <a:pt x="8066" y="5388"/>
                  </a:cubicBezTo>
                  <a:lnTo>
                    <a:pt x="8066" y="1450"/>
                  </a:lnTo>
                  <a:cubicBezTo>
                    <a:pt x="8066" y="1103"/>
                    <a:pt x="7782" y="820"/>
                    <a:pt x="7436" y="820"/>
                  </a:cubicBezTo>
                  <a:cubicBezTo>
                    <a:pt x="7089" y="820"/>
                    <a:pt x="6806" y="1103"/>
                    <a:pt x="6806" y="1450"/>
                  </a:cubicBezTo>
                  <a:lnTo>
                    <a:pt x="6806" y="5388"/>
                  </a:lnTo>
                  <a:cubicBezTo>
                    <a:pt x="6806" y="5640"/>
                    <a:pt x="6617" y="5797"/>
                    <a:pt x="6428" y="5797"/>
                  </a:cubicBezTo>
                  <a:cubicBezTo>
                    <a:pt x="6176" y="5797"/>
                    <a:pt x="5987" y="5577"/>
                    <a:pt x="5987" y="5388"/>
                  </a:cubicBezTo>
                  <a:lnTo>
                    <a:pt x="5987" y="631"/>
                  </a:lnTo>
                  <a:cubicBezTo>
                    <a:pt x="5987" y="284"/>
                    <a:pt x="5703" y="1"/>
                    <a:pt x="53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83"/>
            <p:cNvSpPr/>
            <p:nvPr/>
          </p:nvSpPr>
          <p:spPr>
            <a:xfrm>
              <a:off x="-9791500" y="4069250"/>
              <a:ext cx="31550" cy="66175"/>
            </a:xfrm>
            <a:custGeom>
              <a:avLst/>
              <a:gdLst/>
              <a:ahLst/>
              <a:cxnLst/>
              <a:rect l="l" t="t" r="r" b="b"/>
              <a:pathLst>
                <a:path w="1262" h="2647" extrusionOk="0">
                  <a:moveTo>
                    <a:pt x="631" y="0"/>
                  </a:moveTo>
                  <a:cubicBezTo>
                    <a:pt x="284" y="0"/>
                    <a:pt x="1" y="252"/>
                    <a:pt x="1" y="630"/>
                  </a:cubicBezTo>
                  <a:lnTo>
                    <a:pt x="1" y="2647"/>
                  </a:lnTo>
                  <a:cubicBezTo>
                    <a:pt x="190" y="2552"/>
                    <a:pt x="410" y="2489"/>
                    <a:pt x="631" y="2489"/>
                  </a:cubicBezTo>
                  <a:cubicBezTo>
                    <a:pt x="883" y="2521"/>
                    <a:pt x="1072" y="2552"/>
                    <a:pt x="1261" y="2647"/>
                  </a:cubicBezTo>
                  <a:lnTo>
                    <a:pt x="1261" y="630"/>
                  </a:lnTo>
                  <a:cubicBezTo>
                    <a:pt x="1261" y="284"/>
                    <a:pt x="977" y="0"/>
                    <a:pt x="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83"/>
            <p:cNvSpPr/>
            <p:nvPr/>
          </p:nvSpPr>
          <p:spPr>
            <a:xfrm>
              <a:off x="-9740300" y="4049550"/>
              <a:ext cx="136275" cy="268600"/>
            </a:xfrm>
            <a:custGeom>
              <a:avLst/>
              <a:gdLst/>
              <a:ahLst/>
              <a:cxnLst/>
              <a:rect l="l" t="t" r="r" b="b"/>
              <a:pathLst>
                <a:path w="5451" h="10744" extrusionOk="0">
                  <a:moveTo>
                    <a:pt x="631" y="1"/>
                  </a:moveTo>
                  <a:cubicBezTo>
                    <a:pt x="284" y="1"/>
                    <a:pt x="1" y="253"/>
                    <a:pt x="1" y="631"/>
                  </a:cubicBezTo>
                  <a:lnTo>
                    <a:pt x="1" y="5955"/>
                  </a:lnTo>
                  <a:cubicBezTo>
                    <a:pt x="190" y="5860"/>
                    <a:pt x="410" y="5797"/>
                    <a:pt x="631" y="5797"/>
                  </a:cubicBezTo>
                  <a:cubicBezTo>
                    <a:pt x="1418" y="5797"/>
                    <a:pt x="2080" y="6428"/>
                    <a:pt x="2080" y="7247"/>
                  </a:cubicBezTo>
                  <a:lnTo>
                    <a:pt x="2080" y="10744"/>
                  </a:lnTo>
                  <a:lnTo>
                    <a:pt x="3309" y="10744"/>
                  </a:lnTo>
                  <a:cubicBezTo>
                    <a:pt x="4443" y="10744"/>
                    <a:pt x="5388" y="9799"/>
                    <a:pt x="5388" y="8664"/>
                  </a:cubicBezTo>
                  <a:lnTo>
                    <a:pt x="5388" y="3876"/>
                  </a:lnTo>
                  <a:cubicBezTo>
                    <a:pt x="5451" y="3592"/>
                    <a:pt x="5167" y="3309"/>
                    <a:pt x="4821" y="3309"/>
                  </a:cubicBezTo>
                  <a:cubicBezTo>
                    <a:pt x="4443" y="3309"/>
                    <a:pt x="4191" y="3592"/>
                    <a:pt x="4191" y="3939"/>
                  </a:cubicBezTo>
                  <a:lnTo>
                    <a:pt x="4191" y="5388"/>
                  </a:lnTo>
                  <a:cubicBezTo>
                    <a:pt x="4191" y="5640"/>
                    <a:pt x="3970" y="5797"/>
                    <a:pt x="3781" y="5797"/>
                  </a:cubicBezTo>
                  <a:cubicBezTo>
                    <a:pt x="3561" y="5797"/>
                    <a:pt x="3340" y="5577"/>
                    <a:pt x="3340" y="5388"/>
                  </a:cubicBezTo>
                  <a:lnTo>
                    <a:pt x="3340" y="1450"/>
                  </a:lnTo>
                  <a:cubicBezTo>
                    <a:pt x="3340" y="1103"/>
                    <a:pt x="3088" y="820"/>
                    <a:pt x="2710" y="820"/>
                  </a:cubicBezTo>
                  <a:cubicBezTo>
                    <a:pt x="2364" y="820"/>
                    <a:pt x="2080" y="1103"/>
                    <a:pt x="2080" y="1450"/>
                  </a:cubicBezTo>
                  <a:lnTo>
                    <a:pt x="2080" y="5388"/>
                  </a:lnTo>
                  <a:cubicBezTo>
                    <a:pt x="2080" y="5640"/>
                    <a:pt x="1891" y="5797"/>
                    <a:pt x="1702" y="5797"/>
                  </a:cubicBezTo>
                  <a:cubicBezTo>
                    <a:pt x="1450" y="5797"/>
                    <a:pt x="1261" y="5577"/>
                    <a:pt x="1261" y="5388"/>
                  </a:cubicBezTo>
                  <a:lnTo>
                    <a:pt x="1261" y="631"/>
                  </a:lnTo>
                  <a:cubicBezTo>
                    <a:pt x="1261" y="284"/>
                    <a:pt x="977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3" name="Google Shape;2363;p83"/>
          <p:cNvGrpSpPr/>
          <p:nvPr/>
        </p:nvGrpSpPr>
        <p:grpSpPr>
          <a:xfrm>
            <a:off x="6770452" y="1843632"/>
            <a:ext cx="313365" cy="355476"/>
            <a:chOff x="-13056975" y="3212300"/>
            <a:chExt cx="311125" cy="352900"/>
          </a:xfrm>
        </p:grpSpPr>
        <p:sp>
          <p:nvSpPr>
            <p:cNvPr id="2364" name="Google Shape;2364;p83"/>
            <p:cNvSpPr/>
            <p:nvPr/>
          </p:nvSpPr>
          <p:spPr>
            <a:xfrm>
              <a:off x="-12972700" y="3273750"/>
              <a:ext cx="144950" cy="229225"/>
            </a:xfrm>
            <a:custGeom>
              <a:avLst/>
              <a:gdLst/>
              <a:ahLst/>
              <a:cxnLst/>
              <a:rect l="l" t="t" r="r" b="b"/>
              <a:pathLst>
                <a:path w="5798" h="9169" extrusionOk="0">
                  <a:moveTo>
                    <a:pt x="0" y="0"/>
                  </a:moveTo>
                  <a:lnTo>
                    <a:pt x="0" y="819"/>
                  </a:lnTo>
                  <a:lnTo>
                    <a:pt x="851" y="819"/>
                  </a:lnTo>
                  <a:lnTo>
                    <a:pt x="851" y="8538"/>
                  </a:lnTo>
                  <a:lnTo>
                    <a:pt x="788" y="8538"/>
                  </a:lnTo>
                  <a:cubicBezTo>
                    <a:pt x="1071" y="8696"/>
                    <a:pt x="1355" y="8853"/>
                    <a:pt x="1639" y="8948"/>
                  </a:cubicBezTo>
                  <a:lnTo>
                    <a:pt x="1639" y="851"/>
                  </a:lnTo>
                  <a:lnTo>
                    <a:pt x="2458" y="851"/>
                  </a:lnTo>
                  <a:lnTo>
                    <a:pt x="2458" y="9137"/>
                  </a:lnTo>
                  <a:cubicBezTo>
                    <a:pt x="2615" y="9137"/>
                    <a:pt x="2741" y="9168"/>
                    <a:pt x="2899" y="9168"/>
                  </a:cubicBezTo>
                  <a:cubicBezTo>
                    <a:pt x="3056" y="9168"/>
                    <a:pt x="3151" y="9137"/>
                    <a:pt x="3308" y="9137"/>
                  </a:cubicBezTo>
                  <a:lnTo>
                    <a:pt x="3308" y="851"/>
                  </a:lnTo>
                  <a:lnTo>
                    <a:pt x="4159" y="851"/>
                  </a:lnTo>
                  <a:lnTo>
                    <a:pt x="4159" y="8948"/>
                  </a:lnTo>
                  <a:cubicBezTo>
                    <a:pt x="4411" y="8822"/>
                    <a:pt x="4695" y="8696"/>
                    <a:pt x="4978" y="8538"/>
                  </a:cubicBezTo>
                  <a:lnTo>
                    <a:pt x="4978" y="819"/>
                  </a:lnTo>
                  <a:lnTo>
                    <a:pt x="5797" y="819"/>
                  </a:lnTo>
                  <a:lnTo>
                    <a:pt x="5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83"/>
            <p:cNvSpPr/>
            <p:nvPr/>
          </p:nvSpPr>
          <p:spPr>
            <a:xfrm>
              <a:off x="-12808875" y="3212300"/>
              <a:ext cx="63025" cy="278075"/>
            </a:xfrm>
            <a:custGeom>
              <a:avLst/>
              <a:gdLst/>
              <a:ahLst/>
              <a:cxnLst/>
              <a:rect l="l" t="t" r="r" b="b"/>
              <a:pathLst>
                <a:path w="2521" h="11123" extrusionOk="0">
                  <a:moveTo>
                    <a:pt x="1261" y="1"/>
                  </a:moveTo>
                  <a:cubicBezTo>
                    <a:pt x="599" y="1"/>
                    <a:pt x="0" y="568"/>
                    <a:pt x="0" y="1230"/>
                  </a:cubicBezTo>
                  <a:lnTo>
                    <a:pt x="0" y="5514"/>
                  </a:lnTo>
                  <a:cubicBezTo>
                    <a:pt x="0" y="5672"/>
                    <a:pt x="32" y="5829"/>
                    <a:pt x="158" y="5987"/>
                  </a:cubicBezTo>
                  <a:cubicBezTo>
                    <a:pt x="536" y="6617"/>
                    <a:pt x="788" y="7310"/>
                    <a:pt x="851" y="8003"/>
                  </a:cubicBezTo>
                  <a:cubicBezTo>
                    <a:pt x="945" y="8759"/>
                    <a:pt x="756" y="9452"/>
                    <a:pt x="347" y="10114"/>
                  </a:cubicBezTo>
                  <a:lnTo>
                    <a:pt x="1607" y="11122"/>
                  </a:lnTo>
                  <a:cubicBezTo>
                    <a:pt x="2174" y="10208"/>
                    <a:pt x="2521" y="9137"/>
                    <a:pt x="2521" y="8003"/>
                  </a:cubicBezTo>
                  <a:cubicBezTo>
                    <a:pt x="2489" y="7026"/>
                    <a:pt x="2174" y="6113"/>
                    <a:pt x="1702" y="5294"/>
                  </a:cubicBezTo>
                  <a:lnTo>
                    <a:pt x="1702" y="4979"/>
                  </a:lnTo>
                  <a:lnTo>
                    <a:pt x="1702" y="2395"/>
                  </a:lnTo>
                  <a:lnTo>
                    <a:pt x="1891" y="2301"/>
                  </a:lnTo>
                  <a:cubicBezTo>
                    <a:pt x="2269" y="2049"/>
                    <a:pt x="2521" y="1671"/>
                    <a:pt x="2521" y="1230"/>
                  </a:cubicBezTo>
                  <a:cubicBezTo>
                    <a:pt x="2521" y="568"/>
                    <a:pt x="1954" y="1"/>
                    <a:pt x="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83"/>
            <p:cNvSpPr/>
            <p:nvPr/>
          </p:nvSpPr>
          <p:spPr>
            <a:xfrm>
              <a:off x="-13056975" y="3212300"/>
              <a:ext cx="63025" cy="278075"/>
            </a:xfrm>
            <a:custGeom>
              <a:avLst/>
              <a:gdLst/>
              <a:ahLst/>
              <a:cxnLst/>
              <a:rect l="l" t="t" r="r" b="b"/>
              <a:pathLst>
                <a:path w="2521" h="11123" extrusionOk="0">
                  <a:moveTo>
                    <a:pt x="1260" y="1"/>
                  </a:moveTo>
                  <a:cubicBezTo>
                    <a:pt x="567" y="1"/>
                    <a:pt x="0" y="568"/>
                    <a:pt x="0" y="1230"/>
                  </a:cubicBezTo>
                  <a:cubicBezTo>
                    <a:pt x="32" y="1671"/>
                    <a:pt x="284" y="2112"/>
                    <a:pt x="662" y="2301"/>
                  </a:cubicBezTo>
                  <a:lnTo>
                    <a:pt x="851" y="2427"/>
                  </a:lnTo>
                  <a:lnTo>
                    <a:pt x="851" y="4979"/>
                  </a:lnTo>
                  <a:lnTo>
                    <a:pt x="851" y="5294"/>
                  </a:lnTo>
                  <a:cubicBezTo>
                    <a:pt x="378" y="6113"/>
                    <a:pt x="63" y="7026"/>
                    <a:pt x="32" y="8003"/>
                  </a:cubicBezTo>
                  <a:cubicBezTo>
                    <a:pt x="32" y="9137"/>
                    <a:pt x="378" y="10208"/>
                    <a:pt x="945" y="11122"/>
                  </a:cubicBezTo>
                  <a:lnTo>
                    <a:pt x="2206" y="10145"/>
                  </a:lnTo>
                  <a:cubicBezTo>
                    <a:pt x="1859" y="9515"/>
                    <a:pt x="1639" y="8791"/>
                    <a:pt x="1702" y="8035"/>
                  </a:cubicBezTo>
                  <a:lnTo>
                    <a:pt x="1702" y="8003"/>
                  </a:lnTo>
                  <a:cubicBezTo>
                    <a:pt x="1733" y="7279"/>
                    <a:pt x="1954" y="6585"/>
                    <a:pt x="2363" y="5987"/>
                  </a:cubicBezTo>
                  <a:cubicBezTo>
                    <a:pt x="2458" y="5829"/>
                    <a:pt x="2521" y="5672"/>
                    <a:pt x="2521" y="5514"/>
                  </a:cubicBezTo>
                  <a:lnTo>
                    <a:pt x="2521" y="1230"/>
                  </a:lnTo>
                  <a:cubicBezTo>
                    <a:pt x="2521" y="568"/>
                    <a:pt x="1954" y="1"/>
                    <a:pt x="1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83"/>
            <p:cNvSpPr/>
            <p:nvPr/>
          </p:nvSpPr>
          <p:spPr>
            <a:xfrm>
              <a:off x="-13020750" y="3483250"/>
              <a:ext cx="240250" cy="81950"/>
            </a:xfrm>
            <a:custGeom>
              <a:avLst/>
              <a:gdLst/>
              <a:ahLst/>
              <a:cxnLst/>
              <a:rect l="l" t="t" r="r" b="b"/>
              <a:pathLst>
                <a:path w="9610" h="3278" extrusionOk="0">
                  <a:moveTo>
                    <a:pt x="1261" y="1"/>
                  </a:moveTo>
                  <a:lnTo>
                    <a:pt x="0" y="977"/>
                  </a:lnTo>
                  <a:cubicBezTo>
                    <a:pt x="1103" y="2395"/>
                    <a:pt x="2867" y="3277"/>
                    <a:pt x="4821" y="3277"/>
                  </a:cubicBezTo>
                  <a:cubicBezTo>
                    <a:pt x="6743" y="3277"/>
                    <a:pt x="8475" y="2363"/>
                    <a:pt x="9610" y="977"/>
                  </a:cubicBezTo>
                  <a:lnTo>
                    <a:pt x="8349" y="1"/>
                  </a:lnTo>
                  <a:cubicBezTo>
                    <a:pt x="7530" y="946"/>
                    <a:pt x="6270" y="1639"/>
                    <a:pt x="4821" y="1639"/>
                  </a:cubicBezTo>
                  <a:cubicBezTo>
                    <a:pt x="3466" y="1639"/>
                    <a:pt x="2143" y="1009"/>
                    <a:pt x="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8" name="Google Shape;2368;p83"/>
          <p:cNvGrpSpPr/>
          <p:nvPr/>
        </p:nvGrpSpPr>
        <p:grpSpPr>
          <a:xfrm>
            <a:off x="5151050" y="2404553"/>
            <a:ext cx="358588" cy="355325"/>
            <a:chOff x="-13077450" y="3647075"/>
            <a:chExt cx="356025" cy="352750"/>
          </a:xfrm>
        </p:grpSpPr>
        <p:sp>
          <p:nvSpPr>
            <p:cNvPr id="2369" name="Google Shape;2369;p83"/>
            <p:cNvSpPr/>
            <p:nvPr/>
          </p:nvSpPr>
          <p:spPr>
            <a:xfrm>
              <a:off x="-13014450" y="3708500"/>
              <a:ext cx="104000" cy="145750"/>
            </a:xfrm>
            <a:custGeom>
              <a:avLst/>
              <a:gdLst/>
              <a:ahLst/>
              <a:cxnLst/>
              <a:rect l="l" t="t" r="r" b="b"/>
              <a:pathLst>
                <a:path w="4160" h="5830" extrusionOk="0">
                  <a:moveTo>
                    <a:pt x="2899" y="820"/>
                  </a:moveTo>
                  <a:cubicBezTo>
                    <a:pt x="3151" y="820"/>
                    <a:pt x="3309" y="1041"/>
                    <a:pt x="3309" y="1261"/>
                  </a:cubicBezTo>
                  <a:cubicBezTo>
                    <a:pt x="3309" y="1513"/>
                    <a:pt x="3088" y="1671"/>
                    <a:pt x="2899" y="1671"/>
                  </a:cubicBezTo>
                  <a:lnTo>
                    <a:pt x="1198" y="1671"/>
                  </a:lnTo>
                  <a:cubicBezTo>
                    <a:pt x="977" y="1671"/>
                    <a:pt x="788" y="1482"/>
                    <a:pt x="788" y="1261"/>
                  </a:cubicBezTo>
                  <a:cubicBezTo>
                    <a:pt x="788" y="1041"/>
                    <a:pt x="977" y="820"/>
                    <a:pt x="1198" y="820"/>
                  </a:cubicBezTo>
                  <a:close/>
                  <a:moveTo>
                    <a:pt x="2899" y="2490"/>
                  </a:moveTo>
                  <a:cubicBezTo>
                    <a:pt x="3151" y="2490"/>
                    <a:pt x="3309" y="2679"/>
                    <a:pt x="3309" y="2868"/>
                  </a:cubicBezTo>
                  <a:cubicBezTo>
                    <a:pt x="3309" y="3151"/>
                    <a:pt x="3088" y="3309"/>
                    <a:pt x="2899" y="3309"/>
                  </a:cubicBezTo>
                  <a:lnTo>
                    <a:pt x="1198" y="3309"/>
                  </a:lnTo>
                  <a:cubicBezTo>
                    <a:pt x="977" y="3309"/>
                    <a:pt x="788" y="3120"/>
                    <a:pt x="788" y="2868"/>
                  </a:cubicBezTo>
                  <a:cubicBezTo>
                    <a:pt x="788" y="2647"/>
                    <a:pt x="977" y="2490"/>
                    <a:pt x="1198" y="2490"/>
                  </a:cubicBezTo>
                  <a:close/>
                  <a:moveTo>
                    <a:pt x="2899" y="4191"/>
                  </a:moveTo>
                  <a:cubicBezTo>
                    <a:pt x="3151" y="4191"/>
                    <a:pt x="3309" y="4380"/>
                    <a:pt x="3309" y="4632"/>
                  </a:cubicBezTo>
                  <a:cubicBezTo>
                    <a:pt x="3309" y="4821"/>
                    <a:pt x="3088" y="5010"/>
                    <a:pt x="2899" y="5010"/>
                  </a:cubicBezTo>
                  <a:lnTo>
                    <a:pt x="1198" y="5010"/>
                  </a:lnTo>
                  <a:cubicBezTo>
                    <a:pt x="977" y="5010"/>
                    <a:pt x="788" y="4821"/>
                    <a:pt x="788" y="4632"/>
                  </a:cubicBezTo>
                  <a:cubicBezTo>
                    <a:pt x="788" y="4380"/>
                    <a:pt x="977" y="4191"/>
                    <a:pt x="1198" y="4191"/>
                  </a:cubicBezTo>
                  <a:close/>
                  <a:moveTo>
                    <a:pt x="1" y="1"/>
                  </a:moveTo>
                  <a:lnTo>
                    <a:pt x="1" y="5829"/>
                  </a:lnTo>
                  <a:lnTo>
                    <a:pt x="4159" y="5829"/>
                  </a:lnTo>
                  <a:lnTo>
                    <a:pt x="4159" y="1261"/>
                  </a:lnTo>
                  <a:cubicBezTo>
                    <a:pt x="4128" y="600"/>
                    <a:pt x="3561" y="1"/>
                    <a:pt x="28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83"/>
            <p:cNvSpPr/>
            <p:nvPr/>
          </p:nvSpPr>
          <p:spPr>
            <a:xfrm>
              <a:off x="-12890800" y="3708500"/>
              <a:ext cx="104775" cy="145750"/>
            </a:xfrm>
            <a:custGeom>
              <a:avLst/>
              <a:gdLst/>
              <a:ahLst/>
              <a:cxnLst/>
              <a:rect l="l" t="t" r="r" b="b"/>
              <a:pathLst>
                <a:path w="4191" h="5830" extrusionOk="0">
                  <a:moveTo>
                    <a:pt x="2931" y="820"/>
                  </a:moveTo>
                  <a:cubicBezTo>
                    <a:pt x="3151" y="852"/>
                    <a:pt x="3340" y="1041"/>
                    <a:pt x="3340" y="1261"/>
                  </a:cubicBezTo>
                  <a:cubicBezTo>
                    <a:pt x="3340" y="1513"/>
                    <a:pt x="3151" y="1671"/>
                    <a:pt x="2931" y="1671"/>
                  </a:cubicBezTo>
                  <a:lnTo>
                    <a:pt x="1230" y="1671"/>
                  </a:lnTo>
                  <a:cubicBezTo>
                    <a:pt x="1009" y="1671"/>
                    <a:pt x="820" y="1482"/>
                    <a:pt x="820" y="1261"/>
                  </a:cubicBezTo>
                  <a:cubicBezTo>
                    <a:pt x="820" y="1041"/>
                    <a:pt x="1040" y="820"/>
                    <a:pt x="1230" y="820"/>
                  </a:cubicBezTo>
                  <a:close/>
                  <a:moveTo>
                    <a:pt x="2931" y="2490"/>
                  </a:moveTo>
                  <a:cubicBezTo>
                    <a:pt x="3151" y="2490"/>
                    <a:pt x="3340" y="2679"/>
                    <a:pt x="3340" y="2868"/>
                  </a:cubicBezTo>
                  <a:cubicBezTo>
                    <a:pt x="3340" y="3151"/>
                    <a:pt x="3151" y="3309"/>
                    <a:pt x="2931" y="3309"/>
                  </a:cubicBezTo>
                  <a:lnTo>
                    <a:pt x="1230" y="3309"/>
                  </a:lnTo>
                  <a:cubicBezTo>
                    <a:pt x="1009" y="3309"/>
                    <a:pt x="820" y="3120"/>
                    <a:pt x="820" y="2868"/>
                  </a:cubicBezTo>
                  <a:cubicBezTo>
                    <a:pt x="820" y="2647"/>
                    <a:pt x="1040" y="2490"/>
                    <a:pt x="1230" y="2490"/>
                  </a:cubicBezTo>
                  <a:close/>
                  <a:moveTo>
                    <a:pt x="2931" y="4191"/>
                  </a:moveTo>
                  <a:cubicBezTo>
                    <a:pt x="3151" y="4191"/>
                    <a:pt x="3340" y="4380"/>
                    <a:pt x="3340" y="4632"/>
                  </a:cubicBezTo>
                  <a:cubicBezTo>
                    <a:pt x="3340" y="4821"/>
                    <a:pt x="3151" y="5010"/>
                    <a:pt x="2931" y="5010"/>
                  </a:cubicBezTo>
                  <a:lnTo>
                    <a:pt x="1230" y="5010"/>
                  </a:lnTo>
                  <a:cubicBezTo>
                    <a:pt x="1009" y="5010"/>
                    <a:pt x="820" y="4821"/>
                    <a:pt x="820" y="4632"/>
                  </a:cubicBezTo>
                  <a:cubicBezTo>
                    <a:pt x="820" y="4380"/>
                    <a:pt x="1040" y="4191"/>
                    <a:pt x="1230" y="4191"/>
                  </a:cubicBezTo>
                  <a:close/>
                  <a:moveTo>
                    <a:pt x="1261" y="1"/>
                  </a:moveTo>
                  <a:cubicBezTo>
                    <a:pt x="568" y="1"/>
                    <a:pt x="1" y="600"/>
                    <a:pt x="1" y="1261"/>
                  </a:cubicBezTo>
                  <a:lnTo>
                    <a:pt x="1" y="5829"/>
                  </a:lnTo>
                  <a:lnTo>
                    <a:pt x="4191" y="5829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83"/>
            <p:cNvSpPr/>
            <p:nvPr/>
          </p:nvSpPr>
          <p:spPr>
            <a:xfrm>
              <a:off x="-13077450" y="3647075"/>
              <a:ext cx="356025" cy="352750"/>
            </a:xfrm>
            <a:custGeom>
              <a:avLst/>
              <a:gdLst/>
              <a:ahLst/>
              <a:cxnLst/>
              <a:rect l="l" t="t" r="r" b="b"/>
              <a:pathLst>
                <a:path w="14241" h="14110" extrusionOk="0">
                  <a:moveTo>
                    <a:pt x="12130" y="1670"/>
                  </a:moveTo>
                  <a:cubicBezTo>
                    <a:pt x="12350" y="1670"/>
                    <a:pt x="12508" y="1891"/>
                    <a:pt x="12508" y="2080"/>
                  </a:cubicBezTo>
                  <a:lnTo>
                    <a:pt x="12508" y="8727"/>
                  </a:lnTo>
                  <a:lnTo>
                    <a:pt x="12476" y="8727"/>
                  </a:lnTo>
                  <a:cubicBezTo>
                    <a:pt x="12476" y="8979"/>
                    <a:pt x="12287" y="9168"/>
                    <a:pt x="12067" y="9168"/>
                  </a:cubicBezTo>
                  <a:lnTo>
                    <a:pt x="2111" y="9168"/>
                  </a:lnTo>
                  <a:cubicBezTo>
                    <a:pt x="1890" y="9168"/>
                    <a:pt x="1733" y="8979"/>
                    <a:pt x="1733" y="8727"/>
                  </a:cubicBezTo>
                  <a:lnTo>
                    <a:pt x="1733" y="2080"/>
                  </a:lnTo>
                  <a:cubicBezTo>
                    <a:pt x="1733" y="1828"/>
                    <a:pt x="1922" y="1670"/>
                    <a:pt x="2111" y="1670"/>
                  </a:cubicBezTo>
                  <a:lnTo>
                    <a:pt x="5450" y="1670"/>
                  </a:lnTo>
                  <a:cubicBezTo>
                    <a:pt x="6144" y="1670"/>
                    <a:pt x="6711" y="1985"/>
                    <a:pt x="7120" y="2521"/>
                  </a:cubicBezTo>
                  <a:cubicBezTo>
                    <a:pt x="7498" y="1985"/>
                    <a:pt x="8097" y="1670"/>
                    <a:pt x="8790" y="1670"/>
                  </a:cubicBezTo>
                  <a:close/>
                  <a:moveTo>
                    <a:pt x="1260" y="1"/>
                  </a:moveTo>
                  <a:cubicBezTo>
                    <a:pt x="567" y="1"/>
                    <a:pt x="0" y="536"/>
                    <a:pt x="0" y="1229"/>
                  </a:cubicBezTo>
                  <a:lnTo>
                    <a:pt x="0" y="9547"/>
                  </a:lnTo>
                  <a:cubicBezTo>
                    <a:pt x="0" y="10240"/>
                    <a:pt x="536" y="10775"/>
                    <a:pt x="1260" y="10775"/>
                  </a:cubicBezTo>
                  <a:lnTo>
                    <a:pt x="6238" y="10775"/>
                  </a:lnTo>
                  <a:lnTo>
                    <a:pt x="4285" y="13422"/>
                  </a:lnTo>
                  <a:cubicBezTo>
                    <a:pt x="4159" y="13611"/>
                    <a:pt x="4159" y="13863"/>
                    <a:pt x="4348" y="14020"/>
                  </a:cubicBezTo>
                  <a:cubicBezTo>
                    <a:pt x="4439" y="14059"/>
                    <a:pt x="4531" y="14082"/>
                    <a:pt x="4617" y="14082"/>
                  </a:cubicBezTo>
                  <a:cubicBezTo>
                    <a:pt x="4740" y="14082"/>
                    <a:pt x="4854" y="14036"/>
                    <a:pt x="4946" y="13926"/>
                  </a:cubicBezTo>
                  <a:lnTo>
                    <a:pt x="6679" y="11594"/>
                  </a:lnTo>
                  <a:lnTo>
                    <a:pt x="6679" y="12855"/>
                  </a:lnTo>
                  <a:cubicBezTo>
                    <a:pt x="6679" y="13107"/>
                    <a:pt x="6900" y="13296"/>
                    <a:pt x="7120" y="13296"/>
                  </a:cubicBezTo>
                  <a:cubicBezTo>
                    <a:pt x="7341" y="13296"/>
                    <a:pt x="7561" y="13107"/>
                    <a:pt x="7561" y="12855"/>
                  </a:cubicBezTo>
                  <a:lnTo>
                    <a:pt x="7561" y="11594"/>
                  </a:lnTo>
                  <a:lnTo>
                    <a:pt x="9294" y="13926"/>
                  </a:lnTo>
                  <a:cubicBezTo>
                    <a:pt x="9352" y="14041"/>
                    <a:pt x="9480" y="14109"/>
                    <a:pt x="9614" y="14109"/>
                  </a:cubicBezTo>
                  <a:cubicBezTo>
                    <a:pt x="9700" y="14109"/>
                    <a:pt x="9788" y="14082"/>
                    <a:pt x="9861" y="14020"/>
                  </a:cubicBezTo>
                  <a:cubicBezTo>
                    <a:pt x="10082" y="13894"/>
                    <a:pt x="10113" y="13611"/>
                    <a:pt x="9956" y="13422"/>
                  </a:cubicBezTo>
                  <a:lnTo>
                    <a:pt x="8002" y="10775"/>
                  </a:lnTo>
                  <a:lnTo>
                    <a:pt x="12980" y="10775"/>
                  </a:lnTo>
                  <a:cubicBezTo>
                    <a:pt x="13673" y="10775"/>
                    <a:pt x="14240" y="10240"/>
                    <a:pt x="14240" y="9547"/>
                  </a:cubicBezTo>
                  <a:lnTo>
                    <a:pt x="14240" y="1229"/>
                  </a:lnTo>
                  <a:cubicBezTo>
                    <a:pt x="14114" y="536"/>
                    <a:pt x="13579" y="1"/>
                    <a:pt x="128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2" name="Google Shape;2372;p83"/>
          <p:cNvGrpSpPr/>
          <p:nvPr/>
        </p:nvGrpSpPr>
        <p:grpSpPr>
          <a:xfrm>
            <a:off x="5696352" y="2947578"/>
            <a:ext cx="357002" cy="357037"/>
            <a:chOff x="-13079025" y="4079475"/>
            <a:chExt cx="354450" cy="354450"/>
          </a:xfrm>
        </p:grpSpPr>
        <p:sp>
          <p:nvSpPr>
            <p:cNvPr id="2373" name="Google Shape;2373;p83"/>
            <p:cNvSpPr/>
            <p:nvPr/>
          </p:nvSpPr>
          <p:spPr>
            <a:xfrm>
              <a:off x="-13004200" y="4079475"/>
              <a:ext cx="207150" cy="63050"/>
            </a:xfrm>
            <a:custGeom>
              <a:avLst/>
              <a:gdLst/>
              <a:ahLst/>
              <a:cxnLst/>
              <a:rect l="l" t="t" r="r" b="b"/>
              <a:pathLst>
                <a:path w="8286" h="2522" extrusionOk="0">
                  <a:moveTo>
                    <a:pt x="4159" y="1"/>
                  </a:moveTo>
                  <a:cubicBezTo>
                    <a:pt x="1859" y="1"/>
                    <a:pt x="0" y="568"/>
                    <a:pt x="0" y="1261"/>
                  </a:cubicBezTo>
                  <a:cubicBezTo>
                    <a:pt x="0" y="1986"/>
                    <a:pt x="1859" y="2521"/>
                    <a:pt x="4159" y="2521"/>
                  </a:cubicBezTo>
                  <a:cubicBezTo>
                    <a:pt x="6427" y="2521"/>
                    <a:pt x="8286" y="1986"/>
                    <a:pt x="8286" y="1261"/>
                  </a:cubicBezTo>
                  <a:cubicBezTo>
                    <a:pt x="8286" y="568"/>
                    <a:pt x="6427" y="1"/>
                    <a:pt x="41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83"/>
            <p:cNvSpPr/>
            <p:nvPr/>
          </p:nvSpPr>
          <p:spPr>
            <a:xfrm>
              <a:off x="-13079025" y="4303175"/>
              <a:ext cx="354450" cy="130750"/>
            </a:xfrm>
            <a:custGeom>
              <a:avLst/>
              <a:gdLst/>
              <a:ahLst/>
              <a:cxnLst/>
              <a:rect l="l" t="t" r="r" b="b"/>
              <a:pathLst>
                <a:path w="14178" h="5230" extrusionOk="0">
                  <a:moveTo>
                    <a:pt x="2773" y="0"/>
                  </a:moveTo>
                  <a:cubicBezTo>
                    <a:pt x="1040" y="536"/>
                    <a:pt x="0" y="1355"/>
                    <a:pt x="0" y="2331"/>
                  </a:cubicBezTo>
                  <a:cubicBezTo>
                    <a:pt x="0" y="4222"/>
                    <a:pt x="3686" y="5230"/>
                    <a:pt x="7057" y="5230"/>
                  </a:cubicBezTo>
                  <a:cubicBezTo>
                    <a:pt x="10460" y="5230"/>
                    <a:pt x="14114" y="4222"/>
                    <a:pt x="14114" y="2331"/>
                  </a:cubicBezTo>
                  <a:cubicBezTo>
                    <a:pt x="14177" y="1355"/>
                    <a:pt x="13169" y="567"/>
                    <a:pt x="11436" y="0"/>
                  </a:cubicBezTo>
                  <a:lnTo>
                    <a:pt x="11247" y="1985"/>
                  </a:lnTo>
                  <a:cubicBezTo>
                    <a:pt x="11216" y="2993"/>
                    <a:pt x="9830" y="3560"/>
                    <a:pt x="7089" y="3560"/>
                  </a:cubicBezTo>
                  <a:cubicBezTo>
                    <a:pt x="5577" y="3560"/>
                    <a:pt x="2962" y="3371"/>
                    <a:pt x="2962" y="1890"/>
                  </a:cubicBezTo>
                  <a:lnTo>
                    <a:pt x="27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83"/>
            <p:cNvSpPr/>
            <p:nvPr/>
          </p:nvSpPr>
          <p:spPr>
            <a:xfrm>
              <a:off x="-12986875" y="4313400"/>
              <a:ext cx="173300" cy="58300"/>
            </a:xfrm>
            <a:custGeom>
              <a:avLst/>
              <a:gdLst/>
              <a:ahLst/>
              <a:cxnLst/>
              <a:rect l="l" t="t" r="r" b="b"/>
              <a:pathLst>
                <a:path w="6932" h="2332" extrusionOk="0">
                  <a:moveTo>
                    <a:pt x="0" y="1"/>
                  </a:moveTo>
                  <a:lnTo>
                    <a:pt x="158" y="1481"/>
                  </a:lnTo>
                  <a:cubicBezTo>
                    <a:pt x="158" y="1954"/>
                    <a:pt x="1638" y="2332"/>
                    <a:pt x="3466" y="2332"/>
                  </a:cubicBezTo>
                  <a:cubicBezTo>
                    <a:pt x="4159" y="2332"/>
                    <a:pt x="6774" y="2206"/>
                    <a:pt x="6774" y="1481"/>
                  </a:cubicBezTo>
                  <a:lnTo>
                    <a:pt x="6931" y="1"/>
                  </a:lnTo>
                  <a:lnTo>
                    <a:pt x="6931" y="1"/>
                  </a:lnTo>
                  <a:cubicBezTo>
                    <a:pt x="5860" y="442"/>
                    <a:pt x="4694" y="662"/>
                    <a:pt x="3466" y="662"/>
                  </a:cubicBezTo>
                  <a:cubicBezTo>
                    <a:pt x="2237" y="662"/>
                    <a:pt x="1040" y="44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83"/>
            <p:cNvSpPr/>
            <p:nvPr/>
          </p:nvSpPr>
          <p:spPr>
            <a:xfrm>
              <a:off x="-13004200" y="4143275"/>
              <a:ext cx="206375" cy="166225"/>
            </a:xfrm>
            <a:custGeom>
              <a:avLst/>
              <a:gdLst/>
              <a:ahLst/>
              <a:cxnLst/>
              <a:rect l="l" t="t" r="r" b="b"/>
              <a:pathLst>
                <a:path w="8255" h="6649" extrusionOk="0">
                  <a:moveTo>
                    <a:pt x="8254" y="1"/>
                  </a:moveTo>
                  <a:lnTo>
                    <a:pt x="8254" y="1"/>
                  </a:lnTo>
                  <a:cubicBezTo>
                    <a:pt x="6994" y="725"/>
                    <a:pt x="4694" y="820"/>
                    <a:pt x="4096" y="820"/>
                  </a:cubicBezTo>
                  <a:cubicBezTo>
                    <a:pt x="3529" y="820"/>
                    <a:pt x="1260" y="788"/>
                    <a:pt x="0" y="32"/>
                  </a:cubicBezTo>
                  <a:lnTo>
                    <a:pt x="0" y="32"/>
                  </a:lnTo>
                  <a:lnTo>
                    <a:pt x="567" y="5892"/>
                  </a:lnTo>
                  <a:cubicBezTo>
                    <a:pt x="1638" y="6365"/>
                    <a:pt x="2836" y="6648"/>
                    <a:pt x="4096" y="6648"/>
                  </a:cubicBezTo>
                  <a:cubicBezTo>
                    <a:pt x="5356" y="6648"/>
                    <a:pt x="6585" y="6365"/>
                    <a:pt x="7656" y="5892"/>
                  </a:cubicBezTo>
                  <a:lnTo>
                    <a:pt x="8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7" name="Google Shape;2377;p83"/>
          <p:cNvGrpSpPr/>
          <p:nvPr/>
        </p:nvGrpSpPr>
        <p:grpSpPr>
          <a:xfrm>
            <a:off x="5718556" y="3439773"/>
            <a:ext cx="312585" cy="355451"/>
            <a:chOff x="-9500075" y="3180800"/>
            <a:chExt cx="310350" cy="352875"/>
          </a:xfrm>
        </p:grpSpPr>
        <p:sp>
          <p:nvSpPr>
            <p:cNvPr id="2378" name="Google Shape;2378;p83"/>
            <p:cNvSpPr/>
            <p:nvPr/>
          </p:nvSpPr>
          <p:spPr>
            <a:xfrm>
              <a:off x="-9429175" y="3332825"/>
              <a:ext cx="82725" cy="55150"/>
            </a:xfrm>
            <a:custGeom>
              <a:avLst/>
              <a:gdLst/>
              <a:ahLst/>
              <a:cxnLst/>
              <a:rect l="l" t="t" r="r" b="b"/>
              <a:pathLst>
                <a:path w="3309" h="2206" extrusionOk="0">
                  <a:moveTo>
                    <a:pt x="1670" y="0"/>
                  </a:moveTo>
                  <a:lnTo>
                    <a:pt x="0" y="2205"/>
                  </a:lnTo>
                  <a:lnTo>
                    <a:pt x="3308" y="2205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83"/>
            <p:cNvSpPr/>
            <p:nvPr/>
          </p:nvSpPr>
          <p:spPr>
            <a:xfrm>
              <a:off x="-9335450" y="3274525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378" y="1"/>
                  </a:moveTo>
                  <a:cubicBezTo>
                    <a:pt x="189" y="1"/>
                    <a:pt x="0" y="190"/>
                    <a:pt x="0" y="379"/>
                  </a:cubicBezTo>
                  <a:cubicBezTo>
                    <a:pt x="0" y="599"/>
                    <a:pt x="189" y="788"/>
                    <a:pt x="378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90"/>
                    <a:pt x="599" y="1"/>
                    <a:pt x="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83"/>
            <p:cNvSpPr/>
            <p:nvPr/>
          </p:nvSpPr>
          <p:spPr>
            <a:xfrm>
              <a:off x="-9330725" y="3351725"/>
              <a:ext cx="62250" cy="36250"/>
            </a:xfrm>
            <a:custGeom>
              <a:avLst/>
              <a:gdLst/>
              <a:ahLst/>
              <a:cxnLst/>
              <a:rect l="l" t="t" r="r" b="b"/>
              <a:pathLst>
                <a:path w="2490" h="1450" extrusionOk="0">
                  <a:moveTo>
                    <a:pt x="1040" y="0"/>
                  </a:moveTo>
                  <a:lnTo>
                    <a:pt x="0" y="977"/>
                  </a:lnTo>
                  <a:lnTo>
                    <a:pt x="410" y="1449"/>
                  </a:lnTo>
                  <a:lnTo>
                    <a:pt x="2489" y="1449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83"/>
            <p:cNvSpPr/>
            <p:nvPr/>
          </p:nvSpPr>
          <p:spPr>
            <a:xfrm>
              <a:off x="-9440200" y="3220975"/>
              <a:ext cx="186675" cy="152025"/>
            </a:xfrm>
            <a:custGeom>
              <a:avLst/>
              <a:gdLst/>
              <a:ahLst/>
              <a:cxnLst/>
              <a:rect l="l" t="t" r="r" b="b"/>
              <a:pathLst>
                <a:path w="7467" h="6081" extrusionOk="0">
                  <a:moveTo>
                    <a:pt x="4568" y="1324"/>
                  </a:moveTo>
                  <a:cubicBezTo>
                    <a:pt x="5261" y="1324"/>
                    <a:pt x="5828" y="1859"/>
                    <a:pt x="5828" y="2552"/>
                  </a:cubicBezTo>
                  <a:cubicBezTo>
                    <a:pt x="5828" y="3214"/>
                    <a:pt x="5293" y="3813"/>
                    <a:pt x="4568" y="3813"/>
                  </a:cubicBezTo>
                  <a:cubicBezTo>
                    <a:pt x="3875" y="3813"/>
                    <a:pt x="3308" y="3245"/>
                    <a:pt x="3308" y="2552"/>
                  </a:cubicBezTo>
                  <a:cubicBezTo>
                    <a:pt x="3308" y="1828"/>
                    <a:pt x="3875" y="1324"/>
                    <a:pt x="4568" y="1324"/>
                  </a:cubicBezTo>
                  <a:close/>
                  <a:moveTo>
                    <a:pt x="0" y="0"/>
                  </a:moveTo>
                  <a:lnTo>
                    <a:pt x="0" y="5860"/>
                  </a:lnTo>
                  <a:lnTo>
                    <a:pt x="1733" y="3529"/>
                  </a:lnTo>
                  <a:cubicBezTo>
                    <a:pt x="1812" y="3434"/>
                    <a:pt x="1945" y="3387"/>
                    <a:pt x="2079" y="3387"/>
                  </a:cubicBezTo>
                  <a:cubicBezTo>
                    <a:pt x="2213" y="3387"/>
                    <a:pt x="2347" y="3434"/>
                    <a:pt x="2426" y="3529"/>
                  </a:cubicBezTo>
                  <a:lnTo>
                    <a:pt x="3907" y="5482"/>
                  </a:lnTo>
                  <a:lnTo>
                    <a:pt x="5104" y="4317"/>
                  </a:lnTo>
                  <a:cubicBezTo>
                    <a:pt x="5183" y="4238"/>
                    <a:pt x="5285" y="4198"/>
                    <a:pt x="5387" y="4198"/>
                  </a:cubicBezTo>
                  <a:cubicBezTo>
                    <a:pt x="5490" y="4198"/>
                    <a:pt x="5592" y="4238"/>
                    <a:pt x="5671" y="4317"/>
                  </a:cubicBezTo>
                  <a:lnTo>
                    <a:pt x="7467" y="6081"/>
                  </a:lnTo>
                  <a:lnTo>
                    <a:pt x="74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83"/>
            <p:cNvSpPr/>
            <p:nvPr/>
          </p:nvSpPr>
          <p:spPr>
            <a:xfrm>
              <a:off x="-9500075" y="3222550"/>
              <a:ext cx="310350" cy="228425"/>
            </a:xfrm>
            <a:custGeom>
              <a:avLst/>
              <a:gdLst/>
              <a:ahLst/>
              <a:cxnLst/>
              <a:rect l="l" t="t" r="r" b="b"/>
              <a:pathLst>
                <a:path w="12414" h="9137" extrusionOk="0">
                  <a:moveTo>
                    <a:pt x="1229" y="0"/>
                  </a:moveTo>
                  <a:cubicBezTo>
                    <a:pt x="568" y="0"/>
                    <a:pt x="1" y="599"/>
                    <a:pt x="1" y="1261"/>
                  </a:cubicBezTo>
                  <a:lnTo>
                    <a:pt x="1" y="7877"/>
                  </a:lnTo>
                  <a:cubicBezTo>
                    <a:pt x="1" y="8538"/>
                    <a:pt x="568" y="9137"/>
                    <a:pt x="1229" y="9137"/>
                  </a:cubicBezTo>
                  <a:lnTo>
                    <a:pt x="11153" y="9137"/>
                  </a:lnTo>
                  <a:cubicBezTo>
                    <a:pt x="11815" y="9137"/>
                    <a:pt x="12414" y="8538"/>
                    <a:pt x="12414" y="7877"/>
                  </a:cubicBezTo>
                  <a:lnTo>
                    <a:pt x="12414" y="1261"/>
                  </a:lnTo>
                  <a:cubicBezTo>
                    <a:pt x="12319" y="536"/>
                    <a:pt x="11784" y="0"/>
                    <a:pt x="11122" y="0"/>
                  </a:cubicBezTo>
                  <a:lnTo>
                    <a:pt x="10712" y="0"/>
                  </a:lnTo>
                  <a:lnTo>
                    <a:pt x="10712" y="7058"/>
                  </a:lnTo>
                  <a:cubicBezTo>
                    <a:pt x="10712" y="7278"/>
                    <a:pt x="10523" y="7436"/>
                    <a:pt x="10334" y="7436"/>
                  </a:cubicBezTo>
                  <a:lnTo>
                    <a:pt x="2048" y="7436"/>
                  </a:lnTo>
                  <a:cubicBezTo>
                    <a:pt x="1828" y="7436"/>
                    <a:pt x="1607" y="7247"/>
                    <a:pt x="1607" y="7058"/>
                  </a:cubicBezTo>
                  <a:lnTo>
                    <a:pt x="16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83"/>
            <p:cNvSpPr/>
            <p:nvPr/>
          </p:nvSpPr>
          <p:spPr>
            <a:xfrm>
              <a:off x="-9398475" y="3180800"/>
              <a:ext cx="103200" cy="21300"/>
            </a:xfrm>
            <a:custGeom>
              <a:avLst/>
              <a:gdLst/>
              <a:ahLst/>
              <a:cxnLst/>
              <a:rect l="l" t="t" r="r" b="b"/>
              <a:pathLst>
                <a:path w="4128" h="852" extrusionOk="0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4128" y="851"/>
                  </a:lnTo>
                  <a:cubicBezTo>
                    <a:pt x="4128" y="379"/>
                    <a:pt x="3781" y="1"/>
                    <a:pt x="33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83"/>
            <p:cNvSpPr/>
            <p:nvPr/>
          </p:nvSpPr>
          <p:spPr>
            <a:xfrm>
              <a:off x="-9460700" y="3471450"/>
              <a:ext cx="41775" cy="62225"/>
            </a:xfrm>
            <a:custGeom>
              <a:avLst/>
              <a:gdLst/>
              <a:ahLst/>
              <a:cxnLst/>
              <a:rect l="l" t="t" r="r" b="b"/>
              <a:pathLst>
                <a:path w="1671" h="2489" extrusionOk="0">
                  <a:moveTo>
                    <a:pt x="1" y="0"/>
                  </a:moveTo>
                  <a:lnTo>
                    <a:pt x="1" y="1670"/>
                  </a:lnTo>
                  <a:cubicBezTo>
                    <a:pt x="1" y="2142"/>
                    <a:pt x="347" y="2489"/>
                    <a:pt x="820" y="2489"/>
                  </a:cubicBezTo>
                  <a:cubicBezTo>
                    <a:pt x="1293" y="2489"/>
                    <a:pt x="1671" y="2142"/>
                    <a:pt x="1671" y="1670"/>
                  </a:cubicBezTo>
                  <a:lnTo>
                    <a:pt x="16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83"/>
            <p:cNvSpPr/>
            <p:nvPr/>
          </p:nvSpPr>
          <p:spPr>
            <a:xfrm>
              <a:off x="-9274800" y="3471450"/>
              <a:ext cx="41750" cy="62225"/>
            </a:xfrm>
            <a:custGeom>
              <a:avLst/>
              <a:gdLst/>
              <a:ahLst/>
              <a:cxnLst/>
              <a:rect l="l" t="t" r="r" b="b"/>
              <a:pathLst>
                <a:path w="1670" h="2489" extrusionOk="0">
                  <a:moveTo>
                    <a:pt x="0" y="0"/>
                  </a:moveTo>
                  <a:lnTo>
                    <a:pt x="0" y="1670"/>
                  </a:lnTo>
                  <a:cubicBezTo>
                    <a:pt x="0" y="2142"/>
                    <a:pt x="378" y="2489"/>
                    <a:pt x="851" y="2489"/>
                  </a:cubicBezTo>
                  <a:cubicBezTo>
                    <a:pt x="1323" y="2489"/>
                    <a:pt x="1670" y="2142"/>
                    <a:pt x="1670" y="1670"/>
                  </a:cubicBezTo>
                  <a:lnTo>
                    <a:pt x="16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83"/>
            <p:cNvSpPr/>
            <p:nvPr/>
          </p:nvSpPr>
          <p:spPr>
            <a:xfrm>
              <a:off x="-9398475" y="3471450"/>
              <a:ext cx="103200" cy="20500"/>
            </a:xfrm>
            <a:custGeom>
              <a:avLst/>
              <a:gdLst/>
              <a:ahLst/>
              <a:cxnLst/>
              <a:rect l="l" t="t" r="r" b="b"/>
              <a:pathLst>
                <a:path w="4128" h="820" extrusionOk="0">
                  <a:moveTo>
                    <a:pt x="1" y="0"/>
                  </a:moveTo>
                  <a:lnTo>
                    <a:pt x="1" y="819"/>
                  </a:lnTo>
                  <a:lnTo>
                    <a:pt x="4128" y="819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7" name="Google Shape;2387;p83"/>
          <p:cNvGrpSpPr/>
          <p:nvPr/>
        </p:nvGrpSpPr>
        <p:grpSpPr>
          <a:xfrm>
            <a:off x="5696731" y="3899608"/>
            <a:ext cx="356221" cy="356257"/>
            <a:chOff x="-9523700" y="3614000"/>
            <a:chExt cx="353675" cy="353675"/>
          </a:xfrm>
        </p:grpSpPr>
        <p:sp>
          <p:nvSpPr>
            <p:cNvPr id="2388" name="Google Shape;2388;p83"/>
            <p:cNvSpPr/>
            <p:nvPr/>
          </p:nvSpPr>
          <p:spPr>
            <a:xfrm>
              <a:off x="-9523700" y="3843975"/>
              <a:ext cx="124475" cy="123700"/>
            </a:xfrm>
            <a:custGeom>
              <a:avLst/>
              <a:gdLst/>
              <a:ahLst/>
              <a:cxnLst/>
              <a:rect l="l" t="t" r="r" b="b"/>
              <a:pathLst>
                <a:path w="4979" h="4948" extrusionOk="0">
                  <a:moveTo>
                    <a:pt x="2489" y="1198"/>
                  </a:moveTo>
                  <a:cubicBezTo>
                    <a:pt x="3151" y="1198"/>
                    <a:pt x="3718" y="1765"/>
                    <a:pt x="3718" y="2427"/>
                  </a:cubicBezTo>
                  <a:cubicBezTo>
                    <a:pt x="3718" y="3088"/>
                    <a:pt x="3151" y="3687"/>
                    <a:pt x="2489" y="3687"/>
                  </a:cubicBezTo>
                  <a:cubicBezTo>
                    <a:pt x="1828" y="3687"/>
                    <a:pt x="1229" y="3151"/>
                    <a:pt x="1229" y="2427"/>
                  </a:cubicBezTo>
                  <a:cubicBezTo>
                    <a:pt x="1229" y="1734"/>
                    <a:pt x="1828" y="1198"/>
                    <a:pt x="2489" y="1198"/>
                  </a:cubicBezTo>
                  <a:close/>
                  <a:moveTo>
                    <a:pt x="2489" y="1"/>
                  </a:moveTo>
                  <a:cubicBezTo>
                    <a:pt x="1103" y="1"/>
                    <a:pt x="1" y="1103"/>
                    <a:pt x="1" y="2458"/>
                  </a:cubicBezTo>
                  <a:cubicBezTo>
                    <a:pt x="1" y="3844"/>
                    <a:pt x="1135" y="4947"/>
                    <a:pt x="2489" y="4947"/>
                  </a:cubicBezTo>
                  <a:cubicBezTo>
                    <a:pt x="3876" y="4947"/>
                    <a:pt x="4978" y="3844"/>
                    <a:pt x="4978" y="2458"/>
                  </a:cubicBezTo>
                  <a:cubicBezTo>
                    <a:pt x="4978" y="1103"/>
                    <a:pt x="3876" y="1"/>
                    <a:pt x="2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83"/>
            <p:cNvSpPr/>
            <p:nvPr/>
          </p:nvSpPr>
          <p:spPr>
            <a:xfrm>
              <a:off x="-9515825" y="3656525"/>
              <a:ext cx="116600" cy="195350"/>
            </a:xfrm>
            <a:custGeom>
              <a:avLst/>
              <a:gdLst/>
              <a:ahLst/>
              <a:cxnLst/>
              <a:rect l="l" t="t" r="r" b="b"/>
              <a:pathLst>
                <a:path w="4664" h="7814" extrusionOk="0">
                  <a:moveTo>
                    <a:pt x="2994" y="1"/>
                  </a:moveTo>
                  <a:cubicBezTo>
                    <a:pt x="2206" y="1"/>
                    <a:pt x="1513" y="536"/>
                    <a:pt x="1387" y="1324"/>
                  </a:cubicBezTo>
                  <a:lnTo>
                    <a:pt x="1" y="7499"/>
                  </a:lnTo>
                  <a:cubicBezTo>
                    <a:pt x="599" y="6963"/>
                    <a:pt x="1355" y="6648"/>
                    <a:pt x="2174" y="6648"/>
                  </a:cubicBezTo>
                  <a:cubicBezTo>
                    <a:pt x="3151" y="6648"/>
                    <a:pt x="4065" y="7089"/>
                    <a:pt x="4663" y="7814"/>
                  </a:cubicBezTo>
                  <a:lnTo>
                    <a:pt x="4663" y="1639"/>
                  </a:lnTo>
                  <a:cubicBezTo>
                    <a:pt x="4663" y="757"/>
                    <a:pt x="3907" y="1"/>
                    <a:pt x="29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83"/>
            <p:cNvSpPr/>
            <p:nvPr/>
          </p:nvSpPr>
          <p:spPr>
            <a:xfrm>
              <a:off x="-9481175" y="3614000"/>
              <a:ext cx="80375" cy="37050"/>
            </a:xfrm>
            <a:custGeom>
              <a:avLst/>
              <a:gdLst/>
              <a:ahLst/>
              <a:cxnLst/>
              <a:rect l="l" t="t" r="r" b="b"/>
              <a:pathLst>
                <a:path w="3215" h="1482" extrusionOk="0">
                  <a:moveTo>
                    <a:pt x="1608" y="0"/>
                  </a:moveTo>
                  <a:cubicBezTo>
                    <a:pt x="788" y="63"/>
                    <a:pt x="127" y="693"/>
                    <a:pt x="1" y="1481"/>
                  </a:cubicBezTo>
                  <a:cubicBezTo>
                    <a:pt x="442" y="1072"/>
                    <a:pt x="1009" y="851"/>
                    <a:pt x="1608" y="851"/>
                  </a:cubicBezTo>
                  <a:cubicBezTo>
                    <a:pt x="2238" y="851"/>
                    <a:pt x="2805" y="1072"/>
                    <a:pt x="3214" y="1481"/>
                  </a:cubicBezTo>
                  <a:cubicBezTo>
                    <a:pt x="3120" y="630"/>
                    <a:pt x="2427" y="0"/>
                    <a:pt x="16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83"/>
            <p:cNvSpPr/>
            <p:nvPr/>
          </p:nvSpPr>
          <p:spPr>
            <a:xfrm>
              <a:off x="-9294500" y="3843975"/>
              <a:ext cx="124475" cy="123700"/>
            </a:xfrm>
            <a:custGeom>
              <a:avLst/>
              <a:gdLst/>
              <a:ahLst/>
              <a:cxnLst/>
              <a:rect l="l" t="t" r="r" b="b"/>
              <a:pathLst>
                <a:path w="4979" h="4948" extrusionOk="0">
                  <a:moveTo>
                    <a:pt x="2489" y="1198"/>
                  </a:moveTo>
                  <a:cubicBezTo>
                    <a:pt x="3151" y="1198"/>
                    <a:pt x="3718" y="1765"/>
                    <a:pt x="3718" y="2427"/>
                  </a:cubicBezTo>
                  <a:cubicBezTo>
                    <a:pt x="3718" y="3088"/>
                    <a:pt x="3151" y="3687"/>
                    <a:pt x="2489" y="3687"/>
                  </a:cubicBezTo>
                  <a:cubicBezTo>
                    <a:pt x="1828" y="3687"/>
                    <a:pt x="1229" y="3151"/>
                    <a:pt x="1229" y="2427"/>
                  </a:cubicBezTo>
                  <a:cubicBezTo>
                    <a:pt x="1229" y="1734"/>
                    <a:pt x="1796" y="1198"/>
                    <a:pt x="2489" y="1198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3"/>
                    <a:pt x="0" y="2458"/>
                  </a:cubicBezTo>
                  <a:cubicBezTo>
                    <a:pt x="0" y="3844"/>
                    <a:pt x="1103" y="4947"/>
                    <a:pt x="2489" y="4947"/>
                  </a:cubicBezTo>
                  <a:cubicBezTo>
                    <a:pt x="3876" y="4947"/>
                    <a:pt x="4978" y="3844"/>
                    <a:pt x="4978" y="2458"/>
                  </a:cubicBezTo>
                  <a:cubicBezTo>
                    <a:pt x="4978" y="1103"/>
                    <a:pt x="3876" y="1"/>
                    <a:pt x="2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83"/>
            <p:cNvSpPr/>
            <p:nvPr/>
          </p:nvSpPr>
          <p:spPr>
            <a:xfrm>
              <a:off x="-9294500" y="3656525"/>
              <a:ext cx="116600" cy="195350"/>
            </a:xfrm>
            <a:custGeom>
              <a:avLst/>
              <a:gdLst/>
              <a:ahLst/>
              <a:cxnLst/>
              <a:rect l="l" t="t" r="r" b="b"/>
              <a:pathLst>
                <a:path w="4664" h="7814" extrusionOk="0">
                  <a:moveTo>
                    <a:pt x="1670" y="1"/>
                  </a:moveTo>
                  <a:cubicBezTo>
                    <a:pt x="757" y="1"/>
                    <a:pt x="0" y="757"/>
                    <a:pt x="0" y="1639"/>
                  </a:cubicBezTo>
                  <a:lnTo>
                    <a:pt x="0" y="7814"/>
                  </a:lnTo>
                  <a:cubicBezTo>
                    <a:pt x="599" y="7089"/>
                    <a:pt x="1513" y="6648"/>
                    <a:pt x="2489" y="6648"/>
                  </a:cubicBezTo>
                  <a:cubicBezTo>
                    <a:pt x="3308" y="6648"/>
                    <a:pt x="4065" y="6963"/>
                    <a:pt x="4663" y="7499"/>
                  </a:cubicBezTo>
                  <a:lnTo>
                    <a:pt x="3277" y="1324"/>
                  </a:lnTo>
                  <a:cubicBezTo>
                    <a:pt x="3119" y="536"/>
                    <a:pt x="2458" y="1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83"/>
            <p:cNvSpPr/>
            <p:nvPr/>
          </p:nvSpPr>
          <p:spPr>
            <a:xfrm>
              <a:off x="-9294500" y="3615575"/>
              <a:ext cx="81150" cy="36250"/>
            </a:xfrm>
            <a:custGeom>
              <a:avLst/>
              <a:gdLst/>
              <a:ahLst/>
              <a:cxnLst/>
              <a:rect l="l" t="t" r="r" b="b"/>
              <a:pathLst>
                <a:path w="3246" h="1450" extrusionOk="0">
                  <a:moveTo>
                    <a:pt x="1639" y="0"/>
                  </a:moveTo>
                  <a:cubicBezTo>
                    <a:pt x="788" y="0"/>
                    <a:pt x="126" y="630"/>
                    <a:pt x="0" y="1450"/>
                  </a:cubicBezTo>
                  <a:cubicBezTo>
                    <a:pt x="442" y="1040"/>
                    <a:pt x="1040" y="820"/>
                    <a:pt x="1639" y="820"/>
                  </a:cubicBezTo>
                  <a:cubicBezTo>
                    <a:pt x="2269" y="820"/>
                    <a:pt x="2804" y="1040"/>
                    <a:pt x="3245" y="1450"/>
                  </a:cubicBezTo>
                  <a:cubicBezTo>
                    <a:pt x="3119" y="599"/>
                    <a:pt x="2458" y="0"/>
                    <a:pt x="16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83"/>
            <p:cNvSpPr/>
            <p:nvPr/>
          </p:nvSpPr>
          <p:spPr>
            <a:xfrm>
              <a:off x="-9378775" y="3822725"/>
              <a:ext cx="63025" cy="41750"/>
            </a:xfrm>
            <a:custGeom>
              <a:avLst/>
              <a:gdLst/>
              <a:ahLst/>
              <a:cxnLst/>
              <a:rect l="l" t="t" r="r" b="b"/>
              <a:pathLst>
                <a:path w="2521" h="1670" extrusionOk="0">
                  <a:moveTo>
                    <a:pt x="0" y="0"/>
                  </a:moveTo>
                  <a:lnTo>
                    <a:pt x="0" y="1670"/>
                  </a:lnTo>
                  <a:lnTo>
                    <a:pt x="2521" y="1670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83"/>
            <p:cNvSpPr/>
            <p:nvPr/>
          </p:nvSpPr>
          <p:spPr>
            <a:xfrm>
              <a:off x="-9336250" y="3739225"/>
              <a:ext cx="21300" cy="63050"/>
            </a:xfrm>
            <a:custGeom>
              <a:avLst/>
              <a:gdLst/>
              <a:ahLst/>
              <a:cxnLst/>
              <a:rect l="l" t="t" r="r" b="b"/>
              <a:pathLst>
                <a:path w="852" h="2522" extrusionOk="0">
                  <a:moveTo>
                    <a:pt x="1" y="1"/>
                  </a:moveTo>
                  <a:lnTo>
                    <a:pt x="1" y="2521"/>
                  </a:lnTo>
                  <a:lnTo>
                    <a:pt x="851" y="2521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83"/>
            <p:cNvSpPr/>
            <p:nvPr/>
          </p:nvSpPr>
          <p:spPr>
            <a:xfrm>
              <a:off x="-9378775" y="3739225"/>
              <a:ext cx="20500" cy="63050"/>
            </a:xfrm>
            <a:custGeom>
              <a:avLst/>
              <a:gdLst/>
              <a:ahLst/>
              <a:cxnLst/>
              <a:rect l="l" t="t" r="r" b="b"/>
              <a:pathLst>
                <a:path w="820" h="2522" extrusionOk="0">
                  <a:moveTo>
                    <a:pt x="0" y="1"/>
                  </a:moveTo>
                  <a:lnTo>
                    <a:pt x="0" y="2521"/>
                  </a:lnTo>
                  <a:lnTo>
                    <a:pt x="820" y="2521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7" name="Google Shape;2397;p83"/>
          <p:cNvGrpSpPr/>
          <p:nvPr/>
        </p:nvGrpSpPr>
        <p:grpSpPr>
          <a:xfrm>
            <a:off x="5696728" y="2415539"/>
            <a:ext cx="356221" cy="333366"/>
            <a:chOff x="-12643475" y="3657325"/>
            <a:chExt cx="353675" cy="330950"/>
          </a:xfrm>
        </p:grpSpPr>
        <p:sp>
          <p:nvSpPr>
            <p:cNvPr id="2398" name="Google Shape;2398;p83"/>
            <p:cNvSpPr/>
            <p:nvPr/>
          </p:nvSpPr>
          <p:spPr>
            <a:xfrm>
              <a:off x="-12580475" y="3719550"/>
              <a:ext cx="19725" cy="19700"/>
            </a:xfrm>
            <a:custGeom>
              <a:avLst/>
              <a:gdLst/>
              <a:ahLst/>
              <a:cxnLst/>
              <a:rect l="l" t="t" r="r" b="b"/>
              <a:pathLst>
                <a:path w="789" h="788" extrusionOk="0">
                  <a:moveTo>
                    <a:pt x="379" y="0"/>
                  </a:moveTo>
                  <a:cubicBezTo>
                    <a:pt x="190" y="0"/>
                    <a:pt x="1" y="189"/>
                    <a:pt x="1" y="410"/>
                  </a:cubicBezTo>
                  <a:cubicBezTo>
                    <a:pt x="1" y="599"/>
                    <a:pt x="190" y="788"/>
                    <a:pt x="379" y="788"/>
                  </a:cubicBezTo>
                  <a:cubicBezTo>
                    <a:pt x="599" y="788"/>
                    <a:pt x="788" y="599"/>
                    <a:pt x="788" y="410"/>
                  </a:cubicBezTo>
                  <a:cubicBezTo>
                    <a:pt x="788" y="189"/>
                    <a:pt x="599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83"/>
            <p:cNvSpPr/>
            <p:nvPr/>
          </p:nvSpPr>
          <p:spPr>
            <a:xfrm>
              <a:off x="-12456800" y="3719550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10" y="788"/>
                  </a:cubicBezTo>
                  <a:cubicBezTo>
                    <a:pt x="630" y="788"/>
                    <a:pt x="788" y="599"/>
                    <a:pt x="788" y="410"/>
                  </a:cubicBezTo>
                  <a:cubicBezTo>
                    <a:pt x="788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83"/>
            <p:cNvSpPr/>
            <p:nvPr/>
          </p:nvSpPr>
          <p:spPr>
            <a:xfrm>
              <a:off x="-12643475" y="3657325"/>
              <a:ext cx="268600" cy="144950"/>
            </a:xfrm>
            <a:custGeom>
              <a:avLst/>
              <a:gdLst/>
              <a:ahLst/>
              <a:cxnLst/>
              <a:rect l="l" t="t" r="r" b="b"/>
              <a:pathLst>
                <a:path w="10744" h="5798" extrusionOk="0">
                  <a:moveTo>
                    <a:pt x="2899" y="1670"/>
                  </a:moveTo>
                  <a:cubicBezTo>
                    <a:pt x="3592" y="1670"/>
                    <a:pt x="4159" y="2205"/>
                    <a:pt x="4159" y="2899"/>
                  </a:cubicBezTo>
                  <a:cubicBezTo>
                    <a:pt x="4159" y="3560"/>
                    <a:pt x="3623" y="4159"/>
                    <a:pt x="2899" y="4159"/>
                  </a:cubicBezTo>
                  <a:cubicBezTo>
                    <a:pt x="2237" y="4159"/>
                    <a:pt x="1639" y="3592"/>
                    <a:pt x="1639" y="2899"/>
                  </a:cubicBezTo>
                  <a:cubicBezTo>
                    <a:pt x="1639" y="2205"/>
                    <a:pt x="2206" y="1670"/>
                    <a:pt x="2899" y="1670"/>
                  </a:cubicBezTo>
                  <a:close/>
                  <a:moveTo>
                    <a:pt x="7877" y="1670"/>
                  </a:moveTo>
                  <a:cubicBezTo>
                    <a:pt x="8538" y="1670"/>
                    <a:pt x="9137" y="2205"/>
                    <a:pt x="9137" y="2899"/>
                  </a:cubicBezTo>
                  <a:cubicBezTo>
                    <a:pt x="9137" y="3560"/>
                    <a:pt x="8570" y="4159"/>
                    <a:pt x="7877" y="4159"/>
                  </a:cubicBezTo>
                  <a:cubicBezTo>
                    <a:pt x="7215" y="4159"/>
                    <a:pt x="6616" y="3592"/>
                    <a:pt x="6616" y="2899"/>
                  </a:cubicBezTo>
                  <a:cubicBezTo>
                    <a:pt x="6616" y="2205"/>
                    <a:pt x="7152" y="1670"/>
                    <a:pt x="7877" y="1670"/>
                  </a:cubicBezTo>
                  <a:close/>
                  <a:moveTo>
                    <a:pt x="2899" y="0"/>
                  </a:moveTo>
                  <a:cubicBezTo>
                    <a:pt x="1292" y="0"/>
                    <a:pt x="32" y="1323"/>
                    <a:pt x="32" y="2899"/>
                  </a:cubicBezTo>
                  <a:cubicBezTo>
                    <a:pt x="0" y="4505"/>
                    <a:pt x="1292" y="5797"/>
                    <a:pt x="2899" y="5797"/>
                  </a:cubicBezTo>
                  <a:cubicBezTo>
                    <a:pt x="3970" y="5797"/>
                    <a:pt x="4884" y="5198"/>
                    <a:pt x="5388" y="4379"/>
                  </a:cubicBezTo>
                  <a:cubicBezTo>
                    <a:pt x="5892" y="5230"/>
                    <a:pt x="6805" y="5797"/>
                    <a:pt x="7877" y="5797"/>
                  </a:cubicBezTo>
                  <a:cubicBezTo>
                    <a:pt x="9483" y="5797"/>
                    <a:pt x="10744" y="4505"/>
                    <a:pt x="10744" y="2899"/>
                  </a:cubicBezTo>
                  <a:cubicBezTo>
                    <a:pt x="10744" y="1260"/>
                    <a:pt x="9452" y="0"/>
                    <a:pt x="7877" y="0"/>
                  </a:cubicBezTo>
                  <a:cubicBezTo>
                    <a:pt x="6805" y="0"/>
                    <a:pt x="5892" y="599"/>
                    <a:pt x="5388" y="1418"/>
                  </a:cubicBezTo>
                  <a:cubicBezTo>
                    <a:pt x="4884" y="567"/>
                    <a:pt x="3970" y="0"/>
                    <a:pt x="28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83"/>
            <p:cNvSpPr/>
            <p:nvPr/>
          </p:nvSpPr>
          <p:spPr>
            <a:xfrm>
              <a:off x="-12581250" y="3905425"/>
              <a:ext cx="62250" cy="20500"/>
            </a:xfrm>
            <a:custGeom>
              <a:avLst/>
              <a:gdLst/>
              <a:ahLst/>
              <a:cxnLst/>
              <a:rect l="l" t="t" r="r" b="b"/>
              <a:pathLst>
                <a:path w="2490" h="820" extrusionOk="0">
                  <a:moveTo>
                    <a:pt x="0" y="0"/>
                  </a:moveTo>
                  <a:lnTo>
                    <a:pt x="0" y="819"/>
                  </a:lnTo>
                  <a:lnTo>
                    <a:pt x="2489" y="819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83"/>
            <p:cNvSpPr/>
            <p:nvPr/>
          </p:nvSpPr>
          <p:spPr>
            <a:xfrm>
              <a:off x="-12643475" y="3802250"/>
              <a:ext cx="269400" cy="185900"/>
            </a:xfrm>
            <a:custGeom>
              <a:avLst/>
              <a:gdLst/>
              <a:ahLst/>
              <a:cxnLst/>
              <a:rect l="l" t="t" r="r" b="b"/>
              <a:pathLst>
                <a:path w="10776" h="7436" extrusionOk="0">
                  <a:moveTo>
                    <a:pt x="7057" y="1670"/>
                  </a:moveTo>
                  <a:cubicBezTo>
                    <a:pt x="7278" y="1670"/>
                    <a:pt x="7436" y="1859"/>
                    <a:pt x="7436" y="2048"/>
                  </a:cubicBezTo>
                  <a:cubicBezTo>
                    <a:pt x="7436" y="2300"/>
                    <a:pt x="7247" y="2489"/>
                    <a:pt x="7057" y="2489"/>
                  </a:cubicBezTo>
                  <a:cubicBezTo>
                    <a:pt x="6805" y="2489"/>
                    <a:pt x="6616" y="2300"/>
                    <a:pt x="6616" y="2048"/>
                  </a:cubicBezTo>
                  <a:cubicBezTo>
                    <a:pt x="6616" y="1859"/>
                    <a:pt x="6805" y="1670"/>
                    <a:pt x="7057" y="1670"/>
                  </a:cubicBezTo>
                  <a:close/>
                  <a:moveTo>
                    <a:pt x="8696" y="1670"/>
                  </a:moveTo>
                  <a:cubicBezTo>
                    <a:pt x="8948" y="1670"/>
                    <a:pt x="9137" y="1859"/>
                    <a:pt x="9137" y="2048"/>
                  </a:cubicBezTo>
                  <a:cubicBezTo>
                    <a:pt x="9137" y="2300"/>
                    <a:pt x="8948" y="2489"/>
                    <a:pt x="8696" y="2489"/>
                  </a:cubicBezTo>
                  <a:cubicBezTo>
                    <a:pt x="8475" y="2489"/>
                    <a:pt x="8318" y="2300"/>
                    <a:pt x="8318" y="2048"/>
                  </a:cubicBezTo>
                  <a:cubicBezTo>
                    <a:pt x="8255" y="1859"/>
                    <a:pt x="8475" y="1670"/>
                    <a:pt x="8696" y="1670"/>
                  </a:cubicBezTo>
                  <a:close/>
                  <a:moveTo>
                    <a:pt x="5388" y="3277"/>
                  </a:moveTo>
                  <a:cubicBezTo>
                    <a:pt x="5640" y="3277"/>
                    <a:pt x="5829" y="3466"/>
                    <a:pt x="5829" y="3686"/>
                  </a:cubicBezTo>
                  <a:lnTo>
                    <a:pt x="5829" y="5356"/>
                  </a:lnTo>
                  <a:cubicBezTo>
                    <a:pt x="5829" y="5608"/>
                    <a:pt x="5640" y="5797"/>
                    <a:pt x="5388" y="5797"/>
                  </a:cubicBezTo>
                  <a:lnTo>
                    <a:pt x="2080" y="5797"/>
                  </a:lnTo>
                  <a:cubicBezTo>
                    <a:pt x="1859" y="5797"/>
                    <a:pt x="1639" y="5608"/>
                    <a:pt x="1639" y="5356"/>
                  </a:cubicBezTo>
                  <a:lnTo>
                    <a:pt x="1639" y="3686"/>
                  </a:lnTo>
                  <a:cubicBezTo>
                    <a:pt x="1639" y="3466"/>
                    <a:pt x="1859" y="3277"/>
                    <a:pt x="2080" y="3277"/>
                  </a:cubicBezTo>
                  <a:close/>
                  <a:moveTo>
                    <a:pt x="5230" y="0"/>
                  </a:moveTo>
                  <a:cubicBezTo>
                    <a:pt x="4600" y="504"/>
                    <a:pt x="3781" y="819"/>
                    <a:pt x="2899" y="819"/>
                  </a:cubicBezTo>
                  <a:cubicBezTo>
                    <a:pt x="2080" y="819"/>
                    <a:pt x="1324" y="536"/>
                    <a:pt x="756" y="126"/>
                  </a:cubicBezTo>
                  <a:cubicBezTo>
                    <a:pt x="315" y="315"/>
                    <a:pt x="32" y="756"/>
                    <a:pt x="32" y="1260"/>
                  </a:cubicBezTo>
                  <a:lnTo>
                    <a:pt x="32" y="6206"/>
                  </a:lnTo>
                  <a:cubicBezTo>
                    <a:pt x="0" y="6900"/>
                    <a:pt x="536" y="7435"/>
                    <a:pt x="1261" y="7435"/>
                  </a:cubicBezTo>
                  <a:lnTo>
                    <a:pt x="9515" y="7435"/>
                  </a:lnTo>
                  <a:cubicBezTo>
                    <a:pt x="10208" y="7435"/>
                    <a:pt x="10775" y="6900"/>
                    <a:pt x="10775" y="6206"/>
                  </a:cubicBezTo>
                  <a:lnTo>
                    <a:pt x="10775" y="1260"/>
                  </a:lnTo>
                  <a:cubicBezTo>
                    <a:pt x="10775" y="756"/>
                    <a:pt x="10460" y="315"/>
                    <a:pt x="10082" y="126"/>
                  </a:cubicBezTo>
                  <a:cubicBezTo>
                    <a:pt x="9452" y="536"/>
                    <a:pt x="8727" y="819"/>
                    <a:pt x="7908" y="819"/>
                  </a:cubicBezTo>
                  <a:cubicBezTo>
                    <a:pt x="7057" y="819"/>
                    <a:pt x="6270" y="504"/>
                    <a:pt x="55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83"/>
            <p:cNvSpPr/>
            <p:nvPr/>
          </p:nvSpPr>
          <p:spPr>
            <a:xfrm>
              <a:off x="-12352850" y="3802125"/>
              <a:ext cx="63050" cy="186150"/>
            </a:xfrm>
            <a:custGeom>
              <a:avLst/>
              <a:gdLst/>
              <a:ahLst/>
              <a:cxnLst/>
              <a:rect l="l" t="t" r="r" b="b"/>
              <a:pathLst>
                <a:path w="2522" h="7446" extrusionOk="0">
                  <a:moveTo>
                    <a:pt x="2092" y="0"/>
                  </a:moveTo>
                  <a:cubicBezTo>
                    <a:pt x="2035" y="0"/>
                    <a:pt x="1976" y="10"/>
                    <a:pt x="1923" y="37"/>
                  </a:cubicBezTo>
                  <a:lnTo>
                    <a:pt x="1" y="982"/>
                  </a:lnTo>
                  <a:lnTo>
                    <a:pt x="1" y="6464"/>
                  </a:lnTo>
                  <a:lnTo>
                    <a:pt x="1923" y="7409"/>
                  </a:lnTo>
                  <a:cubicBezTo>
                    <a:pt x="1976" y="7435"/>
                    <a:pt x="2035" y="7445"/>
                    <a:pt x="2092" y="7445"/>
                  </a:cubicBezTo>
                  <a:cubicBezTo>
                    <a:pt x="2170" y="7445"/>
                    <a:pt x="2246" y="7427"/>
                    <a:pt x="2301" y="7409"/>
                  </a:cubicBezTo>
                  <a:cubicBezTo>
                    <a:pt x="2427" y="7314"/>
                    <a:pt x="2521" y="7220"/>
                    <a:pt x="2521" y="7062"/>
                  </a:cubicBezTo>
                  <a:lnTo>
                    <a:pt x="2521" y="415"/>
                  </a:lnTo>
                  <a:cubicBezTo>
                    <a:pt x="2521" y="257"/>
                    <a:pt x="2427" y="131"/>
                    <a:pt x="2301" y="37"/>
                  </a:cubicBezTo>
                  <a:cubicBezTo>
                    <a:pt x="2246" y="18"/>
                    <a:pt x="2170" y="0"/>
                    <a:pt x="20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4" name="Google Shape;2404;p83"/>
          <p:cNvGrpSpPr/>
          <p:nvPr/>
        </p:nvGrpSpPr>
        <p:grpSpPr>
          <a:xfrm>
            <a:off x="6224065" y="2949564"/>
            <a:ext cx="356221" cy="353059"/>
            <a:chOff x="-12643475" y="4081850"/>
            <a:chExt cx="353675" cy="350500"/>
          </a:xfrm>
        </p:grpSpPr>
        <p:sp>
          <p:nvSpPr>
            <p:cNvPr id="2405" name="Google Shape;2405;p83"/>
            <p:cNvSpPr/>
            <p:nvPr/>
          </p:nvSpPr>
          <p:spPr>
            <a:xfrm>
              <a:off x="-12552125" y="4262400"/>
              <a:ext cx="22875" cy="20125"/>
            </a:xfrm>
            <a:custGeom>
              <a:avLst/>
              <a:gdLst/>
              <a:ahLst/>
              <a:cxnLst/>
              <a:rect l="l" t="t" r="r" b="b"/>
              <a:pathLst>
                <a:path w="915" h="805" extrusionOk="0">
                  <a:moveTo>
                    <a:pt x="458" y="1"/>
                  </a:moveTo>
                  <a:cubicBezTo>
                    <a:pt x="348" y="1"/>
                    <a:pt x="237" y="40"/>
                    <a:pt x="158" y="119"/>
                  </a:cubicBezTo>
                  <a:cubicBezTo>
                    <a:pt x="1" y="276"/>
                    <a:pt x="1" y="528"/>
                    <a:pt x="158" y="686"/>
                  </a:cubicBezTo>
                  <a:cubicBezTo>
                    <a:pt x="237" y="765"/>
                    <a:pt x="348" y="804"/>
                    <a:pt x="458" y="804"/>
                  </a:cubicBezTo>
                  <a:cubicBezTo>
                    <a:pt x="568" y="804"/>
                    <a:pt x="678" y="765"/>
                    <a:pt x="757" y="686"/>
                  </a:cubicBezTo>
                  <a:cubicBezTo>
                    <a:pt x="915" y="528"/>
                    <a:pt x="915" y="276"/>
                    <a:pt x="757" y="119"/>
                  </a:cubicBezTo>
                  <a:cubicBezTo>
                    <a:pt x="678" y="40"/>
                    <a:pt x="568" y="1"/>
                    <a:pt x="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83"/>
            <p:cNvSpPr/>
            <p:nvPr/>
          </p:nvSpPr>
          <p:spPr>
            <a:xfrm>
              <a:off x="-12480450" y="4241725"/>
              <a:ext cx="69350" cy="47275"/>
            </a:xfrm>
            <a:custGeom>
              <a:avLst/>
              <a:gdLst/>
              <a:ahLst/>
              <a:cxnLst/>
              <a:rect l="l" t="t" r="r" b="b"/>
              <a:pathLst>
                <a:path w="2774" h="1891" extrusionOk="0">
                  <a:moveTo>
                    <a:pt x="568" y="1"/>
                  </a:moveTo>
                  <a:lnTo>
                    <a:pt x="1" y="568"/>
                  </a:lnTo>
                  <a:lnTo>
                    <a:pt x="2206" y="1891"/>
                  </a:lnTo>
                  <a:lnTo>
                    <a:pt x="2773" y="1324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83"/>
            <p:cNvSpPr/>
            <p:nvPr/>
          </p:nvSpPr>
          <p:spPr>
            <a:xfrm>
              <a:off x="-12643475" y="4081850"/>
              <a:ext cx="353675" cy="350500"/>
            </a:xfrm>
            <a:custGeom>
              <a:avLst/>
              <a:gdLst/>
              <a:ahLst/>
              <a:cxnLst/>
              <a:rect l="l" t="t" r="r" b="b"/>
              <a:pathLst>
                <a:path w="14147" h="14020" extrusionOk="0">
                  <a:moveTo>
                    <a:pt x="8207" y="3127"/>
                  </a:moveTo>
                  <a:cubicBezTo>
                    <a:pt x="8318" y="3127"/>
                    <a:pt x="8428" y="3166"/>
                    <a:pt x="8507" y="3245"/>
                  </a:cubicBezTo>
                  <a:lnTo>
                    <a:pt x="9105" y="3812"/>
                  </a:lnTo>
                  <a:cubicBezTo>
                    <a:pt x="9263" y="3970"/>
                    <a:pt x="9263" y="4253"/>
                    <a:pt x="9105" y="4411"/>
                  </a:cubicBezTo>
                  <a:cubicBezTo>
                    <a:pt x="9027" y="4490"/>
                    <a:pt x="8916" y="4529"/>
                    <a:pt x="8806" y="4529"/>
                  </a:cubicBezTo>
                  <a:cubicBezTo>
                    <a:pt x="8696" y="4529"/>
                    <a:pt x="8585" y="4490"/>
                    <a:pt x="8507" y="4411"/>
                  </a:cubicBezTo>
                  <a:lnTo>
                    <a:pt x="7908" y="3812"/>
                  </a:lnTo>
                  <a:cubicBezTo>
                    <a:pt x="7751" y="3655"/>
                    <a:pt x="7751" y="3403"/>
                    <a:pt x="7908" y="3245"/>
                  </a:cubicBezTo>
                  <a:cubicBezTo>
                    <a:pt x="7987" y="3166"/>
                    <a:pt x="8097" y="3127"/>
                    <a:pt x="8207" y="3127"/>
                  </a:cubicBezTo>
                  <a:close/>
                  <a:moveTo>
                    <a:pt x="9940" y="4860"/>
                  </a:moveTo>
                  <a:cubicBezTo>
                    <a:pt x="10050" y="4860"/>
                    <a:pt x="10161" y="4899"/>
                    <a:pt x="10239" y="4978"/>
                  </a:cubicBezTo>
                  <a:lnTo>
                    <a:pt x="10838" y="5545"/>
                  </a:lnTo>
                  <a:cubicBezTo>
                    <a:pt x="10996" y="5766"/>
                    <a:pt x="10996" y="5986"/>
                    <a:pt x="10838" y="6144"/>
                  </a:cubicBezTo>
                  <a:cubicBezTo>
                    <a:pt x="10759" y="6222"/>
                    <a:pt x="10649" y="6262"/>
                    <a:pt x="10539" y="6262"/>
                  </a:cubicBezTo>
                  <a:cubicBezTo>
                    <a:pt x="10429" y="6262"/>
                    <a:pt x="10318" y="6222"/>
                    <a:pt x="10239" y="6144"/>
                  </a:cubicBezTo>
                  <a:lnTo>
                    <a:pt x="9641" y="5545"/>
                  </a:lnTo>
                  <a:cubicBezTo>
                    <a:pt x="9483" y="5388"/>
                    <a:pt x="9483" y="5136"/>
                    <a:pt x="9641" y="4978"/>
                  </a:cubicBezTo>
                  <a:cubicBezTo>
                    <a:pt x="9720" y="4899"/>
                    <a:pt x="9830" y="4860"/>
                    <a:pt x="9940" y="4860"/>
                  </a:cubicBezTo>
                  <a:close/>
                  <a:moveTo>
                    <a:pt x="7058" y="5467"/>
                  </a:moveTo>
                  <a:cubicBezTo>
                    <a:pt x="7125" y="5467"/>
                    <a:pt x="7192" y="5481"/>
                    <a:pt x="7247" y="5514"/>
                  </a:cubicBezTo>
                  <a:lnTo>
                    <a:pt x="10145" y="7278"/>
                  </a:lnTo>
                  <a:cubicBezTo>
                    <a:pt x="10397" y="7404"/>
                    <a:pt x="10429" y="7719"/>
                    <a:pt x="10271" y="7908"/>
                  </a:cubicBezTo>
                  <a:lnTo>
                    <a:pt x="7373" y="10838"/>
                  </a:lnTo>
                  <a:cubicBezTo>
                    <a:pt x="7136" y="11074"/>
                    <a:pt x="6821" y="11192"/>
                    <a:pt x="6498" y="11192"/>
                  </a:cubicBezTo>
                  <a:cubicBezTo>
                    <a:pt x="6175" y="11192"/>
                    <a:pt x="5845" y="11074"/>
                    <a:pt x="5577" y="10838"/>
                  </a:cubicBezTo>
                  <a:cubicBezTo>
                    <a:pt x="5104" y="10365"/>
                    <a:pt x="5104" y="9578"/>
                    <a:pt x="5577" y="9074"/>
                  </a:cubicBezTo>
                  <a:cubicBezTo>
                    <a:pt x="5813" y="8837"/>
                    <a:pt x="6144" y="8719"/>
                    <a:pt x="6475" y="8719"/>
                  </a:cubicBezTo>
                  <a:cubicBezTo>
                    <a:pt x="6805" y="8719"/>
                    <a:pt x="7136" y="8837"/>
                    <a:pt x="7373" y="9074"/>
                  </a:cubicBezTo>
                  <a:cubicBezTo>
                    <a:pt x="7467" y="9168"/>
                    <a:pt x="7562" y="9294"/>
                    <a:pt x="7593" y="9420"/>
                  </a:cubicBezTo>
                  <a:lnTo>
                    <a:pt x="8160" y="8853"/>
                  </a:lnTo>
                  <a:lnTo>
                    <a:pt x="5955" y="7561"/>
                  </a:lnTo>
                  <a:lnTo>
                    <a:pt x="5010" y="8507"/>
                  </a:lnTo>
                  <a:cubicBezTo>
                    <a:pt x="4773" y="8743"/>
                    <a:pt x="4458" y="8861"/>
                    <a:pt x="4135" y="8861"/>
                  </a:cubicBezTo>
                  <a:cubicBezTo>
                    <a:pt x="3812" y="8861"/>
                    <a:pt x="3482" y="8743"/>
                    <a:pt x="3214" y="8507"/>
                  </a:cubicBezTo>
                  <a:cubicBezTo>
                    <a:pt x="2741" y="8034"/>
                    <a:pt x="2741" y="7246"/>
                    <a:pt x="3214" y="6742"/>
                  </a:cubicBezTo>
                  <a:cubicBezTo>
                    <a:pt x="3450" y="6506"/>
                    <a:pt x="3781" y="6388"/>
                    <a:pt x="4112" y="6388"/>
                  </a:cubicBezTo>
                  <a:cubicBezTo>
                    <a:pt x="4443" y="6388"/>
                    <a:pt x="4773" y="6506"/>
                    <a:pt x="5010" y="6742"/>
                  </a:cubicBezTo>
                  <a:cubicBezTo>
                    <a:pt x="5104" y="6837"/>
                    <a:pt x="5199" y="6963"/>
                    <a:pt x="5230" y="7089"/>
                  </a:cubicBezTo>
                  <a:lnTo>
                    <a:pt x="6742" y="5577"/>
                  </a:lnTo>
                  <a:cubicBezTo>
                    <a:pt x="6804" y="5515"/>
                    <a:pt x="6932" y="5467"/>
                    <a:pt x="7058" y="5467"/>
                  </a:cubicBezTo>
                  <a:close/>
                  <a:moveTo>
                    <a:pt x="9042" y="0"/>
                  </a:moveTo>
                  <a:cubicBezTo>
                    <a:pt x="8948" y="0"/>
                    <a:pt x="8853" y="32"/>
                    <a:pt x="8790" y="126"/>
                  </a:cubicBezTo>
                  <a:cubicBezTo>
                    <a:pt x="8711" y="205"/>
                    <a:pt x="8601" y="244"/>
                    <a:pt x="8491" y="244"/>
                  </a:cubicBezTo>
                  <a:cubicBezTo>
                    <a:pt x="8381" y="244"/>
                    <a:pt x="8270" y="205"/>
                    <a:pt x="8192" y="126"/>
                  </a:cubicBezTo>
                  <a:cubicBezTo>
                    <a:pt x="8113" y="47"/>
                    <a:pt x="8003" y="8"/>
                    <a:pt x="7892" y="8"/>
                  </a:cubicBezTo>
                  <a:cubicBezTo>
                    <a:pt x="7782" y="8"/>
                    <a:pt x="7672" y="47"/>
                    <a:pt x="7593" y="126"/>
                  </a:cubicBezTo>
                  <a:lnTo>
                    <a:pt x="6490" y="1229"/>
                  </a:lnTo>
                  <a:lnTo>
                    <a:pt x="7373" y="2080"/>
                  </a:lnTo>
                  <a:cubicBezTo>
                    <a:pt x="7530" y="2237"/>
                    <a:pt x="7530" y="2521"/>
                    <a:pt x="7373" y="2678"/>
                  </a:cubicBezTo>
                  <a:cubicBezTo>
                    <a:pt x="7294" y="2757"/>
                    <a:pt x="7184" y="2796"/>
                    <a:pt x="7073" y="2796"/>
                  </a:cubicBezTo>
                  <a:cubicBezTo>
                    <a:pt x="6963" y="2796"/>
                    <a:pt x="6853" y="2757"/>
                    <a:pt x="6774" y="2678"/>
                  </a:cubicBezTo>
                  <a:lnTo>
                    <a:pt x="5892" y="1828"/>
                  </a:lnTo>
                  <a:lnTo>
                    <a:pt x="158" y="7561"/>
                  </a:lnTo>
                  <a:cubicBezTo>
                    <a:pt x="0" y="7719"/>
                    <a:pt x="0" y="8002"/>
                    <a:pt x="158" y="8160"/>
                  </a:cubicBezTo>
                  <a:cubicBezTo>
                    <a:pt x="221" y="8223"/>
                    <a:pt x="284" y="8349"/>
                    <a:pt x="284" y="8444"/>
                  </a:cubicBezTo>
                  <a:cubicBezTo>
                    <a:pt x="284" y="8538"/>
                    <a:pt x="221" y="8633"/>
                    <a:pt x="158" y="8696"/>
                  </a:cubicBezTo>
                  <a:cubicBezTo>
                    <a:pt x="63" y="8790"/>
                    <a:pt x="32" y="8916"/>
                    <a:pt x="32" y="8979"/>
                  </a:cubicBezTo>
                  <a:cubicBezTo>
                    <a:pt x="32" y="9105"/>
                    <a:pt x="63" y="9168"/>
                    <a:pt x="158" y="9263"/>
                  </a:cubicBezTo>
                  <a:lnTo>
                    <a:pt x="756" y="9861"/>
                  </a:lnTo>
                  <a:cubicBezTo>
                    <a:pt x="820" y="9924"/>
                    <a:pt x="946" y="9956"/>
                    <a:pt x="1009" y="9956"/>
                  </a:cubicBezTo>
                  <a:cubicBezTo>
                    <a:pt x="1135" y="9956"/>
                    <a:pt x="1229" y="9924"/>
                    <a:pt x="1292" y="9861"/>
                  </a:cubicBezTo>
                  <a:cubicBezTo>
                    <a:pt x="1371" y="9782"/>
                    <a:pt x="1481" y="9743"/>
                    <a:pt x="1591" y="9743"/>
                  </a:cubicBezTo>
                  <a:cubicBezTo>
                    <a:pt x="1702" y="9743"/>
                    <a:pt x="1812" y="9782"/>
                    <a:pt x="1891" y="9861"/>
                  </a:cubicBezTo>
                  <a:cubicBezTo>
                    <a:pt x="1985" y="9924"/>
                    <a:pt x="2017" y="10050"/>
                    <a:pt x="2017" y="10113"/>
                  </a:cubicBezTo>
                  <a:cubicBezTo>
                    <a:pt x="2017" y="10239"/>
                    <a:pt x="1985" y="10334"/>
                    <a:pt x="1891" y="10397"/>
                  </a:cubicBezTo>
                  <a:cubicBezTo>
                    <a:pt x="1733" y="10554"/>
                    <a:pt x="1733" y="10838"/>
                    <a:pt x="1891" y="10995"/>
                  </a:cubicBezTo>
                  <a:lnTo>
                    <a:pt x="3088" y="12161"/>
                  </a:lnTo>
                  <a:cubicBezTo>
                    <a:pt x="3167" y="12240"/>
                    <a:pt x="3269" y="12279"/>
                    <a:pt x="3371" y="12279"/>
                  </a:cubicBezTo>
                  <a:cubicBezTo>
                    <a:pt x="3474" y="12279"/>
                    <a:pt x="3576" y="12240"/>
                    <a:pt x="3655" y="12161"/>
                  </a:cubicBezTo>
                  <a:cubicBezTo>
                    <a:pt x="3734" y="12082"/>
                    <a:pt x="3844" y="12043"/>
                    <a:pt x="3954" y="12043"/>
                  </a:cubicBezTo>
                  <a:cubicBezTo>
                    <a:pt x="4065" y="12043"/>
                    <a:pt x="4175" y="12082"/>
                    <a:pt x="4254" y="12161"/>
                  </a:cubicBezTo>
                  <a:cubicBezTo>
                    <a:pt x="4411" y="12319"/>
                    <a:pt x="4411" y="12602"/>
                    <a:pt x="4254" y="12760"/>
                  </a:cubicBezTo>
                  <a:cubicBezTo>
                    <a:pt x="4159" y="12854"/>
                    <a:pt x="4128" y="12949"/>
                    <a:pt x="4128" y="13043"/>
                  </a:cubicBezTo>
                  <a:cubicBezTo>
                    <a:pt x="4128" y="13169"/>
                    <a:pt x="4159" y="13232"/>
                    <a:pt x="4254" y="13327"/>
                  </a:cubicBezTo>
                  <a:lnTo>
                    <a:pt x="4852" y="13894"/>
                  </a:lnTo>
                  <a:cubicBezTo>
                    <a:pt x="4915" y="13988"/>
                    <a:pt x="5041" y="14020"/>
                    <a:pt x="5136" y="14020"/>
                  </a:cubicBezTo>
                  <a:cubicBezTo>
                    <a:pt x="5230" y="14020"/>
                    <a:pt x="5325" y="13988"/>
                    <a:pt x="5388" y="13894"/>
                  </a:cubicBezTo>
                  <a:cubicBezTo>
                    <a:pt x="5466" y="13815"/>
                    <a:pt x="5577" y="13776"/>
                    <a:pt x="5687" y="13776"/>
                  </a:cubicBezTo>
                  <a:cubicBezTo>
                    <a:pt x="5797" y="13776"/>
                    <a:pt x="5908" y="13815"/>
                    <a:pt x="5986" y="13894"/>
                  </a:cubicBezTo>
                  <a:cubicBezTo>
                    <a:pt x="6081" y="13988"/>
                    <a:pt x="6175" y="14020"/>
                    <a:pt x="6270" y="14020"/>
                  </a:cubicBezTo>
                  <a:cubicBezTo>
                    <a:pt x="6396" y="14020"/>
                    <a:pt x="6459" y="13988"/>
                    <a:pt x="6553" y="13894"/>
                  </a:cubicBezTo>
                  <a:lnTo>
                    <a:pt x="12287" y="8160"/>
                  </a:lnTo>
                  <a:lnTo>
                    <a:pt x="11437" y="7278"/>
                  </a:lnTo>
                  <a:cubicBezTo>
                    <a:pt x="11248" y="7120"/>
                    <a:pt x="11248" y="6837"/>
                    <a:pt x="11437" y="6711"/>
                  </a:cubicBezTo>
                  <a:cubicBezTo>
                    <a:pt x="11515" y="6632"/>
                    <a:pt x="11618" y="6593"/>
                    <a:pt x="11720" y="6593"/>
                  </a:cubicBezTo>
                  <a:cubicBezTo>
                    <a:pt x="11823" y="6593"/>
                    <a:pt x="11925" y="6632"/>
                    <a:pt x="12004" y="6711"/>
                  </a:cubicBezTo>
                  <a:lnTo>
                    <a:pt x="12886" y="7561"/>
                  </a:lnTo>
                  <a:lnTo>
                    <a:pt x="13989" y="6459"/>
                  </a:lnTo>
                  <a:cubicBezTo>
                    <a:pt x="14146" y="6301"/>
                    <a:pt x="14146" y="6018"/>
                    <a:pt x="13989" y="5860"/>
                  </a:cubicBezTo>
                  <a:cubicBezTo>
                    <a:pt x="13894" y="5797"/>
                    <a:pt x="13863" y="5671"/>
                    <a:pt x="13863" y="5608"/>
                  </a:cubicBezTo>
                  <a:cubicBezTo>
                    <a:pt x="13863" y="5482"/>
                    <a:pt x="13894" y="5388"/>
                    <a:pt x="13989" y="5325"/>
                  </a:cubicBezTo>
                  <a:cubicBezTo>
                    <a:pt x="14115" y="5293"/>
                    <a:pt x="14146" y="5167"/>
                    <a:pt x="14146" y="5041"/>
                  </a:cubicBezTo>
                  <a:cubicBezTo>
                    <a:pt x="14146" y="4915"/>
                    <a:pt x="14115" y="4852"/>
                    <a:pt x="14020" y="4757"/>
                  </a:cubicBezTo>
                  <a:lnTo>
                    <a:pt x="13421" y="4190"/>
                  </a:lnTo>
                  <a:cubicBezTo>
                    <a:pt x="13358" y="4096"/>
                    <a:pt x="13232" y="4064"/>
                    <a:pt x="13138" y="4064"/>
                  </a:cubicBezTo>
                  <a:cubicBezTo>
                    <a:pt x="13075" y="4064"/>
                    <a:pt x="12949" y="4096"/>
                    <a:pt x="12886" y="4190"/>
                  </a:cubicBezTo>
                  <a:cubicBezTo>
                    <a:pt x="12807" y="4269"/>
                    <a:pt x="12697" y="4309"/>
                    <a:pt x="12587" y="4309"/>
                  </a:cubicBezTo>
                  <a:cubicBezTo>
                    <a:pt x="12476" y="4309"/>
                    <a:pt x="12366" y="4269"/>
                    <a:pt x="12287" y="4190"/>
                  </a:cubicBezTo>
                  <a:cubicBezTo>
                    <a:pt x="12193" y="4096"/>
                    <a:pt x="12161" y="3970"/>
                    <a:pt x="12161" y="3907"/>
                  </a:cubicBezTo>
                  <a:cubicBezTo>
                    <a:pt x="12161" y="3781"/>
                    <a:pt x="12193" y="3718"/>
                    <a:pt x="12287" y="3623"/>
                  </a:cubicBezTo>
                  <a:cubicBezTo>
                    <a:pt x="12445" y="3466"/>
                    <a:pt x="12445" y="3182"/>
                    <a:pt x="12287" y="3025"/>
                  </a:cubicBezTo>
                  <a:lnTo>
                    <a:pt x="11090" y="1859"/>
                  </a:lnTo>
                  <a:cubicBezTo>
                    <a:pt x="11011" y="1780"/>
                    <a:pt x="10909" y="1741"/>
                    <a:pt x="10807" y="1741"/>
                  </a:cubicBezTo>
                  <a:cubicBezTo>
                    <a:pt x="10704" y="1741"/>
                    <a:pt x="10602" y="1780"/>
                    <a:pt x="10523" y="1859"/>
                  </a:cubicBezTo>
                  <a:cubicBezTo>
                    <a:pt x="10444" y="1938"/>
                    <a:pt x="10334" y="1977"/>
                    <a:pt x="10224" y="1977"/>
                  </a:cubicBezTo>
                  <a:cubicBezTo>
                    <a:pt x="10113" y="1977"/>
                    <a:pt x="10003" y="1938"/>
                    <a:pt x="9924" y="1859"/>
                  </a:cubicBezTo>
                  <a:cubicBezTo>
                    <a:pt x="9767" y="1701"/>
                    <a:pt x="9767" y="1418"/>
                    <a:pt x="9924" y="1260"/>
                  </a:cubicBezTo>
                  <a:cubicBezTo>
                    <a:pt x="9987" y="1197"/>
                    <a:pt x="10050" y="1071"/>
                    <a:pt x="10050" y="977"/>
                  </a:cubicBezTo>
                  <a:cubicBezTo>
                    <a:pt x="10050" y="882"/>
                    <a:pt x="9987" y="788"/>
                    <a:pt x="9924" y="725"/>
                  </a:cubicBezTo>
                  <a:lnTo>
                    <a:pt x="9326" y="126"/>
                  </a:lnTo>
                  <a:cubicBezTo>
                    <a:pt x="9263" y="32"/>
                    <a:pt x="9137" y="0"/>
                    <a:pt x="9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83"/>
            <p:cNvSpPr/>
            <p:nvPr/>
          </p:nvSpPr>
          <p:spPr>
            <a:xfrm>
              <a:off x="-12493050" y="4319900"/>
              <a:ext cx="22875" cy="20900"/>
            </a:xfrm>
            <a:custGeom>
              <a:avLst/>
              <a:gdLst/>
              <a:ahLst/>
              <a:cxnLst/>
              <a:rect l="l" t="t" r="r" b="b"/>
              <a:pathLst>
                <a:path w="915" h="836" extrusionOk="0">
                  <a:moveTo>
                    <a:pt x="446" y="1"/>
                  </a:moveTo>
                  <a:cubicBezTo>
                    <a:pt x="339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717"/>
                  </a:cubicBezTo>
                  <a:cubicBezTo>
                    <a:pt x="237" y="796"/>
                    <a:pt x="347" y="835"/>
                    <a:pt x="458" y="835"/>
                  </a:cubicBezTo>
                  <a:cubicBezTo>
                    <a:pt x="568" y="835"/>
                    <a:pt x="678" y="796"/>
                    <a:pt x="757" y="717"/>
                  </a:cubicBezTo>
                  <a:cubicBezTo>
                    <a:pt x="914" y="560"/>
                    <a:pt x="914" y="276"/>
                    <a:pt x="757" y="119"/>
                  </a:cubicBezTo>
                  <a:cubicBezTo>
                    <a:pt x="662" y="40"/>
                    <a:pt x="552" y="1"/>
                    <a:pt x="4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9" name="Google Shape;2409;p83"/>
          <p:cNvSpPr/>
          <p:nvPr/>
        </p:nvSpPr>
        <p:spPr>
          <a:xfrm>
            <a:off x="6790253" y="3900479"/>
            <a:ext cx="273732" cy="354519"/>
          </a:xfrm>
          <a:custGeom>
            <a:avLst/>
            <a:gdLst/>
            <a:ahLst/>
            <a:cxnLst/>
            <a:rect l="l" t="t" r="r" b="b"/>
            <a:pathLst>
              <a:path w="10871" h="14078" extrusionOk="0">
                <a:moveTo>
                  <a:pt x="8255" y="5009"/>
                </a:moveTo>
                <a:lnTo>
                  <a:pt x="8255" y="6648"/>
                </a:lnTo>
                <a:lnTo>
                  <a:pt x="2490" y="6648"/>
                </a:lnTo>
                <a:lnTo>
                  <a:pt x="2490" y="5009"/>
                </a:lnTo>
                <a:close/>
                <a:moveTo>
                  <a:pt x="9106" y="5230"/>
                </a:moveTo>
                <a:lnTo>
                  <a:pt x="9925" y="5639"/>
                </a:lnTo>
                <a:lnTo>
                  <a:pt x="9925" y="6679"/>
                </a:lnTo>
                <a:cubicBezTo>
                  <a:pt x="9799" y="6648"/>
                  <a:pt x="9641" y="6616"/>
                  <a:pt x="9484" y="6616"/>
                </a:cubicBezTo>
                <a:lnTo>
                  <a:pt x="9043" y="6616"/>
                </a:lnTo>
                <a:lnTo>
                  <a:pt x="9043" y="5230"/>
                </a:lnTo>
                <a:close/>
                <a:moveTo>
                  <a:pt x="1608" y="5261"/>
                </a:moveTo>
                <a:lnTo>
                  <a:pt x="1608" y="6648"/>
                </a:lnTo>
                <a:lnTo>
                  <a:pt x="1230" y="6648"/>
                </a:lnTo>
                <a:cubicBezTo>
                  <a:pt x="1072" y="6648"/>
                  <a:pt x="946" y="6679"/>
                  <a:pt x="789" y="6711"/>
                </a:cubicBezTo>
                <a:lnTo>
                  <a:pt x="789" y="5671"/>
                </a:lnTo>
                <a:lnTo>
                  <a:pt x="1608" y="5261"/>
                </a:lnTo>
                <a:close/>
                <a:moveTo>
                  <a:pt x="7405" y="9136"/>
                </a:moveTo>
                <a:lnTo>
                  <a:pt x="5357" y="10649"/>
                </a:lnTo>
                <a:lnTo>
                  <a:pt x="3277" y="9136"/>
                </a:lnTo>
                <a:close/>
                <a:moveTo>
                  <a:pt x="2049" y="0"/>
                </a:moveTo>
                <a:cubicBezTo>
                  <a:pt x="1828" y="0"/>
                  <a:pt x="1671" y="189"/>
                  <a:pt x="1671" y="378"/>
                </a:cubicBezTo>
                <a:lnTo>
                  <a:pt x="1671" y="4285"/>
                </a:lnTo>
                <a:lnTo>
                  <a:pt x="253" y="5009"/>
                </a:lnTo>
                <a:cubicBezTo>
                  <a:pt x="127" y="5041"/>
                  <a:pt x="1" y="5198"/>
                  <a:pt x="1" y="5356"/>
                </a:cubicBezTo>
                <a:lnTo>
                  <a:pt x="1" y="7845"/>
                </a:lnTo>
                <a:cubicBezTo>
                  <a:pt x="1" y="8506"/>
                  <a:pt x="568" y="9042"/>
                  <a:pt x="1261" y="9042"/>
                </a:cubicBezTo>
                <a:lnTo>
                  <a:pt x="1986" y="9042"/>
                </a:lnTo>
                <a:lnTo>
                  <a:pt x="4727" y="11153"/>
                </a:lnTo>
                <a:lnTo>
                  <a:pt x="1860" y="13295"/>
                </a:lnTo>
                <a:cubicBezTo>
                  <a:pt x="1671" y="13421"/>
                  <a:pt x="1608" y="13705"/>
                  <a:pt x="1765" y="13894"/>
                </a:cubicBezTo>
                <a:cubicBezTo>
                  <a:pt x="1842" y="14009"/>
                  <a:pt x="1978" y="14077"/>
                  <a:pt x="2115" y="14077"/>
                </a:cubicBezTo>
                <a:cubicBezTo>
                  <a:pt x="2202" y="14077"/>
                  <a:pt x="2290" y="14050"/>
                  <a:pt x="2364" y="13988"/>
                </a:cubicBezTo>
                <a:lnTo>
                  <a:pt x="5451" y="11657"/>
                </a:lnTo>
                <a:lnTo>
                  <a:pt x="8507" y="13988"/>
                </a:lnTo>
                <a:cubicBezTo>
                  <a:pt x="8586" y="14027"/>
                  <a:pt x="8675" y="14050"/>
                  <a:pt x="8763" y="14050"/>
                </a:cubicBezTo>
                <a:cubicBezTo>
                  <a:pt x="8889" y="14050"/>
                  <a:pt x="9014" y="14004"/>
                  <a:pt x="9106" y="13894"/>
                </a:cubicBezTo>
                <a:cubicBezTo>
                  <a:pt x="9232" y="13705"/>
                  <a:pt x="9232" y="13453"/>
                  <a:pt x="9011" y="13295"/>
                </a:cubicBezTo>
                <a:lnTo>
                  <a:pt x="6144" y="11153"/>
                </a:lnTo>
                <a:lnTo>
                  <a:pt x="8917" y="9042"/>
                </a:lnTo>
                <a:lnTo>
                  <a:pt x="9610" y="9042"/>
                </a:lnTo>
                <a:cubicBezTo>
                  <a:pt x="10271" y="9042"/>
                  <a:pt x="10870" y="8506"/>
                  <a:pt x="10870" y="7845"/>
                </a:cubicBezTo>
                <a:lnTo>
                  <a:pt x="10870" y="5387"/>
                </a:lnTo>
                <a:cubicBezTo>
                  <a:pt x="10870" y="5230"/>
                  <a:pt x="10744" y="5072"/>
                  <a:pt x="10650" y="5041"/>
                </a:cubicBezTo>
                <a:lnTo>
                  <a:pt x="9232" y="4316"/>
                </a:lnTo>
                <a:lnTo>
                  <a:pt x="9232" y="441"/>
                </a:lnTo>
                <a:cubicBezTo>
                  <a:pt x="9232" y="189"/>
                  <a:pt x="9011" y="32"/>
                  <a:pt x="8822" y="32"/>
                </a:cubicBezTo>
                <a:cubicBezTo>
                  <a:pt x="8602" y="32"/>
                  <a:pt x="8381" y="221"/>
                  <a:pt x="8381" y="441"/>
                </a:cubicBezTo>
                <a:lnTo>
                  <a:pt x="8381" y="851"/>
                </a:lnTo>
                <a:lnTo>
                  <a:pt x="2616" y="851"/>
                </a:lnTo>
                <a:lnTo>
                  <a:pt x="2616" y="378"/>
                </a:lnTo>
                <a:lnTo>
                  <a:pt x="2490" y="378"/>
                </a:lnTo>
                <a:cubicBezTo>
                  <a:pt x="2490" y="158"/>
                  <a:pt x="2269" y="0"/>
                  <a:pt x="204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0" name="Google Shape;2410;p83"/>
          <p:cNvGrpSpPr/>
          <p:nvPr/>
        </p:nvGrpSpPr>
        <p:grpSpPr>
          <a:xfrm>
            <a:off x="7311124" y="2959482"/>
            <a:ext cx="356221" cy="333240"/>
            <a:chOff x="-10858725" y="4092875"/>
            <a:chExt cx="353675" cy="330825"/>
          </a:xfrm>
        </p:grpSpPr>
        <p:sp>
          <p:nvSpPr>
            <p:cNvPr id="2411" name="Google Shape;2411;p83"/>
            <p:cNvSpPr/>
            <p:nvPr/>
          </p:nvSpPr>
          <p:spPr>
            <a:xfrm>
              <a:off x="-10795700" y="4237000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851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51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83"/>
            <p:cNvSpPr/>
            <p:nvPr/>
          </p:nvSpPr>
          <p:spPr>
            <a:xfrm>
              <a:off x="-10713000" y="4154300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851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51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83"/>
            <p:cNvSpPr/>
            <p:nvPr/>
          </p:nvSpPr>
          <p:spPr>
            <a:xfrm>
              <a:off x="-10713000" y="4320500"/>
              <a:ext cx="41750" cy="40975"/>
            </a:xfrm>
            <a:custGeom>
              <a:avLst/>
              <a:gdLst/>
              <a:ahLst/>
              <a:cxnLst/>
              <a:rect l="l" t="t" r="r" b="b"/>
              <a:pathLst>
                <a:path w="1670" h="1639" extrusionOk="0">
                  <a:moveTo>
                    <a:pt x="851" y="0"/>
                  </a:moveTo>
                  <a:cubicBezTo>
                    <a:pt x="378" y="0"/>
                    <a:pt x="0" y="347"/>
                    <a:pt x="0" y="819"/>
                  </a:cubicBezTo>
                  <a:cubicBezTo>
                    <a:pt x="0" y="1260"/>
                    <a:pt x="378" y="1638"/>
                    <a:pt x="851" y="1638"/>
                  </a:cubicBezTo>
                  <a:cubicBezTo>
                    <a:pt x="1292" y="1638"/>
                    <a:pt x="1670" y="1260"/>
                    <a:pt x="1670" y="819"/>
                  </a:cubicBezTo>
                  <a:cubicBezTo>
                    <a:pt x="1670" y="347"/>
                    <a:pt x="1292" y="0"/>
                    <a:pt x="8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83"/>
            <p:cNvSpPr/>
            <p:nvPr/>
          </p:nvSpPr>
          <p:spPr>
            <a:xfrm>
              <a:off x="-10858725" y="4092875"/>
              <a:ext cx="331625" cy="330825"/>
            </a:xfrm>
            <a:custGeom>
              <a:avLst/>
              <a:gdLst/>
              <a:ahLst/>
              <a:cxnLst/>
              <a:rect l="l" t="t" r="r" b="b"/>
              <a:pathLst>
                <a:path w="13265" h="13233" extrusionOk="0">
                  <a:moveTo>
                    <a:pt x="6648" y="1639"/>
                  </a:moveTo>
                  <a:cubicBezTo>
                    <a:pt x="7562" y="1639"/>
                    <a:pt x="8318" y="2395"/>
                    <a:pt x="8318" y="3308"/>
                  </a:cubicBezTo>
                  <a:cubicBezTo>
                    <a:pt x="8318" y="4222"/>
                    <a:pt x="7562" y="4947"/>
                    <a:pt x="6648" y="4947"/>
                  </a:cubicBezTo>
                  <a:cubicBezTo>
                    <a:pt x="5766" y="4947"/>
                    <a:pt x="5010" y="4222"/>
                    <a:pt x="5010" y="3308"/>
                  </a:cubicBezTo>
                  <a:cubicBezTo>
                    <a:pt x="5010" y="2395"/>
                    <a:pt x="5735" y="1639"/>
                    <a:pt x="6648" y="1639"/>
                  </a:cubicBezTo>
                  <a:close/>
                  <a:moveTo>
                    <a:pt x="6648" y="5797"/>
                  </a:moveTo>
                  <a:cubicBezTo>
                    <a:pt x="7121" y="5797"/>
                    <a:pt x="7499" y="6144"/>
                    <a:pt x="7499" y="6616"/>
                  </a:cubicBezTo>
                  <a:cubicBezTo>
                    <a:pt x="7499" y="7089"/>
                    <a:pt x="7121" y="7435"/>
                    <a:pt x="6648" y="7435"/>
                  </a:cubicBezTo>
                  <a:cubicBezTo>
                    <a:pt x="6207" y="7435"/>
                    <a:pt x="5829" y="7089"/>
                    <a:pt x="5829" y="6616"/>
                  </a:cubicBezTo>
                  <a:cubicBezTo>
                    <a:pt x="5829" y="6144"/>
                    <a:pt x="6207" y="5797"/>
                    <a:pt x="6648" y="5797"/>
                  </a:cubicBezTo>
                  <a:close/>
                  <a:moveTo>
                    <a:pt x="3372" y="4947"/>
                  </a:moveTo>
                  <a:cubicBezTo>
                    <a:pt x="4254" y="4947"/>
                    <a:pt x="5010" y="5703"/>
                    <a:pt x="5010" y="6616"/>
                  </a:cubicBezTo>
                  <a:cubicBezTo>
                    <a:pt x="5010" y="7530"/>
                    <a:pt x="4254" y="8255"/>
                    <a:pt x="3372" y="8255"/>
                  </a:cubicBezTo>
                  <a:cubicBezTo>
                    <a:pt x="2458" y="8255"/>
                    <a:pt x="1702" y="7530"/>
                    <a:pt x="1702" y="6616"/>
                  </a:cubicBezTo>
                  <a:cubicBezTo>
                    <a:pt x="1702" y="5703"/>
                    <a:pt x="2395" y="4947"/>
                    <a:pt x="3372" y="4947"/>
                  </a:cubicBezTo>
                  <a:close/>
                  <a:moveTo>
                    <a:pt x="9956" y="4947"/>
                  </a:moveTo>
                  <a:cubicBezTo>
                    <a:pt x="10870" y="4947"/>
                    <a:pt x="11626" y="5703"/>
                    <a:pt x="11626" y="6616"/>
                  </a:cubicBezTo>
                  <a:cubicBezTo>
                    <a:pt x="11626" y="7530"/>
                    <a:pt x="10870" y="8255"/>
                    <a:pt x="9956" y="8255"/>
                  </a:cubicBezTo>
                  <a:cubicBezTo>
                    <a:pt x="9074" y="8255"/>
                    <a:pt x="8318" y="7530"/>
                    <a:pt x="8318" y="6616"/>
                  </a:cubicBezTo>
                  <a:cubicBezTo>
                    <a:pt x="8318" y="5703"/>
                    <a:pt x="9011" y="4947"/>
                    <a:pt x="9956" y="4947"/>
                  </a:cubicBezTo>
                  <a:close/>
                  <a:moveTo>
                    <a:pt x="6648" y="8255"/>
                  </a:moveTo>
                  <a:cubicBezTo>
                    <a:pt x="7562" y="8255"/>
                    <a:pt x="8318" y="9011"/>
                    <a:pt x="8318" y="9924"/>
                  </a:cubicBezTo>
                  <a:cubicBezTo>
                    <a:pt x="8318" y="10838"/>
                    <a:pt x="7562" y="11563"/>
                    <a:pt x="6648" y="11563"/>
                  </a:cubicBezTo>
                  <a:cubicBezTo>
                    <a:pt x="5766" y="11563"/>
                    <a:pt x="5010" y="10838"/>
                    <a:pt x="5010" y="9924"/>
                  </a:cubicBezTo>
                  <a:cubicBezTo>
                    <a:pt x="5010" y="9011"/>
                    <a:pt x="5766" y="8255"/>
                    <a:pt x="6648" y="8255"/>
                  </a:cubicBezTo>
                  <a:close/>
                  <a:moveTo>
                    <a:pt x="6648" y="0"/>
                  </a:moveTo>
                  <a:cubicBezTo>
                    <a:pt x="2994" y="0"/>
                    <a:pt x="1" y="2962"/>
                    <a:pt x="1" y="6616"/>
                  </a:cubicBezTo>
                  <a:cubicBezTo>
                    <a:pt x="1" y="10271"/>
                    <a:pt x="2994" y="13232"/>
                    <a:pt x="6648" y="13232"/>
                  </a:cubicBezTo>
                  <a:cubicBezTo>
                    <a:pt x="10334" y="13232"/>
                    <a:pt x="13264" y="10271"/>
                    <a:pt x="13264" y="6616"/>
                  </a:cubicBezTo>
                  <a:cubicBezTo>
                    <a:pt x="13264" y="2962"/>
                    <a:pt x="10334" y="0"/>
                    <a:pt x="66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83"/>
            <p:cNvSpPr/>
            <p:nvPr/>
          </p:nvSpPr>
          <p:spPr>
            <a:xfrm>
              <a:off x="-10630300" y="4237000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819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19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83"/>
            <p:cNvSpPr/>
            <p:nvPr/>
          </p:nvSpPr>
          <p:spPr>
            <a:xfrm>
              <a:off x="-10607475" y="4340975"/>
              <a:ext cx="102425" cy="82725"/>
            </a:xfrm>
            <a:custGeom>
              <a:avLst/>
              <a:gdLst/>
              <a:ahLst/>
              <a:cxnLst/>
              <a:rect l="l" t="t" r="r" b="b"/>
              <a:pathLst>
                <a:path w="4097" h="3309" extrusionOk="0">
                  <a:moveTo>
                    <a:pt x="3309" y="0"/>
                  </a:moveTo>
                  <a:cubicBezTo>
                    <a:pt x="2584" y="1418"/>
                    <a:pt x="1418" y="2584"/>
                    <a:pt x="1" y="3308"/>
                  </a:cubicBezTo>
                  <a:lnTo>
                    <a:pt x="3655" y="3308"/>
                  </a:lnTo>
                  <a:cubicBezTo>
                    <a:pt x="3907" y="3308"/>
                    <a:pt x="4096" y="3119"/>
                    <a:pt x="4096" y="2867"/>
                  </a:cubicBezTo>
                  <a:lnTo>
                    <a:pt x="4096" y="378"/>
                  </a:lnTo>
                  <a:cubicBezTo>
                    <a:pt x="4065" y="189"/>
                    <a:pt x="3907" y="0"/>
                    <a:pt x="36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7" name="Google Shape;2417;p83"/>
          <p:cNvGrpSpPr/>
          <p:nvPr/>
        </p:nvGrpSpPr>
        <p:grpSpPr>
          <a:xfrm>
            <a:off x="6224126" y="3440257"/>
            <a:ext cx="356096" cy="354469"/>
            <a:chOff x="-9089725" y="3180200"/>
            <a:chExt cx="353550" cy="351900"/>
          </a:xfrm>
        </p:grpSpPr>
        <p:sp>
          <p:nvSpPr>
            <p:cNvPr id="2418" name="Google Shape;2418;p83"/>
            <p:cNvSpPr/>
            <p:nvPr/>
          </p:nvSpPr>
          <p:spPr>
            <a:xfrm>
              <a:off x="-9089725" y="3180200"/>
              <a:ext cx="165425" cy="250300"/>
            </a:xfrm>
            <a:custGeom>
              <a:avLst/>
              <a:gdLst/>
              <a:ahLst/>
              <a:cxnLst/>
              <a:rect l="l" t="t" r="r" b="b"/>
              <a:pathLst>
                <a:path w="6617" h="10012" extrusionOk="0">
                  <a:moveTo>
                    <a:pt x="2945" y="1"/>
                  </a:moveTo>
                  <a:cubicBezTo>
                    <a:pt x="2900" y="1"/>
                    <a:pt x="2854" y="8"/>
                    <a:pt x="2805" y="25"/>
                  </a:cubicBezTo>
                  <a:cubicBezTo>
                    <a:pt x="2647" y="56"/>
                    <a:pt x="2521" y="214"/>
                    <a:pt x="2521" y="434"/>
                  </a:cubicBezTo>
                  <a:lnTo>
                    <a:pt x="2521" y="6924"/>
                  </a:lnTo>
                  <a:cubicBezTo>
                    <a:pt x="2301" y="6767"/>
                    <a:pt x="2017" y="6704"/>
                    <a:pt x="1702" y="6704"/>
                  </a:cubicBezTo>
                  <a:cubicBezTo>
                    <a:pt x="788" y="6704"/>
                    <a:pt x="64" y="7428"/>
                    <a:pt x="64" y="8342"/>
                  </a:cubicBezTo>
                  <a:cubicBezTo>
                    <a:pt x="1" y="9256"/>
                    <a:pt x="757" y="10012"/>
                    <a:pt x="1671" y="10012"/>
                  </a:cubicBezTo>
                  <a:cubicBezTo>
                    <a:pt x="2584" y="10012"/>
                    <a:pt x="3309" y="9256"/>
                    <a:pt x="3309" y="8342"/>
                  </a:cubicBezTo>
                  <a:lnTo>
                    <a:pt x="3309" y="1820"/>
                  </a:lnTo>
                  <a:cubicBezTo>
                    <a:pt x="3907" y="2545"/>
                    <a:pt x="4632" y="3144"/>
                    <a:pt x="5294" y="3616"/>
                  </a:cubicBezTo>
                  <a:cubicBezTo>
                    <a:pt x="5609" y="3868"/>
                    <a:pt x="5798" y="4215"/>
                    <a:pt x="5798" y="4593"/>
                  </a:cubicBezTo>
                  <a:cubicBezTo>
                    <a:pt x="5798" y="5286"/>
                    <a:pt x="5262" y="5822"/>
                    <a:pt x="4537" y="5822"/>
                  </a:cubicBezTo>
                  <a:cubicBezTo>
                    <a:pt x="4317" y="5822"/>
                    <a:pt x="4159" y="6011"/>
                    <a:pt x="4159" y="6263"/>
                  </a:cubicBezTo>
                  <a:cubicBezTo>
                    <a:pt x="4159" y="6483"/>
                    <a:pt x="4348" y="6704"/>
                    <a:pt x="4537" y="6704"/>
                  </a:cubicBezTo>
                  <a:cubicBezTo>
                    <a:pt x="5672" y="6704"/>
                    <a:pt x="6617" y="5727"/>
                    <a:pt x="6617" y="4593"/>
                  </a:cubicBezTo>
                  <a:cubicBezTo>
                    <a:pt x="6617" y="3931"/>
                    <a:pt x="6302" y="3333"/>
                    <a:pt x="5798" y="2955"/>
                  </a:cubicBezTo>
                  <a:cubicBezTo>
                    <a:pt x="5042" y="2388"/>
                    <a:pt x="4317" y="1726"/>
                    <a:pt x="3750" y="907"/>
                  </a:cubicBezTo>
                  <a:lnTo>
                    <a:pt x="3277" y="182"/>
                  </a:lnTo>
                  <a:cubicBezTo>
                    <a:pt x="3184" y="65"/>
                    <a:pt x="3073" y="1"/>
                    <a:pt x="29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83"/>
            <p:cNvSpPr/>
            <p:nvPr/>
          </p:nvSpPr>
          <p:spPr>
            <a:xfrm>
              <a:off x="-8965275" y="3264575"/>
              <a:ext cx="229100" cy="267525"/>
            </a:xfrm>
            <a:custGeom>
              <a:avLst/>
              <a:gdLst/>
              <a:ahLst/>
              <a:cxnLst/>
              <a:rect l="l" t="t" r="r" b="b"/>
              <a:pathLst>
                <a:path w="9164" h="10701" extrusionOk="0">
                  <a:moveTo>
                    <a:pt x="8747" y="0"/>
                  </a:moveTo>
                  <a:cubicBezTo>
                    <a:pt x="8709" y="0"/>
                    <a:pt x="8671" y="7"/>
                    <a:pt x="8633" y="21"/>
                  </a:cubicBezTo>
                  <a:lnTo>
                    <a:pt x="2804" y="1659"/>
                  </a:lnTo>
                  <a:cubicBezTo>
                    <a:pt x="2584" y="1690"/>
                    <a:pt x="2489" y="1848"/>
                    <a:pt x="2489" y="2069"/>
                  </a:cubicBezTo>
                  <a:lnTo>
                    <a:pt x="2489" y="7645"/>
                  </a:lnTo>
                  <a:cubicBezTo>
                    <a:pt x="2237" y="7487"/>
                    <a:pt x="1985" y="7424"/>
                    <a:pt x="1670" y="7424"/>
                  </a:cubicBezTo>
                  <a:cubicBezTo>
                    <a:pt x="757" y="7424"/>
                    <a:pt x="1" y="8149"/>
                    <a:pt x="1" y="9063"/>
                  </a:cubicBezTo>
                  <a:cubicBezTo>
                    <a:pt x="1" y="9976"/>
                    <a:pt x="757" y="10701"/>
                    <a:pt x="1670" y="10701"/>
                  </a:cubicBezTo>
                  <a:cubicBezTo>
                    <a:pt x="2552" y="10701"/>
                    <a:pt x="3309" y="9976"/>
                    <a:pt x="3309" y="9063"/>
                  </a:cubicBezTo>
                  <a:lnTo>
                    <a:pt x="3309" y="3990"/>
                  </a:lnTo>
                  <a:lnTo>
                    <a:pt x="8318" y="2573"/>
                  </a:lnTo>
                  <a:lnTo>
                    <a:pt x="8318" y="5944"/>
                  </a:lnTo>
                  <a:cubicBezTo>
                    <a:pt x="8066" y="5786"/>
                    <a:pt x="7814" y="5723"/>
                    <a:pt x="7499" y="5723"/>
                  </a:cubicBezTo>
                  <a:cubicBezTo>
                    <a:pt x="6585" y="5723"/>
                    <a:pt x="5829" y="6448"/>
                    <a:pt x="5829" y="7361"/>
                  </a:cubicBezTo>
                  <a:cubicBezTo>
                    <a:pt x="5829" y="8275"/>
                    <a:pt x="6585" y="9031"/>
                    <a:pt x="7499" y="9031"/>
                  </a:cubicBezTo>
                  <a:cubicBezTo>
                    <a:pt x="8381" y="9031"/>
                    <a:pt x="9137" y="8275"/>
                    <a:pt x="9137" y="7361"/>
                  </a:cubicBezTo>
                  <a:lnTo>
                    <a:pt x="9137" y="367"/>
                  </a:lnTo>
                  <a:cubicBezTo>
                    <a:pt x="9164" y="207"/>
                    <a:pt x="8963" y="0"/>
                    <a:pt x="87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0" name="Google Shape;2420;p83"/>
          <p:cNvGrpSpPr/>
          <p:nvPr/>
        </p:nvGrpSpPr>
        <p:grpSpPr>
          <a:xfrm>
            <a:off x="7853565" y="1844029"/>
            <a:ext cx="315757" cy="354670"/>
            <a:chOff x="-8191825" y="3174500"/>
            <a:chExt cx="313500" cy="352100"/>
          </a:xfrm>
        </p:grpSpPr>
        <p:sp>
          <p:nvSpPr>
            <p:cNvPr id="2421" name="Google Shape;2421;p83"/>
            <p:cNvSpPr/>
            <p:nvPr/>
          </p:nvSpPr>
          <p:spPr>
            <a:xfrm>
              <a:off x="-8191825" y="3486400"/>
              <a:ext cx="310350" cy="40200"/>
            </a:xfrm>
            <a:custGeom>
              <a:avLst/>
              <a:gdLst/>
              <a:ahLst/>
              <a:cxnLst/>
              <a:rect l="l" t="t" r="r" b="b"/>
              <a:pathLst>
                <a:path w="12414" h="1608" extrusionOk="0">
                  <a:moveTo>
                    <a:pt x="0" y="1"/>
                  </a:moveTo>
                  <a:lnTo>
                    <a:pt x="0" y="1229"/>
                  </a:lnTo>
                  <a:lnTo>
                    <a:pt x="63" y="1229"/>
                  </a:lnTo>
                  <a:cubicBezTo>
                    <a:pt x="63" y="1450"/>
                    <a:pt x="252" y="1607"/>
                    <a:pt x="441" y="1607"/>
                  </a:cubicBezTo>
                  <a:lnTo>
                    <a:pt x="12035" y="1607"/>
                  </a:lnTo>
                  <a:cubicBezTo>
                    <a:pt x="12256" y="1607"/>
                    <a:pt x="12413" y="1418"/>
                    <a:pt x="12413" y="1229"/>
                  </a:cubicBezTo>
                  <a:lnTo>
                    <a:pt x="12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83"/>
            <p:cNvSpPr/>
            <p:nvPr/>
          </p:nvSpPr>
          <p:spPr>
            <a:xfrm>
              <a:off x="-8188675" y="3318650"/>
              <a:ext cx="310350" cy="146500"/>
            </a:xfrm>
            <a:custGeom>
              <a:avLst/>
              <a:gdLst/>
              <a:ahLst/>
              <a:cxnLst/>
              <a:rect l="l" t="t" r="r" b="b"/>
              <a:pathLst>
                <a:path w="12414" h="5860" extrusionOk="0">
                  <a:moveTo>
                    <a:pt x="5199" y="0"/>
                  </a:moveTo>
                  <a:lnTo>
                    <a:pt x="4096" y="2237"/>
                  </a:lnTo>
                  <a:cubicBezTo>
                    <a:pt x="4024" y="2404"/>
                    <a:pt x="3863" y="2481"/>
                    <a:pt x="3706" y="2481"/>
                  </a:cubicBezTo>
                  <a:cubicBezTo>
                    <a:pt x="3656" y="2481"/>
                    <a:pt x="3606" y="2473"/>
                    <a:pt x="3560" y="2457"/>
                  </a:cubicBezTo>
                  <a:cubicBezTo>
                    <a:pt x="3371" y="2331"/>
                    <a:pt x="3277" y="2111"/>
                    <a:pt x="3371" y="1890"/>
                  </a:cubicBezTo>
                  <a:lnTo>
                    <a:pt x="4222" y="126"/>
                  </a:lnTo>
                  <a:lnTo>
                    <a:pt x="4222" y="126"/>
                  </a:lnTo>
                  <a:cubicBezTo>
                    <a:pt x="1828" y="630"/>
                    <a:pt x="0" y="2836"/>
                    <a:pt x="0" y="5450"/>
                  </a:cubicBezTo>
                  <a:lnTo>
                    <a:pt x="0" y="5860"/>
                  </a:lnTo>
                  <a:lnTo>
                    <a:pt x="12413" y="5860"/>
                  </a:lnTo>
                  <a:lnTo>
                    <a:pt x="12413" y="5450"/>
                  </a:lnTo>
                  <a:cubicBezTo>
                    <a:pt x="12319" y="2836"/>
                    <a:pt x="10523" y="630"/>
                    <a:pt x="8129" y="126"/>
                  </a:cubicBezTo>
                  <a:lnTo>
                    <a:pt x="8129" y="126"/>
                  </a:lnTo>
                  <a:lnTo>
                    <a:pt x="8979" y="1890"/>
                  </a:lnTo>
                  <a:cubicBezTo>
                    <a:pt x="9105" y="2111"/>
                    <a:pt x="8979" y="2331"/>
                    <a:pt x="8790" y="2457"/>
                  </a:cubicBezTo>
                  <a:cubicBezTo>
                    <a:pt x="8741" y="2482"/>
                    <a:pt x="8685" y="2494"/>
                    <a:pt x="8628" y="2494"/>
                  </a:cubicBezTo>
                  <a:cubicBezTo>
                    <a:pt x="8468" y="2494"/>
                    <a:pt x="8301" y="2400"/>
                    <a:pt x="8255" y="2237"/>
                  </a:cubicBezTo>
                  <a:lnTo>
                    <a:pt x="7152" y="0"/>
                  </a:lnTo>
                  <a:lnTo>
                    <a:pt x="6585" y="0"/>
                  </a:lnTo>
                  <a:lnTo>
                    <a:pt x="6585" y="2899"/>
                  </a:lnTo>
                  <a:cubicBezTo>
                    <a:pt x="6585" y="3119"/>
                    <a:pt x="6396" y="3308"/>
                    <a:pt x="6207" y="3308"/>
                  </a:cubicBezTo>
                  <a:cubicBezTo>
                    <a:pt x="5955" y="3308"/>
                    <a:pt x="5797" y="3119"/>
                    <a:pt x="5797" y="2899"/>
                  </a:cubicBezTo>
                  <a:lnTo>
                    <a:pt x="5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83"/>
            <p:cNvSpPr/>
            <p:nvPr/>
          </p:nvSpPr>
          <p:spPr>
            <a:xfrm>
              <a:off x="-8169775" y="3174500"/>
              <a:ext cx="267825" cy="129975"/>
            </a:xfrm>
            <a:custGeom>
              <a:avLst/>
              <a:gdLst/>
              <a:ahLst/>
              <a:cxnLst/>
              <a:rect l="l" t="t" r="r" b="b"/>
              <a:pathLst>
                <a:path w="10713" h="5199" extrusionOk="0">
                  <a:moveTo>
                    <a:pt x="1639" y="1"/>
                  </a:moveTo>
                  <a:cubicBezTo>
                    <a:pt x="757" y="1"/>
                    <a:pt x="1" y="725"/>
                    <a:pt x="1" y="1639"/>
                  </a:cubicBezTo>
                  <a:lnTo>
                    <a:pt x="1" y="2080"/>
                  </a:lnTo>
                  <a:cubicBezTo>
                    <a:pt x="1" y="2301"/>
                    <a:pt x="190" y="2521"/>
                    <a:pt x="379" y="2521"/>
                  </a:cubicBezTo>
                  <a:lnTo>
                    <a:pt x="2521" y="2521"/>
                  </a:lnTo>
                  <a:lnTo>
                    <a:pt x="3057" y="5199"/>
                  </a:lnTo>
                  <a:cubicBezTo>
                    <a:pt x="3529" y="5073"/>
                    <a:pt x="4002" y="4978"/>
                    <a:pt x="4537" y="4978"/>
                  </a:cubicBezTo>
                  <a:lnTo>
                    <a:pt x="6176" y="4978"/>
                  </a:lnTo>
                  <a:cubicBezTo>
                    <a:pt x="6680" y="4978"/>
                    <a:pt x="7152" y="5073"/>
                    <a:pt x="7625" y="5199"/>
                  </a:cubicBezTo>
                  <a:lnTo>
                    <a:pt x="8192" y="2521"/>
                  </a:lnTo>
                  <a:lnTo>
                    <a:pt x="10303" y="2521"/>
                  </a:lnTo>
                  <a:cubicBezTo>
                    <a:pt x="10555" y="2521"/>
                    <a:pt x="10712" y="2301"/>
                    <a:pt x="10712" y="2080"/>
                  </a:cubicBezTo>
                  <a:lnTo>
                    <a:pt x="10712" y="1639"/>
                  </a:lnTo>
                  <a:cubicBezTo>
                    <a:pt x="10712" y="725"/>
                    <a:pt x="9956" y="1"/>
                    <a:pt x="9042" y="1"/>
                  </a:cubicBezTo>
                  <a:cubicBezTo>
                    <a:pt x="8160" y="1"/>
                    <a:pt x="7404" y="725"/>
                    <a:pt x="7404" y="1639"/>
                  </a:cubicBezTo>
                  <a:lnTo>
                    <a:pt x="7310" y="1639"/>
                  </a:lnTo>
                  <a:cubicBezTo>
                    <a:pt x="6617" y="1639"/>
                    <a:pt x="5892" y="1891"/>
                    <a:pt x="5325" y="2364"/>
                  </a:cubicBezTo>
                  <a:cubicBezTo>
                    <a:pt x="4852" y="1891"/>
                    <a:pt x="4128" y="1639"/>
                    <a:pt x="3372" y="1639"/>
                  </a:cubicBezTo>
                  <a:lnTo>
                    <a:pt x="3309" y="1639"/>
                  </a:lnTo>
                  <a:cubicBezTo>
                    <a:pt x="3309" y="725"/>
                    <a:pt x="2552" y="1"/>
                    <a:pt x="16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4" name="Google Shape;2424;p83"/>
          <p:cNvSpPr txBox="1"/>
          <p:nvPr/>
        </p:nvSpPr>
        <p:spPr>
          <a:xfrm>
            <a:off x="697275" y="871725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Processo criativo</a:t>
            </a:r>
            <a:endParaRPr sz="2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5" name="Google Shape;2425;p83"/>
          <p:cNvSpPr txBox="1"/>
          <p:nvPr/>
        </p:nvSpPr>
        <p:spPr>
          <a:xfrm>
            <a:off x="4934600" y="871725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Arte</a:t>
            </a:r>
            <a:endParaRPr sz="2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426" name="Google Shape;2426;p83"/>
          <p:cNvCxnSpPr/>
          <p:nvPr/>
        </p:nvCxnSpPr>
        <p:spPr>
          <a:xfrm>
            <a:off x="4629216" y="635541"/>
            <a:ext cx="0" cy="4039500"/>
          </a:xfrm>
          <a:prstGeom prst="straightConnector1">
            <a:avLst/>
          </a:prstGeom>
          <a:noFill/>
          <a:ln w="14300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dk1"/>
        </a:solidFill>
        <a:effectLst/>
      </p:bgPr>
    </p:bg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1" name="Google Shape;2431;p84"/>
          <p:cNvGrpSpPr/>
          <p:nvPr/>
        </p:nvGrpSpPr>
        <p:grpSpPr>
          <a:xfrm>
            <a:off x="4004042" y="1612619"/>
            <a:ext cx="442373" cy="420775"/>
            <a:chOff x="-6690625" y="3631325"/>
            <a:chExt cx="307225" cy="292225"/>
          </a:xfrm>
        </p:grpSpPr>
        <p:sp>
          <p:nvSpPr>
            <p:cNvPr id="2432" name="Google Shape;2432;p84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84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84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84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84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7" name="Google Shape;2437;p84"/>
          <p:cNvGrpSpPr/>
          <p:nvPr/>
        </p:nvGrpSpPr>
        <p:grpSpPr>
          <a:xfrm>
            <a:off x="3425392" y="1613323"/>
            <a:ext cx="421927" cy="419371"/>
            <a:chOff x="-6689825" y="3992050"/>
            <a:chExt cx="293025" cy="291250"/>
          </a:xfrm>
        </p:grpSpPr>
        <p:sp>
          <p:nvSpPr>
            <p:cNvPr id="2438" name="Google Shape;2438;p84"/>
            <p:cNvSpPr/>
            <p:nvPr/>
          </p:nvSpPr>
          <p:spPr>
            <a:xfrm>
              <a:off x="-6547275" y="3992050"/>
              <a:ext cx="30750" cy="65400"/>
            </a:xfrm>
            <a:custGeom>
              <a:avLst/>
              <a:gdLst/>
              <a:ahLst/>
              <a:cxnLst/>
              <a:rect l="l" t="t" r="r" b="b"/>
              <a:pathLst>
                <a:path w="1230" h="2616" extrusionOk="0">
                  <a:moveTo>
                    <a:pt x="1229" y="1"/>
                  </a:moveTo>
                  <a:cubicBezTo>
                    <a:pt x="757" y="379"/>
                    <a:pt x="284" y="1355"/>
                    <a:pt x="1" y="2616"/>
                  </a:cubicBezTo>
                  <a:lnTo>
                    <a:pt x="1229" y="2616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84"/>
            <p:cNvSpPr/>
            <p:nvPr/>
          </p:nvSpPr>
          <p:spPr>
            <a:xfrm>
              <a:off x="-6547275" y="4143275"/>
              <a:ext cx="30750" cy="64600"/>
            </a:xfrm>
            <a:custGeom>
              <a:avLst/>
              <a:gdLst/>
              <a:ahLst/>
              <a:cxnLst/>
              <a:rect l="l" t="t" r="r" b="b"/>
              <a:pathLst>
                <a:path w="1230" h="2584" extrusionOk="0">
                  <a:moveTo>
                    <a:pt x="1" y="1"/>
                  </a:moveTo>
                  <a:cubicBezTo>
                    <a:pt x="284" y="1261"/>
                    <a:pt x="757" y="2237"/>
                    <a:pt x="1229" y="2584"/>
                  </a:cubicBezTo>
                  <a:lnTo>
                    <a:pt x="12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84"/>
            <p:cNvSpPr/>
            <p:nvPr/>
          </p:nvSpPr>
          <p:spPr>
            <a:xfrm>
              <a:off x="-6551200" y="4073975"/>
              <a:ext cx="34675" cy="51200"/>
            </a:xfrm>
            <a:custGeom>
              <a:avLst/>
              <a:gdLst/>
              <a:ahLst/>
              <a:cxnLst/>
              <a:rect l="l" t="t" r="r" b="b"/>
              <a:pathLst>
                <a:path w="1387" h="2048" extrusionOk="0">
                  <a:moveTo>
                    <a:pt x="63" y="0"/>
                  </a:moveTo>
                  <a:cubicBezTo>
                    <a:pt x="0" y="725"/>
                    <a:pt x="0" y="1355"/>
                    <a:pt x="63" y="2048"/>
                  </a:cubicBezTo>
                  <a:lnTo>
                    <a:pt x="1386" y="2048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84"/>
            <p:cNvSpPr/>
            <p:nvPr/>
          </p:nvSpPr>
          <p:spPr>
            <a:xfrm>
              <a:off x="-6475600" y="3994425"/>
              <a:ext cx="70125" cy="63025"/>
            </a:xfrm>
            <a:custGeom>
              <a:avLst/>
              <a:gdLst/>
              <a:ahLst/>
              <a:cxnLst/>
              <a:rect l="l" t="t" r="r" b="b"/>
              <a:pathLst>
                <a:path w="2805" h="2521" extrusionOk="0">
                  <a:moveTo>
                    <a:pt x="1" y="0"/>
                  </a:moveTo>
                  <a:cubicBezTo>
                    <a:pt x="442" y="630"/>
                    <a:pt x="757" y="1512"/>
                    <a:pt x="946" y="2521"/>
                  </a:cubicBezTo>
                  <a:lnTo>
                    <a:pt x="2805" y="2521"/>
                  </a:lnTo>
                  <a:cubicBezTo>
                    <a:pt x="2301" y="1292"/>
                    <a:pt x="1261" y="34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84"/>
            <p:cNvSpPr/>
            <p:nvPr/>
          </p:nvSpPr>
          <p:spPr>
            <a:xfrm>
              <a:off x="-6449600" y="4073975"/>
              <a:ext cx="52800" cy="51200"/>
            </a:xfrm>
            <a:custGeom>
              <a:avLst/>
              <a:gdLst/>
              <a:ahLst/>
              <a:cxnLst/>
              <a:rect l="l" t="t" r="r" b="b"/>
              <a:pathLst>
                <a:path w="2112" h="2048" extrusionOk="0">
                  <a:moveTo>
                    <a:pt x="0" y="0"/>
                  </a:moveTo>
                  <a:cubicBezTo>
                    <a:pt x="63" y="725"/>
                    <a:pt x="63" y="1355"/>
                    <a:pt x="0" y="2048"/>
                  </a:cubicBezTo>
                  <a:lnTo>
                    <a:pt x="1954" y="2048"/>
                  </a:lnTo>
                  <a:cubicBezTo>
                    <a:pt x="2048" y="1733"/>
                    <a:pt x="2080" y="1386"/>
                    <a:pt x="2080" y="1040"/>
                  </a:cubicBezTo>
                  <a:cubicBezTo>
                    <a:pt x="2111" y="662"/>
                    <a:pt x="2048" y="347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84"/>
            <p:cNvSpPr/>
            <p:nvPr/>
          </p:nvSpPr>
          <p:spPr>
            <a:xfrm>
              <a:off x="-6500000" y="3992050"/>
              <a:ext cx="30725" cy="65400"/>
            </a:xfrm>
            <a:custGeom>
              <a:avLst/>
              <a:gdLst/>
              <a:ahLst/>
              <a:cxnLst/>
              <a:rect l="l" t="t" r="r" b="b"/>
              <a:pathLst>
                <a:path w="122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229" y="2616"/>
                  </a:lnTo>
                  <a:cubicBezTo>
                    <a:pt x="977" y="1355"/>
                    <a:pt x="473" y="3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84"/>
            <p:cNvSpPr/>
            <p:nvPr/>
          </p:nvSpPr>
          <p:spPr>
            <a:xfrm>
              <a:off x="-6500000" y="4143275"/>
              <a:ext cx="30725" cy="64600"/>
            </a:xfrm>
            <a:custGeom>
              <a:avLst/>
              <a:gdLst/>
              <a:ahLst/>
              <a:cxnLst/>
              <a:rect l="l" t="t" r="r" b="b"/>
              <a:pathLst>
                <a:path w="1229" h="2584" extrusionOk="0">
                  <a:moveTo>
                    <a:pt x="0" y="1"/>
                  </a:moveTo>
                  <a:lnTo>
                    <a:pt x="0" y="2584"/>
                  </a:lnTo>
                  <a:cubicBezTo>
                    <a:pt x="473" y="2237"/>
                    <a:pt x="945" y="1261"/>
                    <a:pt x="12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84"/>
            <p:cNvSpPr/>
            <p:nvPr/>
          </p:nvSpPr>
          <p:spPr>
            <a:xfrm>
              <a:off x="-6689825" y="4141700"/>
              <a:ext cx="149675" cy="141600"/>
            </a:xfrm>
            <a:custGeom>
              <a:avLst/>
              <a:gdLst/>
              <a:ahLst/>
              <a:cxnLst/>
              <a:rect l="l" t="t" r="r" b="b"/>
              <a:pathLst>
                <a:path w="5987" h="5664" extrusionOk="0">
                  <a:moveTo>
                    <a:pt x="3182" y="1"/>
                  </a:moveTo>
                  <a:cubicBezTo>
                    <a:pt x="3371" y="442"/>
                    <a:pt x="3623" y="851"/>
                    <a:pt x="3938" y="1198"/>
                  </a:cubicBezTo>
                  <a:lnTo>
                    <a:pt x="3088" y="2017"/>
                  </a:lnTo>
                  <a:cubicBezTo>
                    <a:pt x="2946" y="1946"/>
                    <a:pt x="2791" y="1911"/>
                    <a:pt x="2638" y="1911"/>
                  </a:cubicBezTo>
                  <a:cubicBezTo>
                    <a:pt x="2382" y="1911"/>
                    <a:pt x="2131" y="2009"/>
                    <a:pt x="1954" y="2206"/>
                  </a:cubicBezTo>
                  <a:lnTo>
                    <a:pt x="378" y="3907"/>
                  </a:lnTo>
                  <a:cubicBezTo>
                    <a:pt x="0" y="4317"/>
                    <a:pt x="0" y="4978"/>
                    <a:pt x="378" y="5356"/>
                  </a:cubicBezTo>
                  <a:cubicBezTo>
                    <a:pt x="583" y="5561"/>
                    <a:pt x="851" y="5664"/>
                    <a:pt x="1115" y="5664"/>
                  </a:cubicBezTo>
                  <a:cubicBezTo>
                    <a:pt x="1379" y="5664"/>
                    <a:pt x="1639" y="5561"/>
                    <a:pt x="1828" y="5356"/>
                  </a:cubicBezTo>
                  <a:lnTo>
                    <a:pt x="3403" y="3687"/>
                  </a:lnTo>
                  <a:cubicBezTo>
                    <a:pt x="3718" y="3372"/>
                    <a:pt x="3781" y="2899"/>
                    <a:pt x="3623" y="2521"/>
                  </a:cubicBezTo>
                  <a:lnTo>
                    <a:pt x="4443" y="1702"/>
                  </a:lnTo>
                  <a:cubicBezTo>
                    <a:pt x="4821" y="2111"/>
                    <a:pt x="5388" y="2426"/>
                    <a:pt x="5986" y="2584"/>
                  </a:cubicBezTo>
                  <a:cubicBezTo>
                    <a:pt x="5545" y="1954"/>
                    <a:pt x="5230" y="1040"/>
                    <a:pt x="50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84"/>
            <p:cNvSpPr/>
            <p:nvPr/>
          </p:nvSpPr>
          <p:spPr>
            <a:xfrm>
              <a:off x="-6475600" y="4141700"/>
              <a:ext cx="70125" cy="64600"/>
            </a:xfrm>
            <a:custGeom>
              <a:avLst/>
              <a:gdLst/>
              <a:ahLst/>
              <a:cxnLst/>
              <a:rect l="l" t="t" r="r" b="b"/>
              <a:pathLst>
                <a:path w="2805" h="2584" extrusionOk="0">
                  <a:moveTo>
                    <a:pt x="946" y="1"/>
                  </a:moveTo>
                  <a:cubicBezTo>
                    <a:pt x="757" y="1040"/>
                    <a:pt x="442" y="1954"/>
                    <a:pt x="1" y="2584"/>
                  </a:cubicBezTo>
                  <a:cubicBezTo>
                    <a:pt x="1261" y="2174"/>
                    <a:pt x="2301" y="1229"/>
                    <a:pt x="28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84"/>
            <p:cNvSpPr/>
            <p:nvPr/>
          </p:nvSpPr>
          <p:spPr>
            <a:xfrm>
              <a:off x="-6618950" y="4073975"/>
              <a:ext cx="52025" cy="51200"/>
            </a:xfrm>
            <a:custGeom>
              <a:avLst/>
              <a:gdLst/>
              <a:ahLst/>
              <a:cxnLst/>
              <a:rect l="l" t="t" r="r" b="b"/>
              <a:pathLst>
                <a:path w="2081" h="2048" extrusionOk="0">
                  <a:moveTo>
                    <a:pt x="95" y="0"/>
                  </a:moveTo>
                  <a:cubicBezTo>
                    <a:pt x="32" y="315"/>
                    <a:pt x="1" y="662"/>
                    <a:pt x="1" y="1040"/>
                  </a:cubicBezTo>
                  <a:cubicBezTo>
                    <a:pt x="1" y="1386"/>
                    <a:pt x="32" y="1733"/>
                    <a:pt x="95" y="2048"/>
                  </a:cubicBezTo>
                  <a:lnTo>
                    <a:pt x="2080" y="2048"/>
                  </a:lnTo>
                  <a:cubicBezTo>
                    <a:pt x="1986" y="1355"/>
                    <a:pt x="1986" y="725"/>
                    <a:pt x="2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84"/>
            <p:cNvSpPr/>
            <p:nvPr/>
          </p:nvSpPr>
          <p:spPr>
            <a:xfrm>
              <a:off x="-6610275" y="3992850"/>
              <a:ext cx="70125" cy="63025"/>
            </a:xfrm>
            <a:custGeom>
              <a:avLst/>
              <a:gdLst/>
              <a:ahLst/>
              <a:cxnLst/>
              <a:rect l="l" t="t" r="r" b="b"/>
              <a:pathLst>
                <a:path w="2805" h="2521" extrusionOk="0">
                  <a:moveTo>
                    <a:pt x="2804" y="0"/>
                  </a:moveTo>
                  <a:lnTo>
                    <a:pt x="2804" y="0"/>
                  </a:lnTo>
                  <a:cubicBezTo>
                    <a:pt x="1544" y="410"/>
                    <a:pt x="504" y="1355"/>
                    <a:pt x="0" y="2521"/>
                  </a:cubicBezTo>
                  <a:lnTo>
                    <a:pt x="1859" y="2521"/>
                  </a:lnTo>
                  <a:cubicBezTo>
                    <a:pt x="2017" y="1575"/>
                    <a:pt x="2363" y="693"/>
                    <a:pt x="28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84"/>
            <p:cNvSpPr/>
            <p:nvPr/>
          </p:nvSpPr>
          <p:spPr>
            <a:xfrm>
              <a:off x="-6500000" y="4073975"/>
              <a:ext cx="35450" cy="51200"/>
            </a:xfrm>
            <a:custGeom>
              <a:avLst/>
              <a:gdLst/>
              <a:ahLst/>
              <a:cxnLst/>
              <a:rect l="l" t="t" r="r" b="b"/>
              <a:pathLst>
                <a:path w="1418" h="2048" extrusionOk="0">
                  <a:moveTo>
                    <a:pt x="0" y="0"/>
                  </a:moveTo>
                  <a:lnTo>
                    <a:pt x="0" y="2048"/>
                  </a:lnTo>
                  <a:lnTo>
                    <a:pt x="1292" y="2048"/>
                  </a:lnTo>
                  <a:cubicBezTo>
                    <a:pt x="1418" y="1355"/>
                    <a:pt x="1418" y="725"/>
                    <a:pt x="12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0" name="Google Shape;2450;p84"/>
          <p:cNvGrpSpPr/>
          <p:nvPr/>
        </p:nvGrpSpPr>
        <p:grpSpPr>
          <a:xfrm>
            <a:off x="3194992" y="2184342"/>
            <a:ext cx="423043" cy="419659"/>
            <a:chOff x="-4837325" y="3612425"/>
            <a:chExt cx="293800" cy="291450"/>
          </a:xfrm>
        </p:grpSpPr>
        <p:sp>
          <p:nvSpPr>
            <p:cNvPr id="2451" name="Google Shape;2451;p84"/>
            <p:cNvSpPr/>
            <p:nvPr/>
          </p:nvSpPr>
          <p:spPr>
            <a:xfrm>
              <a:off x="-4836550" y="3612425"/>
              <a:ext cx="293025" cy="170925"/>
            </a:xfrm>
            <a:custGeom>
              <a:avLst/>
              <a:gdLst/>
              <a:ahLst/>
              <a:cxnLst/>
              <a:rect l="l" t="t" r="r" b="b"/>
              <a:pathLst>
                <a:path w="11721" h="6837" extrusionOk="0">
                  <a:moveTo>
                    <a:pt x="6837" y="2017"/>
                  </a:moveTo>
                  <a:lnTo>
                    <a:pt x="6837" y="2741"/>
                  </a:lnTo>
                  <a:lnTo>
                    <a:pt x="4789" y="2741"/>
                  </a:lnTo>
                  <a:lnTo>
                    <a:pt x="4789" y="2017"/>
                  </a:lnTo>
                  <a:close/>
                  <a:moveTo>
                    <a:pt x="4411" y="0"/>
                  </a:moveTo>
                  <a:cubicBezTo>
                    <a:pt x="3466" y="0"/>
                    <a:pt x="2741" y="725"/>
                    <a:pt x="2741" y="1702"/>
                  </a:cubicBezTo>
                  <a:lnTo>
                    <a:pt x="2741" y="2741"/>
                  </a:lnTo>
                  <a:lnTo>
                    <a:pt x="1166" y="2741"/>
                  </a:lnTo>
                  <a:cubicBezTo>
                    <a:pt x="536" y="2741"/>
                    <a:pt x="1" y="3277"/>
                    <a:pt x="1" y="3875"/>
                  </a:cubicBezTo>
                  <a:lnTo>
                    <a:pt x="1" y="4254"/>
                  </a:lnTo>
                  <a:cubicBezTo>
                    <a:pt x="1513" y="5860"/>
                    <a:pt x="3592" y="6837"/>
                    <a:pt x="5829" y="6837"/>
                  </a:cubicBezTo>
                  <a:cubicBezTo>
                    <a:pt x="8097" y="6837"/>
                    <a:pt x="10208" y="5892"/>
                    <a:pt x="11720" y="4254"/>
                  </a:cubicBezTo>
                  <a:lnTo>
                    <a:pt x="11720" y="3718"/>
                  </a:lnTo>
                  <a:cubicBezTo>
                    <a:pt x="11657" y="3214"/>
                    <a:pt x="11185" y="2741"/>
                    <a:pt x="10649" y="2741"/>
                  </a:cubicBezTo>
                  <a:lnTo>
                    <a:pt x="8885" y="2741"/>
                  </a:lnTo>
                  <a:lnTo>
                    <a:pt x="8885" y="1702"/>
                  </a:lnTo>
                  <a:cubicBezTo>
                    <a:pt x="8885" y="756"/>
                    <a:pt x="8129" y="0"/>
                    <a:pt x="7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84"/>
            <p:cNvSpPr/>
            <p:nvPr/>
          </p:nvSpPr>
          <p:spPr>
            <a:xfrm>
              <a:off x="-4837325" y="3743950"/>
              <a:ext cx="291425" cy="159925"/>
            </a:xfrm>
            <a:custGeom>
              <a:avLst/>
              <a:gdLst/>
              <a:ahLst/>
              <a:cxnLst/>
              <a:rect l="l" t="t" r="r" b="b"/>
              <a:pathLst>
                <a:path w="11657" h="6397" extrusionOk="0">
                  <a:moveTo>
                    <a:pt x="11657" y="1"/>
                  </a:moveTo>
                  <a:cubicBezTo>
                    <a:pt x="10523" y="1072"/>
                    <a:pt x="9073" y="1828"/>
                    <a:pt x="7530" y="2143"/>
                  </a:cubicBezTo>
                  <a:lnTo>
                    <a:pt x="7530" y="2647"/>
                  </a:lnTo>
                  <a:cubicBezTo>
                    <a:pt x="7530" y="3214"/>
                    <a:pt x="7057" y="3687"/>
                    <a:pt x="6490" y="3687"/>
                  </a:cubicBezTo>
                  <a:lnTo>
                    <a:pt x="5135" y="3687"/>
                  </a:lnTo>
                  <a:cubicBezTo>
                    <a:pt x="4568" y="3687"/>
                    <a:pt x="4096" y="3214"/>
                    <a:pt x="4096" y="2647"/>
                  </a:cubicBezTo>
                  <a:lnTo>
                    <a:pt x="4096" y="2143"/>
                  </a:lnTo>
                  <a:cubicBezTo>
                    <a:pt x="2552" y="1828"/>
                    <a:pt x="1134" y="1103"/>
                    <a:pt x="0" y="64"/>
                  </a:cubicBezTo>
                  <a:lnTo>
                    <a:pt x="0" y="4695"/>
                  </a:lnTo>
                  <a:cubicBezTo>
                    <a:pt x="0" y="5640"/>
                    <a:pt x="756" y="6396"/>
                    <a:pt x="1701" y="6396"/>
                  </a:cubicBezTo>
                  <a:lnTo>
                    <a:pt x="9956" y="6396"/>
                  </a:lnTo>
                  <a:cubicBezTo>
                    <a:pt x="10901" y="6396"/>
                    <a:pt x="11657" y="5640"/>
                    <a:pt x="11657" y="4695"/>
                  </a:cubicBezTo>
                  <a:lnTo>
                    <a:pt x="116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84"/>
            <p:cNvSpPr/>
            <p:nvPr/>
          </p:nvSpPr>
          <p:spPr>
            <a:xfrm>
              <a:off x="-4716825" y="3799075"/>
              <a:ext cx="51225" cy="18950"/>
            </a:xfrm>
            <a:custGeom>
              <a:avLst/>
              <a:gdLst/>
              <a:ahLst/>
              <a:cxnLst/>
              <a:rect l="l" t="t" r="r" b="b"/>
              <a:pathLst>
                <a:path w="2049" h="758" extrusionOk="0">
                  <a:moveTo>
                    <a:pt x="0" y="1"/>
                  </a:moveTo>
                  <a:lnTo>
                    <a:pt x="0" y="411"/>
                  </a:lnTo>
                  <a:cubicBezTo>
                    <a:pt x="0" y="600"/>
                    <a:pt x="158" y="757"/>
                    <a:pt x="347" y="757"/>
                  </a:cubicBezTo>
                  <a:lnTo>
                    <a:pt x="1670" y="757"/>
                  </a:lnTo>
                  <a:cubicBezTo>
                    <a:pt x="1891" y="757"/>
                    <a:pt x="2048" y="600"/>
                    <a:pt x="2048" y="411"/>
                  </a:cubicBezTo>
                  <a:lnTo>
                    <a:pt x="2048" y="1"/>
                  </a:lnTo>
                  <a:cubicBezTo>
                    <a:pt x="1686" y="48"/>
                    <a:pt x="1347" y="72"/>
                    <a:pt x="1012" y="72"/>
                  </a:cubicBezTo>
                  <a:cubicBezTo>
                    <a:pt x="678" y="72"/>
                    <a:pt x="347" y="4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4" name="Google Shape;2454;p84"/>
          <p:cNvGrpSpPr/>
          <p:nvPr/>
        </p:nvGrpSpPr>
        <p:grpSpPr>
          <a:xfrm>
            <a:off x="3197360" y="2787858"/>
            <a:ext cx="420775" cy="419659"/>
            <a:chOff x="-4837325" y="3971575"/>
            <a:chExt cx="292225" cy="291450"/>
          </a:xfrm>
        </p:grpSpPr>
        <p:sp>
          <p:nvSpPr>
            <p:cNvPr id="2455" name="Google Shape;2455;p84"/>
            <p:cNvSpPr/>
            <p:nvPr/>
          </p:nvSpPr>
          <p:spPr>
            <a:xfrm>
              <a:off x="-4734150" y="407397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701" y="725"/>
                  </a:moveTo>
                  <a:cubicBezTo>
                    <a:pt x="2269" y="725"/>
                    <a:pt x="2773" y="1197"/>
                    <a:pt x="2773" y="1733"/>
                  </a:cubicBezTo>
                  <a:cubicBezTo>
                    <a:pt x="2773" y="2300"/>
                    <a:pt x="2300" y="2804"/>
                    <a:pt x="1733" y="2804"/>
                  </a:cubicBezTo>
                  <a:cubicBezTo>
                    <a:pt x="1197" y="2804"/>
                    <a:pt x="693" y="2300"/>
                    <a:pt x="693" y="1733"/>
                  </a:cubicBezTo>
                  <a:cubicBezTo>
                    <a:pt x="693" y="1197"/>
                    <a:pt x="1166" y="725"/>
                    <a:pt x="1701" y="725"/>
                  </a:cubicBezTo>
                  <a:close/>
                  <a:moveTo>
                    <a:pt x="1701" y="0"/>
                  </a:moveTo>
                  <a:cubicBezTo>
                    <a:pt x="756" y="0"/>
                    <a:pt x="0" y="756"/>
                    <a:pt x="0" y="1701"/>
                  </a:cubicBezTo>
                  <a:cubicBezTo>
                    <a:pt x="0" y="2647"/>
                    <a:pt x="851" y="3466"/>
                    <a:pt x="1796" y="3466"/>
                  </a:cubicBezTo>
                  <a:cubicBezTo>
                    <a:pt x="2741" y="3466"/>
                    <a:pt x="3466" y="2647"/>
                    <a:pt x="3466" y="1701"/>
                  </a:cubicBezTo>
                  <a:cubicBezTo>
                    <a:pt x="3434" y="756"/>
                    <a:pt x="2647" y="0"/>
                    <a:pt x="1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84"/>
            <p:cNvSpPr/>
            <p:nvPr/>
          </p:nvSpPr>
          <p:spPr>
            <a:xfrm>
              <a:off x="-4700300" y="4108625"/>
              <a:ext cx="18950" cy="17350"/>
            </a:xfrm>
            <a:custGeom>
              <a:avLst/>
              <a:gdLst/>
              <a:ahLst/>
              <a:cxnLst/>
              <a:rect l="l" t="t" r="r" b="b"/>
              <a:pathLst>
                <a:path w="758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757" y="536"/>
                    <a:pt x="757" y="347"/>
                  </a:cubicBezTo>
                  <a:cubicBezTo>
                    <a:pt x="757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84"/>
            <p:cNvSpPr/>
            <p:nvPr/>
          </p:nvSpPr>
          <p:spPr>
            <a:xfrm>
              <a:off x="-4748325" y="3971575"/>
              <a:ext cx="203225" cy="204025"/>
            </a:xfrm>
            <a:custGeom>
              <a:avLst/>
              <a:gdLst/>
              <a:ahLst/>
              <a:cxnLst/>
              <a:rect l="l" t="t" r="r" b="b"/>
              <a:pathLst>
                <a:path w="8129" h="8161" extrusionOk="0">
                  <a:moveTo>
                    <a:pt x="2268" y="1"/>
                  </a:moveTo>
                  <a:cubicBezTo>
                    <a:pt x="1449" y="1"/>
                    <a:pt x="693" y="158"/>
                    <a:pt x="0" y="473"/>
                  </a:cubicBezTo>
                  <a:lnTo>
                    <a:pt x="1512" y="3561"/>
                  </a:lnTo>
                  <a:cubicBezTo>
                    <a:pt x="1764" y="3466"/>
                    <a:pt x="1985" y="3435"/>
                    <a:pt x="2268" y="3435"/>
                  </a:cubicBezTo>
                  <a:cubicBezTo>
                    <a:pt x="3623" y="3435"/>
                    <a:pt x="4726" y="4506"/>
                    <a:pt x="4726" y="5829"/>
                  </a:cubicBezTo>
                  <a:cubicBezTo>
                    <a:pt x="4726" y="6112"/>
                    <a:pt x="4663" y="6396"/>
                    <a:pt x="4600" y="6617"/>
                  </a:cubicBezTo>
                  <a:lnTo>
                    <a:pt x="7656" y="8160"/>
                  </a:lnTo>
                  <a:cubicBezTo>
                    <a:pt x="7971" y="7436"/>
                    <a:pt x="8128" y="6617"/>
                    <a:pt x="8128" y="5829"/>
                  </a:cubicBezTo>
                  <a:cubicBezTo>
                    <a:pt x="8128" y="2647"/>
                    <a:pt x="5513" y="1"/>
                    <a:pt x="22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84"/>
            <p:cNvSpPr/>
            <p:nvPr/>
          </p:nvSpPr>
          <p:spPr>
            <a:xfrm>
              <a:off x="-4656175" y="4151950"/>
              <a:ext cx="91375" cy="91375"/>
            </a:xfrm>
            <a:custGeom>
              <a:avLst/>
              <a:gdLst/>
              <a:ahLst/>
              <a:cxnLst/>
              <a:rect l="l" t="t" r="r" b="b"/>
              <a:pathLst>
                <a:path w="3655" h="3655" extrusionOk="0">
                  <a:moveTo>
                    <a:pt x="599" y="0"/>
                  </a:moveTo>
                  <a:cubicBezTo>
                    <a:pt x="441" y="221"/>
                    <a:pt x="252" y="441"/>
                    <a:pt x="0" y="599"/>
                  </a:cubicBezTo>
                  <a:lnTo>
                    <a:pt x="1544" y="3655"/>
                  </a:lnTo>
                  <a:cubicBezTo>
                    <a:pt x="2395" y="3151"/>
                    <a:pt x="3151" y="2395"/>
                    <a:pt x="3655" y="1544"/>
                  </a:cubicBezTo>
                  <a:lnTo>
                    <a:pt x="5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84"/>
            <p:cNvSpPr/>
            <p:nvPr/>
          </p:nvSpPr>
          <p:spPr>
            <a:xfrm>
              <a:off x="-4817650" y="3991275"/>
              <a:ext cx="91400" cy="91375"/>
            </a:xfrm>
            <a:custGeom>
              <a:avLst/>
              <a:gdLst/>
              <a:ahLst/>
              <a:cxnLst/>
              <a:rect l="l" t="t" r="r" b="b"/>
              <a:pathLst>
                <a:path w="3656" h="3655" extrusionOk="0">
                  <a:moveTo>
                    <a:pt x="2143" y="0"/>
                  </a:moveTo>
                  <a:cubicBezTo>
                    <a:pt x="1261" y="504"/>
                    <a:pt x="536" y="1260"/>
                    <a:pt x="1" y="2111"/>
                  </a:cubicBezTo>
                  <a:lnTo>
                    <a:pt x="3088" y="3655"/>
                  </a:lnTo>
                  <a:cubicBezTo>
                    <a:pt x="3246" y="3434"/>
                    <a:pt x="3435" y="3214"/>
                    <a:pt x="3655" y="3088"/>
                  </a:cubicBez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84"/>
            <p:cNvSpPr/>
            <p:nvPr/>
          </p:nvSpPr>
          <p:spPr>
            <a:xfrm>
              <a:off x="-4837325" y="4059000"/>
              <a:ext cx="204000" cy="204025"/>
            </a:xfrm>
            <a:custGeom>
              <a:avLst/>
              <a:gdLst/>
              <a:ahLst/>
              <a:cxnLst/>
              <a:rect l="l" t="t" r="r" b="b"/>
              <a:pathLst>
                <a:path w="8160" h="8161" extrusionOk="0">
                  <a:moveTo>
                    <a:pt x="473" y="1"/>
                  </a:moveTo>
                  <a:cubicBezTo>
                    <a:pt x="158" y="725"/>
                    <a:pt x="0" y="1513"/>
                    <a:pt x="0" y="2300"/>
                  </a:cubicBezTo>
                  <a:cubicBezTo>
                    <a:pt x="0" y="5482"/>
                    <a:pt x="2615" y="8160"/>
                    <a:pt x="5828" y="8160"/>
                  </a:cubicBezTo>
                  <a:cubicBezTo>
                    <a:pt x="6648" y="8160"/>
                    <a:pt x="7435" y="8003"/>
                    <a:pt x="8160" y="7688"/>
                  </a:cubicBezTo>
                  <a:lnTo>
                    <a:pt x="6616" y="4632"/>
                  </a:lnTo>
                  <a:cubicBezTo>
                    <a:pt x="6396" y="4695"/>
                    <a:pt x="6144" y="4726"/>
                    <a:pt x="5860" y="4726"/>
                  </a:cubicBezTo>
                  <a:cubicBezTo>
                    <a:pt x="4537" y="4726"/>
                    <a:pt x="3434" y="3624"/>
                    <a:pt x="3434" y="2300"/>
                  </a:cubicBezTo>
                  <a:cubicBezTo>
                    <a:pt x="3434" y="2017"/>
                    <a:pt x="3466" y="1796"/>
                    <a:pt x="3560" y="1544"/>
                  </a:cubicBez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1" name="Google Shape;2461;p84"/>
          <p:cNvGrpSpPr/>
          <p:nvPr/>
        </p:nvGrpSpPr>
        <p:grpSpPr>
          <a:xfrm>
            <a:off x="5182988" y="1638152"/>
            <a:ext cx="430998" cy="369730"/>
            <a:chOff x="-3037625" y="3254850"/>
            <a:chExt cx="299325" cy="256775"/>
          </a:xfrm>
        </p:grpSpPr>
        <p:sp>
          <p:nvSpPr>
            <p:cNvPr id="2462" name="Google Shape;2462;p84"/>
            <p:cNvSpPr/>
            <p:nvPr/>
          </p:nvSpPr>
          <p:spPr>
            <a:xfrm>
              <a:off x="-3037625" y="3460400"/>
              <a:ext cx="152825" cy="51225"/>
            </a:xfrm>
            <a:custGeom>
              <a:avLst/>
              <a:gdLst/>
              <a:ahLst/>
              <a:cxnLst/>
              <a:rect l="l" t="t" r="r" b="b"/>
              <a:pathLst>
                <a:path w="6113" h="2049" extrusionOk="0">
                  <a:moveTo>
                    <a:pt x="1356" y="1"/>
                  </a:moveTo>
                  <a:cubicBezTo>
                    <a:pt x="1" y="1"/>
                    <a:pt x="1" y="2049"/>
                    <a:pt x="1356" y="2049"/>
                  </a:cubicBezTo>
                  <a:lnTo>
                    <a:pt x="4758" y="2049"/>
                  </a:lnTo>
                  <a:cubicBezTo>
                    <a:pt x="6113" y="2049"/>
                    <a:pt x="6113" y="1"/>
                    <a:pt x="4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84"/>
            <p:cNvSpPr/>
            <p:nvPr/>
          </p:nvSpPr>
          <p:spPr>
            <a:xfrm>
              <a:off x="-2884825" y="3460400"/>
              <a:ext cx="146525" cy="51225"/>
            </a:xfrm>
            <a:custGeom>
              <a:avLst/>
              <a:gdLst/>
              <a:ahLst/>
              <a:cxnLst/>
              <a:rect l="l" t="t" r="r" b="b"/>
              <a:pathLst>
                <a:path w="5861" h="2049" extrusionOk="0">
                  <a:moveTo>
                    <a:pt x="1" y="1"/>
                  </a:moveTo>
                  <a:cubicBezTo>
                    <a:pt x="473" y="631"/>
                    <a:pt x="473" y="1419"/>
                    <a:pt x="1" y="2049"/>
                  </a:cubicBezTo>
                  <a:lnTo>
                    <a:pt x="4853" y="2049"/>
                  </a:lnTo>
                  <a:cubicBezTo>
                    <a:pt x="5388" y="2049"/>
                    <a:pt x="5861" y="1576"/>
                    <a:pt x="5861" y="1041"/>
                  </a:cubicBezTo>
                  <a:cubicBezTo>
                    <a:pt x="5861" y="442"/>
                    <a:pt x="5451" y="1"/>
                    <a:pt x="48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84"/>
            <p:cNvSpPr/>
            <p:nvPr/>
          </p:nvSpPr>
          <p:spPr>
            <a:xfrm>
              <a:off x="-2909225" y="3313125"/>
              <a:ext cx="59875" cy="72475"/>
            </a:xfrm>
            <a:custGeom>
              <a:avLst/>
              <a:gdLst/>
              <a:ahLst/>
              <a:cxnLst/>
              <a:rect l="l" t="t" r="r" b="b"/>
              <a:pathLst>
                <a:path w="2395" h="2899" extrusionOk="0">
                  <a:moveTo>
                    <a:pt x="0" y="1"/>
                  </a:moveTo>
                  <a:lnTo>
                    <a:pt x="0" y="2899"/>
                  </a:lnTo>
                  <a:lnTo>
                    <a:pt x="2395" y="1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84"/>
            <p:cNvSpPr/>
            <p:nvPr/>
          </p:nvSpPr>
          <p:spPr>
            <a:xfrm>
              <a:off x="-3029750" y="3254850"/>
              <a:ext cx="291450" cy="188250"/>
            </a:xfrm>
            <a:custGeom>
              <a:avLst/>
              <a:gdLst/>
              <a:ahLst/>
              <a:cxnLst/>
              <a:rect l="l" t="t" r="r" b="b"/>
              <a:pathLst>
                <a:path w="11658" h="7530" extrusionOk="0">
                  <a:moveTo>
                    <a:pt x="4414" y="1387"/>
                  </a:moveTo>
                  <a:cubicBezTo>
                    <a:pt x="4476" y="1387"/>
                    <a:pt x="4541" y="1407"/>
                    <a:pt x="4601" y="1449"/>
                  </a:cubicBezTo>
                  <a:lnTo>
                    <a:pt x="8035" y="3497"/>
                  </a:lnTo>
                  <a:cubicBezTo>
                    <a:pt x="8287" y="3623"/>
                    <a:pt x="8287" y="3938"/>
                    <a:pt x="8035" y="4064"/>
                  </a:cubicBezTo>
                  <a:lnTo>
                    <a:pt x="4601" y="6112"/>
                  </a:lnTo>
                  <a:cubicBezTo>
                    <a:pt x="4552" y="6140"/>
                    <a:pt x="4500" y="6153"/>
                    <a:pt x="4448" y="6153"/>
                  </a:cubicBezTo>
                  <a:cubicBezTo>
                    <a:pt x="4268" y="6153"/>
                    <a:pt x="4097" y="6000"/>
                    <a:pt x="4097" y="5829"/>
                  </a:cubicBezTo>
                  <a:lnTo>
                    <a:pt x="4097" y="1733"/>
                  </a:lnTo>
                  <a:cubicBezTo>
                    <a:pt x="4097" y="1527"/>
                    <a:pt x="4247" y="1387"/>
                    <a:pt x="4414" y="1387"/>
                  </a:cubicBezTo>
                  <a:close/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6490"/>
                  </a:lnTo>
                  <a:cubicBezTo>
                    <a:pt x="1" y="7057"/>
                    <a:pt x="473" y="7530"/>
                    <a:pt x="1041" y="7530"/>
                  </a:cubicBezTo>
                  <a:lnTo>
                    <a:pt x="10650" y="7530"/>
                  </a:lnTo>
                  <a:cubicBezTo>
                    <a:pt x="11185" y="7530"/>
                    <a:pt x="11658" y="7057"/>
                    <a:pt x="11658" y="6490"/>
                  </a:cubicBezTo>
                  <a:lnTo>
                    <a:pt x="11658" y="1040"/>
                  </a:lnTo>
                  <a:cubicBezTo>
                    <a:pt x="11658" y="473"/>
                    <a:pt x="11248" y="0"/>
                    <a:pt x="106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6" name="Google Shape;2466;p84"/>
          <p:cNvGrpSpPr/>
          <p:nvPr/>
        </p:nvGrpSpPr>
        <p:grpSpPr>
          <a:xfrm>
            <a:off x="6060398" y="2787281"/>
            <a:ext cx="423079" cy="420811"/>
            <a:chOff x="-3031325" y="3597450"/>
            <a:chExt cx="293825" cy="292250"/>
          </a:xfrm>
        </p:grpSpPr>
        <p:sp>
          <p:nvSpPr>
            <p:cNvPr id="2467" name="Google Shape;2467;p84"/>
            <p:cNvSpPr/>
            <p:nvPr/>
          </p:nvSpPr>
          <p:spPr>
            <a:xfrm>
              <a:off x="-3029750" y="3597450"/>
              <a:ext cx="292250" cy="67775"/>
            </a:xfrm>
            <a:custGeom>
              <a:avLst/>
              <a:gdLst/>
              <a:ahLst/>
              <a:cxnLst/>
              <a:rect l="l" t="t" r="r" b="b"/>
              <a:pathLst>
                <a:path w="11690" h="2711" extrusionOk="0">
                  <a:moveTo>
                    <a:pt x="1702" y="1387"/>
                  </a:moveTo>
                  <a:cubicBezTo>
                    <a:pt x="1891" y="1387"/>
                    <a:pt x="2049" y="1545"/>
                    <a:pt x="2049" y="1734"/>
                  </a:cubicBezTo>
                  <a:cubicBezTo>
                    <a:pt x="2049" y="1923"/>
                    <a:pt x="1891" y="2080"/>
                    <a:pt x="1702" y="2080"/>
                  </a:cubicBezTo>
                  <a:cubicBezTo>
                    <a:pt x="1513" y="2080"/>
                    <a:pt x="1356" y="1923"/>
                    <a:pt x="1356" y="1734"/>
                  </a:cubicBezTo>
                  <a:cubicBezTo>
                    <a:pt x="1356" y="1545"/>
                    <a:pt x="1513" y="1387"/>
                    <a:pt x="1702" y="1387"/>
                  </a:cubicBezTo>
                  <a:close/>
                  <a:moveTo>
                    <a:pt x="3120" y="1387"/>
                  </a:moveTo>
                  <a:cubicBezTo>
                    <a:pt x="3309" y="1387"/>
                    <a:pt x="3466" y="1545"/>
                    <a:pt x="3466" y="1734"/>
                  </a:cubicBezTo>
                  <a:cubicBezTo>
                    <a:pt x="3466" y="1923"/>
                    <a:pt x="3309" y="2080"/>
                    <a:pt x="3120" y="2080"/>
                  </a:cubicBezTo>
                  <a:cubicBezTo>
                    <a:pt x="2931" y="2080"/>
                    <a:pt x="2773" y="1923"/>
                    <a:pt x="2773" y="1734"/>
                  </a:cubicBezTo>
                  <a:cubicBezTo>
                    <a:pt x="2773" y="1545"/>
                    <a:pt x="2931" y="1387"/>
                    <a:pt x="3120" y="1387"/>
                  </a:cubicBezTo>
                  <a:close/>
                  <a:moveTo>
                    <a:pt x="9985" y="1417"/>
                  </a:moveTo>
                  <a:cubicBezTo>
                    <a:pt x="10400" y="1417"/>
                    <a:pt x="10449" y="2080"/>
                    <a:pt x="9956" y="2080"/>
                  </a:cubicBezTo>
                  <a:lnTo>
                    <a:pt x="5861" y="2080"/>
                  </a:lnTo>
                  <a:cubicBezTo>
                    <a:pt x="5451" y="2080"/>
                    <a:pt x="5388" y="1418"/>
                    <a:pt x="5861" y="1418"/>
                  </a:cubicBezTo>
                  <a:lnTo>
                    <a:pt x="9956" y="1418"/>
                  </a:lnTo>
                  <a:cubicBezTo>
                    <a:pt x="9966" y="1418"/>
                    <a:pt x="9976" y="1417"/>
                    <a:pt x="9985" y="141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10"/>
                  </a:lnTo>
                  <a:lnTo>
                    <a:pt x="11689" y="2710"/>
                  </a:lnTo>
                  <a:lnTo>
                    <a:pt x="11689" y="1040"/>
                  </a:lnTo>
                  <a:cubicBezTo>
                    <a:pt x="11658" y="473"/>
                    <a:pt x="11248" y="1"/>
                    <a:pt x="106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84"/>
            <p:cNvSpPr/>
            <p:nvPr/>
          </p:nvSpPr>
          <p:spPr>
            <a:xfrm>
              <a:off x="-3031325" y="3687250"/>
              <a:ext cx="292250" cy="153600"/>
            </a:xfrm>
            <a:custGeom>
              <a:avLst/>
              <a:gdLst/>
              <a:ahLst/>
              <a:cxnLst/>
              <a:rect l="l" t="t" r="r" b="b"/>
              <a:pathLst>
                <a:path w="11690" h="6144" extrusionOk="0">
                  <a:moveTo>
                    <a:pt x="1" y="0"/>
                  </a:moveTo>
                  <a:lnTo>
                    <a:pt x="1" y="5104"/>
                  </a:lnTo>
                  <a:lnTo>
                    <a:pt x="64" y="5104"/>
                  </a:lnTo>
                  <a:cubicBezTo>
                    <a:pt x="64" y="5671"/>
                    <a:pt x="536" y="6144"/>
                    <a:pt x="1104" y="6144"/>
                  </a:cubicBezTo>
                  <a:lnTo>
                    <a:pt x="4475" y="6144"/>
                  </a:lnTo>
                  <a:cubicBezTo>
                    <a:pt x="4317" y="5671"/>
                    <a:pt x="4223" y="5199"/>
                    <a:pt x="4223" y="4695"/>
                  </a:cubicBezTo>
                  <a:lnTo>
                    <a:pt x="4223" y="2395"/>
                  </a:lnTo>
                  <a:cubicBezTo>
                    <a:pt x="4223" y="1790"/>
                    <a:pt x="4686" y="1366"/>
                    <a:pt x="5227" y="1366"/>
                  </a:cubicBezTo>
                  <a:cubicBezTo>
                    <a:pt x="5362" y="1366"/>
                    <a:pt x="5502" y="1393"/>
                    <a:pt x="5640" y="1450"/>
                  </a:cubicBezTo>
                  <a:cubicBezTo>
                    <a:pt x="5735" y="1481"/>
                    <a:pt x="5861" y="1544"/>
                    <a:pt x="5987" y="1544"/>
                  </a:cubicBezTo>
                  <a:cubicBezTo>
                    <a:pt x="6144" y="1544"/>
                    <a:pt x="6365" y="1450"/>
                    <a:pt x="6900" y="977"/>
                  </a:cubicBezTo>
                  <a:cubicBezTo>
                    <a:pt x="7090" y="788"/>
                    <a:pt x="7349" y="693"/>
                    <a:pt x="7613" y="693"/>
                  </a:cubicBezTo>
                  <a:cubicBezTo>
                    <a:pt x="7877" y="693"/>
                    <a:pt x="8145" y="788"/>
                    <a:pt x="8350" y="977"/>
                  </a:cubicBezTo>
                  <a:cubicBezTo>
                    <a:pt x="8822" y="1450"/>
                    <a:pt x="9106" y="1544"/>
                    <a:pt x="9263" y="1544"/>
                  </a:cubicBezTo>
                  <a:cubicBezTo>
                    <a:pt x="9358" y="1544"/>
                    <a:pt x="9484" y="1481"/>
                    <a:pt x="9610" y="1450"/>
                  </a:cubicBezTo>
                  <a:cubicBezTo>
                    <a:pt x="9742" y="1393"/>
                    <a:pt x="9878" y="1366"/>
                    <a:pt x="10011" y="1366"/>
                  </a:cubicBezTo>
                  <a:cubicBezTo>
                    <a:pt x="10544" y="1366"/>
                    <a:pt x="11028" y="1790"/>
                    <a:pt x="11028" y="2395"/>
                  </a:cubicBezTo>
                  <a:lnTo>
                    <a:pt x="11028" y="4695"/>
                  </a:lnTo>
                  <a:cubicBezTo>
                    <a:pt x="11028" y="5199"/>
                    <a:pt x="10933" y="5671"/>
                    <a:pt x="10744" y="6144"/>
                  </a:cubicBezTo>
                  <a:cubicBezTo>
                    <a:pt x="11248" y="6112"/>
                    <a:pt x="11689" y="5671"/>
                    <a:pt x="11689" y="5104"/>
                  </a:cubicBezTo>
                  <a:lnTo>
                    <a:pt x="116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84"/>
            <p:cNvSpPr/>
            <p:nvPr/>
          </p:nvSpPr>
          <p:spPr>
            <a:xfrm>
              <a:off x="-2908450" y="3724275"/>
              <a:ext cx="59900" cy="164625"/>
            </a:xfrm>
            <a:custGeom>
              <a:avLst/>
              <a:gdLst/>
              <a:ahLst/>
              <a:cxnLst/>
              <a:rect l="l" t="t" r="r" b="b"/>
              <a:pathLst>
                <a:path w="2396" h="6585" extrusionOk="0">
                  <a:moveTo>
                    <a:pt x="2395" y="0"/>
                  </a:moveTo>
                  <a:cubicBezTo>
                    <a:pt x="1904" y="491"/>
                    <a:pt x="1500" y="721"/>
                    <a:pt x="1085" y="721"/>
                  </a:cubicBezTo>
                  <a:cubicBezTo>
                    <a:pt x="887" y="721"/>
                    <a:pt x="687" y="669"/>
                    <a:pt x="473" y="567"/>
                  </a:cubicBezTo>
                  <a:cubicBezTo>
                    <a:pt x="423" y="548"/>
                    <a:pt x="374" y="539"/>
                    <a:pt x="327" y="539"/>
                  </a:cubicBezTo>
                  <a:cubicBezTo>
                    <a:pt x="142" y="539"/>
                    <a:pt x="1" y="681"/>
                    <a:pt x="1" y="882"/>
                  </a:cubicBezTo>
                  <a:lnTo>
                    <a:pt x="1" y="3214"/>
                  </a:lnTo>
                  <a:cubicBezTo>
                    <a:pt x="1" y="3718"/>
                    <a:pt x="127" y="4222"/>
                    <a:pt x="316" y="4663"/>
                  </a:cubicBezTo>
                  <a:cubicBezTo>
                    <a:pt x="725" y="5513"/>
                    <a:pt x="1387" y="6238"/>
                    <a:pt x="2395" y="6585"/>
                  </a:cubicBezTo>
                  <a:lnTo>
                    <a:pt x="2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84"/>
            <p:cNvSpPr/>
            <p:nvPr/>
          </p:nvSpPr>
          <p:spPr>
            <a:xfrm>
              <a:off x="-2831250" y="3725850"/>
              <a:ext cx="59875" cy="163850"/>
            </a:xfrm>
            <a:custGeom>
              <a:avLst/>
              <a:gdLst/>
              <a:ahLst/>
              <a:cxnLst/>
              <a:rect l="l" t="t" r="r" b="b"/>
              <a:pathLst>
                <a:path w="2395" h="6554" extrusionOk="0">
                  <a:moveTo>
                    <a:pt x="0" y="0"/>
                  </a:moveTo>
                  <a:lnTo>
                    <a:pt x="0" y="6553"/>
                  </a:lnTo>
                  <a:cubicBezTo>
                    <a:pt x="1008" y="6175"/>
                    <a:pt x="1670" y="5450"/>
                    <a:pt x="2079" y="4631"/>
                  </a:cubicBezTo>
                  <a:cubicBezTo>
                    <a:pt x="2269" y="4159"/>
                    <a:pt x="2395" y="3686"/>
                    <a:pt x="2395" y="3182"/>
                  </a:cubicBezTo>
                  <a:lnTo>
                    <a:pt x="2395" y="851"/>
                  </a:lnTo>
                  <a:cubicBezTo>
                    <a:pt x="2395" y="623"/>
                    <a:pt x="2212" y="477"/>
                    <a:pt x="2042" y="477"/>
                  </a:cubicBezTo>
                  <a:cubicBezTo>
                    <a:pt x="2000" y="477"/>
                    <a:pt x="1959" y="485"/>
                    <a:pt x="1922" y="504"/>
                  </a:cubicBezTo>
                  <a:cubicBezTo>
                    <a:pt x="1704" y="598"/>
                    <a:pt x="1496" y="647"/>
                    <a:pt x="1291" y="647"/>
                  </a:cubicBezTo>
                  <a:cubicBezTo>
                    <a:pt x="873" y="647"/>
                    <a:pt x="465" y="44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1" name="Google Shape;2471;p84"/>
          <p:cNvGrpSpPr/>
          <p:nvPr/>
        </p:nvGrpSpPr>
        <p:grpSpPr>
          <a:xfrm>
            <a:off x="6047273" y="3438077"/>
            <a:ext cx="421927" cy="370882"/>
            <a:chOff x="-3030525" y="3973150"/>
            <a:chExt cx="293025" cy="257575"/>
          </a:xfrm>
        </p:grpSpPr>
        <p:sp>
          <p:nvSpPr>
            <p:cNvPr id="2472" name="Google Shape;2472;p84"/>
            <p:cNvSpPr/>
            <p:nvPr/>
          </p:nvSpPr>
          <p:spPr>
            <a:xfrm>
              <a:off x="-3029750" y="3973150"/>
              <a:ext cx="292250" cy="68550"/>
            </a:xfrm>
            <a:custGeom>
              <a:avLst/>
              <a:gdLst/>
              <a:ahLst/>
              <a:cxnLst/>
              <a:rect l="l" t="t" r="r" b="b"/>
              <a:pathLst>
                <a:path w="11690" h="2742" extrusionOk="0">
                  <a:moveTo>
                    <a:pt x="1702" y="1355"/>
                  </a:moveTo>
                  <a:cubicBezTo>
                    <a:pt x="1891" y="1355"/>
                    <a:pt x="2049" y="1513"/>
                    <a:pt x="2049" y="1702"/>
                  </a:cubicBezTo>
                  <a:cubicBezTo>
                    <a:pt x="2049" y="1922"/>
                    <a:pt x="1891" y="2080"/>
                    <a:pt x="1702" y="2080"/>
                  </a:cubicBezTo>
                  <a:cubicBezTo>
                    <a:pt x="1513" y="2080"/>
                    <a:pt x="1356" y="1922"/>
                    <a:pt x="1356" y="1702"/>
                  </a:cubicBezTo>
                  <a:cubicBezTo>
                    <a:pt x="1356" y="1513"/>
                    <a:pt x="1513" y="1355"/>
                    <a:pt x="1702" y="1355"/>
                  </a:cubicBezTo>
                  <a:close/>
                  <a:moveTo>
                    <a:pt x="3088" y="1355"/>
                  </a:moveTo>
                  <a:cubicBezTo>
                    <a:pt x="3277" y="1355"/>
                    <a:pt x="3435" y="1513"/>
                    <a:pt x="3435" y="1702"/>
                  </a:cubicBezTo>
                  <a:cubicBezTo>
                    <a:pt x="3435" y="1922"/>
                    <a:pt x="3277" y="2080"/>
                    <a:pt x="3088" y="2080"/>
                  </a:cubicBezTo>
                  <a:cubicBezTo>
                    <a:pt x="2868" y="2080"/>
                    <a:pt x="2710" y="1922"/>
                    <a:pt x="2710" y="1702"/>
                  </a:cubicBezTo>
                  <a:cubicBezTo>
                    <a:pt x="2710" y="1513"/>
                    <a:pt x="2868" y="1355"/>
                    <a:pt x="3088" y="1355"/>
                  </a:cubicBezTo>
                  <a:close/>
                  <a:moveTo>
                    <a:pt x="9925" y="1387"/>
                  </a:moveTo>
                  <a:cubicBezTo>
                    <a:pt x="10366" y="1387"/>
                    <a:pt x="10366" y="2080"/>
                    <a:pt x="9925" y="2080"/>
                  </a:cubicBezTo>
                  <a:lnTo>
                    <a:pt x="5829" y="2080"/>
                  </a:lnTo>
                  <a:cubicBezTo>
                    <a:pt x="5388" y="2080"/>
                    <a:pt x="5357" y="1387"/>
                    <a:pt x="5829" y="138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58" y="505"/>
                    <a:pt x="11248" y="1"/>
                    <a:pt x="106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84"/>
            <p:cNvSpPr/>
            <p:nvPr/>
          </p:nvSpPr>
          <p:spPr>
            <a:xfrm>
              <a:off x="-3030525" y="4059000"/>
              <a:ext cx="292225" cy="171725"/>
            </a:xfrm>
            <a:custGeom>
              <a:avLst/>
              <a:gdLst/>
              <a:ahLst/>
              <a:cxnLst/>
              <a:rect l="l" t="t" r="r" b="b"/>
              <a:pathLst>
                <a:path w="11689" h="6869" extrusionOk="0">
                  <a:moveTo>
                    <a:pt x="3773" y="1366"/>
                  </a:moveTo>
                  <a:cubicBezTo>
                    <a:pt x="4065" y="1366"/>
                    <a:pt x="4260" y="1775"/>
                    <a:pt x="3970" y="1985"/>
                  </a:cubicBezTo>
                  <a:lnTo>
                    <a:pt x="2363" y="3088"/>
                  </a:lnTo>
                  <a:lnTo>
                    <a:pt x="3970" y="4191"/>
                  </a:lnTo>
                  <a:cubicBezTo>
                    <a:pt x="4252" y="4370"/>
                    <a:pt x="4075" y="4801"/>
                    <a:pt x="3795" y="4801"/>
                  </a:cubicBezTo>
                  <a:cubicBezTo>
                    <a:pt x="3731" y="4801"/>
                    <a:pt x="3662" y="4779"/>
                    <a:pt x="3592" y="4726"/>
                  </a:cubicBezTo>
                  <a:lnTo>
                    <a:pt x="1544" y="3372"/>
                  </a:lnTo>
                  <a:cubicBezTo>
                    <a:pt x="1324" y="3246"/>
                    <a:pt x="1324" y="2962"/>
                    <a:pt x="1544" y="2805"/>
                  </a:cubicBezTo>
                  <a:lnTo>
                    <a:pt x="3592" y="1418"/>
                  </a:lnTo>
                  <a:cubicBezTo>
                    <a:pt x="3654" y="1382"/>
                    <a:pt x="3715" y="1366"/>
                    <a:pt x="3773" y="1366"/>
                  </a:cubicBezTo>
                  <a:close/>
                  <a:moveTo>
                    <a:pt x="7912" y="1407"/>
                  </a:moveTo>
                  <a:cubicBezTo>
                    <a:pt x="7979" y="1407"/>
                    <a:pt x="8053" y="1429"/>
                    <a:pt x="8129" y="1481"/>
                  </a:cubicBezTo>
                  <a:lnTo>
                    <a:pt x="10145" y="2836"/>
                  </a:lnTo>
                  <a:cubicBezTo>
                    <a:pt x="10366" y="2962"/>
                    <a:pt x="10366" y="3277"/>
                    <a:pt x="10145" y="3403"/>
                  </a:cubicBezTo>
                  <a:lnTo>
                    <a:pt x="8129" y="4789"/>
                  </a:lnTo>
                  <a:cubicBezTo>
                    <a:pt x="8061" y="4826"/>
                    <a:pt x="7996" y="4841"/>
                    <a:pt x="7935" y="4841"/>
                  </a:cubicBezTo>
                  <a:cubicBezTo>
                    <a:pt x="7624" y="4841"/>
                    <a:pt x="7430" y="4433"/>
                    <a:pt x="7719" y="4222"/>
                  </a:cubicBezTo>
                  <a:lnTo>
                    <a:pt x="9326" y="3120"/>
                  </a:lnTo>
                  <a:lnTo>
                    <a:pt x="7719" y="2017"/>
                  </a:lnTo>
                  <a:cubicBezTo>
                    <a:pt x="7437" y="1837"/>
                    <a:pt x="7615" y="1407"/>
                    <a:pt x="7912" y="1407"/>
                  </a:cubicBezTo>
                  <a:close/>
                  <a:moveTo>
                    <a:pt x="6515" y="714"/>
                  </a:moveTo>
                  <a:cubicBezTo>
                    <a:pt x="6728" y="714"/>
                    <a:pt x="6948" y="909"/>
                    <a:pt x="6868" y="1166"/>
                  </a:cubicBezTo>
                  <a:lnTo>
                    <a:pt x="5482" y="5262"/>
                  </a:lnTo>
                  <a:cubicBezTo>
                    <a:pt x="5434" y="5420"/>
                    <a:pt x="5306" y="5489"/>
                    <a:pt x="5176" y="5489"/>
                  </a:cubicBezTo>
                  <a:cubicBezTo>
                    <a:pt x="4968" y="5489"/>
                    <a:pt x="4755" y="5313"/>
                    <a:pt x="4852" y="5041"/>
                  </a:cubicBezTo>
                  <a:lnTo>
                    <a:pt x="6207" y="946"/>
                  </a:lnTo>
                  <a:cubicBezTo>
                    <a:pt x="6265" y="782"/>
                    <a:pt x="6389" y="714"/>
                    <a:pt x="6515" y="714"/>
                  </a:cubicBezTo>
                  <a:close/>
                  <a:moveTo>
                    <a:pt x="0" y="1"/>
                  </a:moveTo>
                  <a:lnTo>
                    <a:pt x="0" y="5829"/>
                  </a:lnTo>
                  <a:lnTo>
                    <a:pt x="32" y="5829"/>
                  </a:lnTo>
                  <a:cubicBezTo>
                    <a:pt x="32" y="6396"/>
                    <a:pt x="504" y="6869"/>
                    <a:pt x="1072" y="6869"/>
                  </a:cubicBezTo>
                  <a:lnTo>
                    <a:pt x="10681" y="6869"/>
                  </a:lnTo>
                  <a:cubicBezTo>
                    <a:pt x="11216" y="6869"/>
                    <a:pt x="11689" y="6396"/>
                    <a:pt x="11689" y="5829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4" name="Google Shape;2474;p84"/>
          <p:cNvGrpSpPr/>
          <p:nvPr/>
        </p:nvGrpSpPr>
        <p:grpSpPr>
          <a:xfrm>
            <a:off x="918079" y="3474924"/>
            <a:ext cx="421927" cy="297195"/>
            <a:chOff x="-1199300" y="3279250"/>
            <a:chExt cx="293025" cy="206400"/>
          </a:xfrm>
        </p:grpSpPr>
        <p:sp>
          <p:nvSpPr>
            <p:cNvPr id="2475" name="Google Shape;2475;p84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84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84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84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9" name="Google Shape;2479;p84"/>
          <p:cNvGrpSpPr/>
          <p:nvPr/>
        </p:nvGrpSpPr>
        <p:grpSpPr>
          <a:xfrm>
            <a:off x="930550" y="2184341"/>
            <a:ext cx="421927" cy="419659"/>
            <a:chOff x="-6329100" y="3632100"/>
            <a:chExt cx="293025" cy="291450"/>
          </a:xfrm>
        </p:grpSpPr>
        <p:sp>
          <p:nvSpPr>
            <p:cNvPr id="2480" name="Google Shape;2480;p84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84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84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3" name="Google Shape;2483;p84"/>
          <p:cNvGrpSpPr/>
          <p:nvPr/>
        </p:nvGrpSpPr>
        <p:grpSpPr>
          <a:xfrm>
            <a:off x="932934" y="2787859"/>
            <a:ext cx="419623" cy="419659"/>
            <a:chOff x="-6329875" y="3992050"/>
            <a:chExt cx="291425" cy="291450"/>
          </a:xfrm>
        </p:grpSpPr>
        <p:sp>
          <p:nvSpPr>
            <p:cNvPr id="2484" name="Google Shape;2484;p84"/>
            <p:cNvSpPr/>
            <p:nvPr/>
          </p:nvSpPr>
          <p:spPr>
            <a:xfrm>
              <a:off x="-6090450" y="4077900"/>
              <a:ext cx="52000" cy="34675"/>
            </a:xfrm>
            <a:custGeom>
              <a:avLst/>
              <a:gdLst/>
              <a:ahLst/>
              <a:cxnLst/>
              <a:rect l="l" t="t" r="r" b="b"/>
              <a:pathLst>
                <a:path w="2080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2080" y="1387"/>
                  </a:lnTo>
                  <a:lnTo>
                    <a:pt x="2080" y="1040"/>
                  </a:lnTo>
                  <a:cubicBezTo>
                    <a:pt x="2080" y="473"/>
                    <a:pt x="1607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84"/>
            <p:cNvSpPr/>
            <p:nvPr/>
          </p:nvSpPr>
          <p:spPr>
            <a:xfrm>
              <a:off x="-6262925" y="3992050"/>
              <a:ext cx="154400" cy="155200"/>
            </a:xfrm>
            <a:custGeom>
              <a:avLst/>
              <a:gdLst/>
              <a:ahLst/>
              <a:cxnLst/>
              <a:rect l="l" t="t" r="r" b="b"/>
              <a:pathLst>
                <a:path w="6176" h="6208" extrusionOk="0">
                  <a:moveTo>
                    <a:pt x="5167" y="1387"/>
                  </a:moveTo>
                  <a:cubicBezTo>
                    <a:pt x="5608" y="1387"/>
                    <a:pt x="5639" y="2048"/>
                    <a:pt x="5167" y="2048"/>
                  </a:cubicBezTo>
                  <a:lnTo>
                    <a:pt x="1071" y="2048"/>
                  </a:lnTo>
                  <a:cubicBezTo>
                    <a:pt x="1053" y="2051"/>
                    <a:pt x="1035" y="2052"/>
                    <a:pt x="1018" y="2052"/>
                  </a:cubicBezTo>
                  <a:cubicBezTo>
                    <a:pt x="628" y="2052"/>
                    <a:pt x="618" y="1387"/>
                    <a:pt x="1071" y="1387"/>
                  </a:cubicBezTo>
                  <a:close/>
                  <a:moveTo>
                    <a:pt x="5167" y="2773"/>
                  </a:moveTo>
                  <a:cubicBezTo>
                    <a:pt x="5608" y="2773"/>
                    <a:pt x="5639" y="3435"/>
                    <a:pt x="5167" y="3435"/>
                  </a:cubicBezTo>
                  <a:lnTo>
                    <a:pt x="1071" y="3435"/>
                  </a:lnTo>
                  <a:cubicBezTo>
                    <a:pt x="630" y="3435"/>
                    <a:pt x="599" y="2773"/>
                    <a:pt x="1071" y="2773"/>
                  </a:cubicBezTo>
                  <a:close/>
                  <a:moveTo>
                    <a:pt x="5167" y="4159"/>
                  </a:moveTo>
                  <a:cubicBezTo>
                    <a:pt x="5608" y="4159"/>
                    <a:pt x="5639" y="4821"/>
                    <a:pt x="5167" y="4821"/>
                  </a:cubicBezTo>
                  <a:lnTo>
                    <a:pt x="1071" y="4821"/>
                  </a:lnTo>
                  <a:cubicBezTo>
                    <a:pt x="630" y="4821"/>
                    <a:pt x="599" y="4159"/>
                    <a:pt x="1071" y="415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6207"/>
                  </a:lnTo>
                  <a:lnTo>
                    <a:pt x="4726" y="6207"/>
                  </a:lnTo>
                  <a:cubicBezTo>
                    <a:pt x="5041" y="6207"/>
                    <a:pt x="5198" y="5672"/>
                    <a:pt x="5356" y="5420"/>
                  </a:cubicBezTo>
                  <a:cubicBezTo>
                    <a:pt x="5513" y="5104"/>
                    <a:pt x="5828" y="4884"/>
                    <a:pt x="6175" y="4852"/>
                  </a:cubicBezTo>
                  <a:lnTo>
                    <a:pt x="6175" y="379"/>
                  </a:lnTo>
                  <a:cubicBezTo>
                    <a:pt x="6175" y="158"/>
                    <a:pt x="6018" y="1"/>
                    <a:pt x="58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84"/>
            <p:cNvSpPr/>
            <p:nvPr/>
          </p:nvSpPr>
          <p:spPr>
            <a:xfrm>
              <a:off x="-6329875" y="4044825"/>
              <a:ext cx="51200" cy="102425"/>
            </a:xfrm>
            <a:custGeom>
              <a:avLst/>
              <a:gdLst/>
              <a:ahLst/>
              <a:cxnLst/>
              <a:rect l="l" t="t" r="r" b="b"/>
              <a:pathLst>
                <a:path w="2048" h="4097" extrusionOk="0">
                  <a:moveTo>
                    <a:pt x="1040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4096"/>
                  </a:lnTo>
                  <a:lnTo>
                    <a:pt x="2048" y="4096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p84"/>
            <p:cNvSpPr/>
            <p:nvPr/>
          </p:nvSpPr>
          <p:spPr>
            <a:xfrm>
              <a:off x="-6329875" y="4129900"/>
              <a:ext cx="291425" cy="153600"/>
            </a:xfrm>
            <a:custGeom>
              <a:avLst/>
              <a:gdLst/>
              <a:ahLst/>
              <a:cxnLst/>
              <a:rect l="l" t="t" r="r" b="b"/>
              <a:pathLst>
                <a:path w="11657" h="6144" extrusionOk="0">
                  <a:moveTo>
                    <a:pt x="8948" y="0"/>
                  </a:moveTo>
                  <a:cubicBezTo>
                    <a:pt x="8664" y="0"/>
                    <a:pt x="8506" y="473"/>
                    <a:pt x="8349" y="788"/>
                  </a:cubicBezTo>
                  <a:cubicBezTo>
                    <a:pt x="8191" y="1166"/>
                    <a:pt x="7845" y="1355"/>
                    <a:pt x="7467" y="1355"/>
                  </a:cubicBezTo>
                  <a:lnTo>
                    <a:pt x="0" y="1355"/>
                  </a:lnTo>
                  <a:lnTo>
                    <a:pt x="0" y="5135"/>
                  </a:lnTo>
                  <a:cubicBezTo>
                    <a:pt x="0" y="5671"/>
                    <a:pt x="473" y="6143"/>
                    <a:pt x="1040" y="6143"/>
                  </a:cubicBezTo>
                  <a:lnTo>
                    <a:pt x="10649" y="6143"/>
                  </a:lnTo>
                  <a:cubicBezTo>
                    <a:pt x="11184" y="6143"/>
                    <a:pt x="11657" y="5671"/>
                    <a:pt x="11657" y="5135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8" name="Google Shape;2488;p84"/>
          <p:cNvGrpSpPr/>
          <p:nvPr/>
        </p:nvGrpSpPr>
        <p:grpSpPr>
          <a:xfrm>
            <a:off x="4603176" y="1611484"/>
            <a:ext cx="423079" cy="423043"/>
            <a:chOff x="-4478975" y="3251700"/>
            <a:chExt cx="293825" cy="293800"/>
          </a:xfrm>
        </p:grpSpPr>
        <p:sp>
          <p:nvSpPr>
            <p:cNvPr id="2489" name="Google Shape;2489;p84"/>
            <p:cNvSpPr/>
            <p:nvPr/>
          </p:nvSpPr>
          <p:spPr>
            <a:xfrm>
              <a:off x="-4375000" y="3365100"/>
              <a:ext cx="85075" cy="110900"/>
            </a:xfrm>
            <a:custGeom>
              <a:avLst/>
              <a:gdLst/>
              <a:ahLst/>
              <a:cxnLst/>
              <a:rect l="l" t="t" r="r" b="b"/>
              <a:pathLst>
                <a:path w="3403" h="4436" extrusionOk="0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p84"/>
            <p:cNvSpPr/>
            <p:nvPr/>
          </p:nvSpPr>
          <p:spPr>
            <a:xfrm>
              <a:off x="-4408875" y="3321800"/>
              <a:ext cx="154400" cy="148875"/>
            </a:xfrm>
            <a:custGeom>
              <a:avLst/>
              <a:gdLst/>
              <a:ahLst/>
              <a:cxnLst/>
              <a:rect l="l" t="t" r="r" b="b"/>
              <a:pathLst>
                <a:path w="6176" h="5955" extrusionOk="0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84"/>
            <p:cNvSpPr/>
            <p:nvPr/>
          </p:nvSpPr>
          <p:spPr>
            <a:xfrm>
              <a:off x="-4478975" y="3251700"/>
              <a:ext cx="293825" cy="293800"/>
            </a:xfrm>
            <a:custGeom>
              <a:avLst/>
              <a:gdLst/>
              <a:ahLst/>
              <a:cxnLst/>
              <a:rect l="l" t="t" r="r" b="b"/>
              <a:pathLst>
                <a:path w="11753" h="11752" extrusionOk="0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2" name="Google Shape;2492;p84"/>
          <p:cNvGrpSpPr/>
          <p:nvPr/>
        </p:nvGrpSpPr>
        <p:grpSpPr>
          <a:xfrm>
            <a:off x="3745472" y="2184342"/>
            <a:ext cx="423079" cy="419659"/>
            <a:chOff x="-4475825" y="3612425"/>
            <a:chExt cx="293825" cy="291450"/>
          </a:xfrm>
        </p:grpSpPr>
        <p:sp>
          <p:nvSpPr>
            <p:cNvPr id="2493" name="Google Shape;2493;p84"/>
            <p:cNvSpPr/>
            <p:nvPr/>
          </p:nvSpPr>
          <p:spPr>
            <a:xfrm>
              <a:off x="-4349800" y="3664400"/>
              <a:ext cx="34675" cy="33100"/>
            </a:xfrm>
            <a:custGeom>
              <a:avLst/>
              <a:gdLst/>
              <a:ahLst/>
              <a:cxnLst/>
              <a:rect l="l" t="t" r="r" b="b"/>
              <a:pathLst>
                <a:path w="1387" h="1324" extrusionOk="0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84"/>
            <p:cNvSpPr/>
            <p:nvPr/>
          </p:nvSpPr>
          <p:spPr>
            <a:xfrm>
              <a:off x="-4366325" y="3714800"/>
              <a:ext cx="68525" cy="34700"/>
            </a:xfrm>
            <a:custGeom>
              <a:avLst/>
              <a:gdLst/>
              <a:ahLst/>
              <a:cxnLst/>
              <a:rect l="l" t="t" r="r" b="b"/>
              <a:pathLst>
                <a:path w="2741" h="1388" extrusionOk="0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84"/>
            <p:cNvSpPr/>
            <p:nvPr/>
          </p:nvSpPr>
          <p:spPr>
            <a:xfrm>
              <a:off x="-4475825" y="3612425"/>
              <a:ext cx="293825" cy="291450"/>
            </a:xfrm>
            <a:custGeom>
              <a:avLst/>
              <a:gdLst/>
              <a:ahLst/>
              <a:cxnLst/>
              <a:rect l="l" t="t" r="r" b="b"/>
              <a:pathLst>
                <a:path w="11753" h="11658" extrusionOk="0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6" name="Google Shape;2496;p84"/>
          <p:cNvGrpSpPr/>
          <p:nvPr/>
        </p:nvGrpSpPr>
        <p:grpSpPr>
          <a:xfrm>
            <a:off x="3743870" y="2787877"/>
            <a:ext cx="428730" cy="419623"/>
            <a:chOff x="-4480550" y="3970800"/>
            <a:chExt cx="297750" cy="291425"/>
          </a:xfrm>
        </p:grpSpPr>
        <p:sp>
          <p:nvSpPr>
            <p:cNvPr id="2497" name="Google Shape;2497;p84"/>
            <p:cNvSpPr/>
            <p:nvPr/>
          </p:nvSpPr>
          <p:spPr>
            <a:xfrm>
              <a:off x="-4426200" y="4058225"/>
              <a:ext cx="51225" cy="69325"/>
            </a:xfrm>
            <a:custGeom>
              <a:avLst/>
              <a:gdLst/>
              <a:ahLst/>
              <a:cxnLst/>
              <a:rect l="l" t="t" r="r" b="b"/>
              <a:pathLst>
                <a:path w="2049" h="2773" extrusionOk="0">
                  <a:moveTo>
                    <a:pt x="1" y="0"/>
                  </a:moveTo>
                  <a:lnTo>
                    <a:pt x="1" y="2773"/>
                  </a:lnTo>
                  <a:lnTo>
                    <a:pt x="2048" y="2773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84"/>
            <p:cNvSpPr/>
            <p:nvPr/>
          </p:nvSpPr>
          <p:spPr>
            <a:xfrm>
              <a:off x="-4480550" y="3970800"/>
              <a:ext cx="297750" cy="291425"/>
            </a:xfrm>
            <a:custGeom>
              <a:avLst/>
              <a:gdLst/>
              <a:ahLst/>
              <a:cxnLst/>
              <a:rect l="l" t="t" r="r" b="b"/>
              <a:pathLst>
                <a:path w="11910" h="11657" extrusionOk="0">
                  <a:moveTo>
                    <a:pt x="10082" y="2804"/>
                  </a:moveTo>
                  <a:cubicBezTo>
                    <a:pt x="10492" y="2804"/>
                    <a:pt x="10555" y="3466"/>
                    <a:pt x="10082" y="3466"/>
                  </a:cubicBezTo>
                  <a:lnTo>
                    <a:pt x="5924" y="3466"/>
                  </a:lnTo>
                  <a:cubicBezTo>
                    <a:pt x="5913" y="3466"/>
                    <a:pt x="5903" y="3467"/>
                    <a:pt x="5893" y="3467"/>
                  </a:cubicBezTo>
                  <a:cubicBezTo>
                    <a:pt x="5451" y="3467"/>
                    <a:pt x="5462" y="2804"/>
                    <a:pt x="5924" y="2804"/>
                  </a:cubicBezTo>
                  <a:close/>
                  <a:moveTo>
                    <a:pt x="10082" y="4159"/>
                  </a:moveTo>
                  <a:cubicBezTo>
                    <a:pt x="10492" y="4159"/>
                    <a:pt x="10555" y="4852"/>
                    <a:pt x="10082" y="4852"/>
                  </a:cubicBezTo>
                  <a:lnTo>
                    <a:pt x="5924" y="4852"/>
                  </a:lnTo>
                  <a:cubicBezTo>
                    <a:pt x="5451" y="4852"/>
                    <a:pt x="5451" y="4159"/>
                    <a:pt x="5924" y="4159"/>
                  </a:cubicBezTo>
                  <a:close/>
                  <a:moveTo>
                    <a:pt x="6807" y="5481"/>
                  </a:moveTo>
                  <a:cubicBezTo>
                    <a:pt x="7492" y="5481"/>
                    <a:pt x="8531" y="5513"/>
                    <a:pt x="10082" y="5513"/>
                  </a:cubicBezTo>
                  <a:cubicBezTo>
                    <a:pt x="10492" y="5513"/>
                    <a:pt x="10555" y="6175"/>
                    <a:pt x="10082" y="6175"/>
                  </a:cubicBezTo>
                  <a:lnTo>
                    <a:pt x="5924" y="6175"/>
                  </a:lnTo>
                  <a:lnTo>
                    <a:pt x="5924" y="6206"/>
                  </a:lnTo>
                  <a:cubicBezTo>
                    <a:pt x="5735" y="6206"/>
                    <a:pt x="5577" y="6049"/>
                    <a:pt x="5577" y="5860"/>
                  </a:cubicBezTo>
                  <a:cubicBezTo>
                    <a:pt x="5577" y="5546"/>
                    <a:pt x="5837" y="5481"/>
                    <a:pt x="6807" y="5481"/>
                  </a:cubicBezTo>
                  <a:close/>
                  <a:moveTo>
                    <a:pt x="4569" y="2804"/>
                  </a:moveTo>
                  <a:cubicBezTo>
                    <a:pt x="4758" y="2804"/>
                    <a:pt x="4916" y="2961"/>
                    <a:pt x="4916" y="3151"/>
                  </a:cubicBezTo>
                  <a:lnTo>
                    <a:pt x="4916" y="6585"/>
                  </a:lnTo>
                  <a:cubicBezTo>
                    <a:pt x="4916" y="6774"/>
                    <a:pt x="4758" y="6931"/>
                    <a:pt x="4569" y="6931"/>
                  </a:cubicBezTo>
                  <a:lnTo>
                    <a:pt x="1797" y="6931"/>
                  </a:lnTo>
                  <a:cubicBezTo>
                    <a:pt x="1608" y="6931"/>
                    <a:pt x="1450" y="6774"/>
                    <a:pt x="1450" y="6585"/>
                  </a:cubicBezTo>
                  <a:lnTo>
                    <a:pt x="1450" y="3151"/>
                  </a:lnTo>
                  <a:cubicBezTo>
                    <a:pt x="1450" y="2961"/>
                    <a:pt x="1608" y="2804"/>
                    <a:pt x="1797" y="2804"/>
                  </a:cubicBezTo>
                  <a:close/>
                  <a:moveTo>
                    <a:pt x="4916" y="8317"/>
                  </a:moveTo>
                  <a:lnTo>
                    <a:pt x="4916" y="8979"/>
                  </a:lnTo>
                  <a:lnTo>
                    <a:pt x="3529" y="8979"/>
                  </a:lnTo>
                  <a:lnTo>
                    <a:pt x="3529" y="8317"/>
                  </a:lnTo>
                  <a:close/>
                  <a:moveTo>
                    <a:pt x="8381" y="8317"/>
                  </a:moveTo>
                  <a:lnTo>
                    <a:pt x="8381" y="8979"/>
                  </a:lnTo>
                  <a:lnTo>
                    <a:pt x="6963" y="8979"/>
                  </a:lnTo>
                  <a:lnTo>
                    <a:pt x="6963" y="8317"/>
                  </a:lnTo>
                  <a:close/>
                  <a:moveTo>
                    <a:pt x="1828" y="0"/>
                  </a:moveTo>
                  <a:cubicBezTo>
                    <a:pt x="1419" y="0"/>
                    <a:pt x="1355" y="662"/>
                    <a:pt x="1828" y="662"/>
                  </a:cubicBezTo>
                  <a:lnTo>
                    <a:pt x="2206" y="662"/>
                  </a:lnTo>
                  <a:lnTo>
                    <a:pt x="2206" y="1418"/>
                  </a:lnTo>
                  <a:lnTo>
                    <a:pt x="1166" y="1418"/>
                  </a:lnTo>
                  <a:cubicBezTo>
                    <a:pt x="631" y="1418"/>
                    <a:pt x="158" y="1890"/>
                    <a:pt x="158" y="2426"/>
                  </a:cubicBezTo>
                  <a:lnTo>
                    <a:pt x="158" y="7246"/>
                  </a:lnTo>
                  <a:cubicBezTo>
                    <a:pt x="158" y="7782"/>
                    <a:pt x="631" y="8254"/>
                    <a:pt x="1166" y="8254"/>
                  </a:cubicBezTo>
                  <a:lnTo>
                    <a:pt x="2868" y="8254"/>
                  </a:lnTo>
                  <a:lnTo>
                    <a:pt x="2868" y="8947"/>
                  </a:lnTo>
                  <a:lnTo>
                    <a:pt x="1828" y="8947"/>
                  </a:lnTo>
                  <a:cubicBezTo>
                    <a:pt x="1419" y="8947"/>
                    <a:pt x="1355" y="9609"/>
                    <a:pt x="1828" y="9609"/>
                  </a:cubicBezTo>
                  <a:lnTo>
                    <a:pt x="4916" y="9609"/>
                  </a:lnTo>
                  <a:lnTo>
                    <a:pt x="4916" y="10995"/>
                  </a:lnTo>
                  <a:lnTo>
                    <a:pt x="473" y="10995"/>
                  </a:lnTo>
                  <a:cubicBezTo>
                    <a:pt x="32" y="10995"/>
                    <a:pt x="1" y="11657"/>
                    <a:pt x="473" y="11657"/>
                  </a:cubicBezTo>
                  <a:lnTo>
                    <a:pt x="11437" y="11657"/>
                  </a:lnTo>
                  <a:cubicBezTo>
                    <a:pt x="11878" y="11657"/>
                    <a:pt x="11910" y="10995"/>
                    <a:pt x="11437" y="10995"/>
                  </a:cubicBezTo>
                  <a:lnTo>
                    <a:pt x="6963" y="10995"/>
                  </a:lnTo>
                  <a:lnTo>
                    <a:pt x="6963" y="9609"/>
                  </a:lnTo>
                  <a:lnTo>
                    <a:pt x="10082" y="9609"/>
                  </a:lnTo>
                  <a:cubicBezTo>
                    <a:pt x="10492" y="9609"/>
                    <a:pt x="10555" y="8947"/>
                    <a:pt x="10082" y="8947"/>
                  </a:cubicBezTo>
                  <a:lnTo>
                    <a:pt x="9043" y="8947"/>
                  </a:lnTo>
                  <a:lnTo>
                    <a:pt x="9043" y="8254"/>
                  </a:lnTo>
                  <a:lnTo>
                    <a:pt x="10775" y="8254"/>
                  </a:lnTo>
                  <a:cubicBezTo>
                    <a:pt x="11343" y="8254"/>
                    <a:pt x="11815" y="7782"/>
                    <a:pt x="11815" y="7246"/>
                  </a:cubicBezTo>
                  <a:lnTo>
                    <a:pt x="11815" y="2426"/>
                  </a:lnTo>
                  <a:cubicBezTo>
                    <a:pt x="11815" y="1890"/>
                    <a:pt x="11343" y="1418"/>
                    <a:pt x="10775" y="1418"/>
                  </a:cubicBezTo>
                  <a:lnTo>
                    <a:pt x="9767" y="1418"/>
                  </a:lnTo>
                  <a:lnTo>
                    <a:pt x="9767" y="662"/>
                  </a:lnTo>
                  <a:lnTo>
                    <a:pt x="10114" y="662"/>
                  </a:lnTo>
                  <a:cubicBezTo>
                    <a:pt x="10555" y="662"/>
                    <a:pt x="10586" y="0"/>
                    <a:pt x="10114" y="0"/>
                  </a:cubicBezTo>
                  <a:lnTo>
                    <a:pt x="8728" y="0"/>
                  </a:lnTo>
                  <a:cubicBezTo>
                    <a:pt x="8287" y="0"/>
                    <a:pt x="8255" y="662"/>
                    <a:pt x="8728" y="662"/>
                  </a:cubicBezTo>
                  <a:lnTo>
                    <a:pt x="9074" y="662"/>
                  </a:lnTo>
                  <a:lnTo>
                    <a:pt x="9074" y="1418"/>
                  </a:lnTo>
                  <a:lnTo>
                    <a:pt x="6302" y="1418"/>
                  </a:lnTo>
                  <a:lnTo>
                    <a:pt x="6302" y="662"/>
                  </a:lnTo>
                  <a:lnTo>
                    <a:pt x="6648" y="662"/>
                  </a:lnTo>
                  <a:cubicBezTo>
                    <a:pt x="7089" y="662"/>
                    <a:pt x="7121" y="0"/>
                    <a:pt x="6648" y="0"/>
                  </a:cubicBezTo>
                  <a:lnTo>
                    <a:pt x="5262" y="0"/>
                  </a:lnTo>
                  <a:cubicBezTo>
                    <a:pt x="4821" y="0"/>
                    <a:pt x="4790" y="662"/>
                    <a:pt x="5262" y="662"/>
                  </a:cubicBezTo>
                  <a:lnTo>
                    <a:pt x="5609" y="662"/>
                  </a:lnTo>
                  <a:lnTo>
                    <a:pt x="5609" y="1418"/>
                  </a:lnTo>
                  <a:lnTo>
                    <a:pt x="2868" y="1418"/>
                  </a:lnTo>
                  <a:lnTo>
                    <a:pt x="2868" y="662"/>
                  </a:lnTo>
                  <a:lnTo>
                    <a:pt x="3214" y="662"/>
                  </a:lnTo>
                  <a:cubicBezTo>
                    <a:pt x="3655" y="662"/>
                    <a:pt x="3687" y="0"/>
                    <a:pt x="32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9" name="Google Shape;2499;p84"/>
          <p:cNvGrpSpPr/>
          <p:nvPr/>
        </p:nvGrpSpPr>
        <p:grpSpPr>
          <a:xfrm>
            <a:off x="6692789" y="2787858"/>
            <a:ext cx="420811" cy="419659"/>
            <a:chOff x="-2671375" y="3597450"/>
            <a:chExt cx="292250" cy="291450"/>
          </a:xfrm>
        </p:grpSpPr>
        <p:sp>
          <p:nvSpPr>
            <p:cNvPr id="2500" name="Google Shape;2500;p84"/>
            <p:cNvSpPr/>
            <p:nvPr/>
          </p:nvSpPr>
          <p:spPr>
            <a:xfrm>
              <a:off x="-2654050" y="3597450"/>
              <a:ext cx="260725" cy="51225"/>
            </a:xfrm>
            <a:custGeom>
              <a:avLst/>
              <a:gdLst/>
              <a:ahLst/>
              <a:cxnLst/>
              <a:rect l="l" t="t" r="r" b="b"/>
              <a:pathLst>
                <a:path w="10429" h="2049" extrusionOk="0">
                  <a:moveTo>
                    <a:pt x="1513" y="1"/>
                  </a:moveTo>
                  <a:cubicBezTo>
                    <a:pt x="1072" y="1"/>
                    <a:pt x="725" y="253"/>
                    <a:pt x="568" y="631"/>
                  </a:cubicBezTo>
                  <a:lnTo>
                    <a:pt x="1" y="2049"/>
                  </a:lnTo>
                  <a:lnTo>
                    <a:pt x="10429" y="2049"/>
                  </a:lnTo>
                  <a:lnTo>
                    <a:pt x="9830" y="631"/>
                  </a:lnTo>
                  <a:cubicBezTo>
                    <a:pt x="9673" y="253"/>
                    <a:pt x="9263" y="1"/>
                    <a:pt x="88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84"/>
            <p:cNvSpPr/>
            <p:nvPr/>
          </p:nvSpPr>
          <p:spPr>
            <a:xfrm>
              <a:off x="-2671375" y="3667550"/>
              <a:ext cx="292250" cy="221350"/>
            </a:xfrm>
            <a:custGeom>
              <a:avLst/>
              <a:gdLst/>
              <a:ahLst/>
              <a:cxnLst/>
              <a:rect l="l" t="t" r="r" b="b"/>
              <a:pathLst>
                <a:path w="11690" h="8854" extrusionOk="0">
                  <a:moveTo>
                    <a:pt x="1733" y="1324"/>
                  </a:moveTo>
                  <a:cubicBezTo>
                    <a:pt x="1922" y="1324"/>
                    <a:pt x="2080" y="1481"/>
                    <a:pt x="2080" y="1702"/>
                  </a:cubicBezTo>
                  <a:cubicBezTo>
                    <a:pt x="2080" y="1891"/>
                    <a:pt x="1922" y="2049"/>
                    <a:pt x="1733" y="2049"/>
                  </a:cubicBezTo>
                  <a:cubicBezTo>
                    <a:pt x="1544" y="2049"/>
                    <a:pt x="1387" y="1891"/>
                    <a:pt x="1387" y="1702"/>
                  </a:cubicBezTo>
                  <a:cubicBezTo>
                    <a:pt x="1387" y="1481"/>
                    <a:pt x="1544" y="1324"/>
                    <a:pt x="1733" y="1324"/>
                  </a:cubicBezTo>
                  <a:close/>
                  <a:moveTo>
                    <a:pt x="10019" y="1387"/>
                  </a:moveTo>
                  <a:cubicBezTo>
                    <a:pt x="10492" y="1387"/>
                    <a:pt x="10492" y="2049"/>
                    <a:pt x="10019" y="2049"/>
                  </a:cubicBezTo>
                  <a:lnTo>
                    <a:pt x="3781" y="2049"/>
                  </a:lnTo>
                  <a:cubicBezTo>
                    <a:pt x="3340" y="2049"/>
                    <a:pt x="3309" y="1387"/>
                    <a:pt x="3781" y="1387"/>
                  </a:cubicBezTo>
                  <a:close/>
                  <a:moveTo>
                    <a:pt x="1733" y="4096"/>
                  </a:moveTo>
                  <a:cubicBezTo>
                    <a:pt x="1922" y="4096"/>
                    <a:pt x="2080" y="4254"/>
                    <a:pt x="2080" y="4443"/>
                  </a:cubicBezTo>
                  <a:cubicBezTo>
                    <a:pt x="2080" y="4632"/>
                    <a:pt x="1922" y="4789"/>
                    <a:pt x="1733" y="4789"/>
                  </a:cubicBezTo>
                  <a:cubicBezTo>
                    <a:pt x="1544" y="4789"/>
                    <a:pt x="1387" y="4632"/>
                    <a:pt x="1387" y="4443"/>
                  </a:cubicBezTo>
                  <a:cubicBezTo>
                    <a:pt x="1387" y="4254"/>
                    <a:pt x="1544" y="4096"/>
                    <a:pt x="1733" y="4096"/>
                  </a:cubicBezTo>
                  <a:close/>
                  <a:moveTo>
                    <a:pt x="10050" y="4127"/>
                  </a:moveTo>
                  <a:cubicBezTo>
                    <a:pt x="10492" y="4127"/>
                    <a:pt x="10481" y="4789"/>
                    <a:pt x="10019" y="4789"/>
                  </a:cubicBezTo>
                  <a:lnTo>
                    <a:pt x="3781" y="4789"/>
                  </a:lnTo>
                  <a:cubicBezTo>
                    <a:pt x="3340" y="4789"/>
                    <a:pt x="3309" y="4128"/>
                    <a:pt x="3781" y="4128"/>
                  </a:cubicBezTo>
                  <a:lnTo>
                    <a:pt x="10019" y="4128"/>
                  </a:lnTo>
                  <a:cubicBezTo>
                    <a:pt x="10030" y="4127"/>
                    <a:pt x="10040" y="4127"/>
                    <a:pt x="10050" y="4127"/>
                  </a:cubicBezTo>
                  <a:close/>
                  <a:moveTo>
                    <a:pt x="1733" y="6806"/>
                  </a:moveTo>
                  <a:cubicBezTo>
                    <a:pt x="1922" y="6806"/>
                    <a:pt x="2080" y="6963"/>
                    <a:pt x="2080" y="7152"/>
                  </a:cubicBezTo>
                  <a:cubicBezTo>
                    <a:pt x="2080" y="7373"/>
                    <a:pt x="1922" y="7499"/>
                    <a:pt x="1733" y="7499"/>
                  </a:cubicBezTo>
                  <a:cubicBezTo>
                    <a:pt x="1544" y="7499"/>
                    <a:pt x="1387" y="7373"/>
                    <a:pt x="1387" y="7152"/>
                  </a:cubicBezTo>
                  <a:cubicBezTo>
                    <a:pt x="1387" y="6963"/>
                    <a:pt x="1544" y="6806"/>
                    <a:pt x="1733" y="6806"/>
                  </a:cubicBezTo>
                  <a:close/>
                  <a:moveTo>
                    <a:pt x="10019" y="6837"/>
                  </a:moveTo>
                  <a:cubicBezTo>
                    <a:pt x="10492" y="6837"/>
                    <a:pt x="10492" y="7499"/>
                    <a:pt x="10019" y="7499"/>
                  </a:cubicBezTo>
                  <a:lnTo>
                    <a:pt x="3781" y="7499"/>
                  </a:lnTo>
                  <a:cubicBezTo>
                    <a:pt x="3340" y="7499"/>
                    <a:pt x="3309" y="6837"/>
                    <a:pt x="3781" y="6837"/>
                  </a:cubicBezTo>
                  <a:close/>
                  <a:moveTo>
                    <a:pt x="379" y="1"/>
                  </a:moveTo>
                  <a:lnTo>
                    <a:pt x="95" y="631"/>
                  </a:lnTo>
                  <a:cubicBezTo>
                    <a:pt x="64" y="757"/>
                    <a:pt x="1" y="883"/>
                    <a:pt x="1" y="1009"/>
                  </a:cubicBezTo>
                  <a:lnTo>
                    <a:pt x="1" y="2395"/>
                  </a:lnTo>
                  <a:cubicBezTo>
                    <a:pt x="1" y="2679"/>
                    <a:pt x="127" y="2899"/>
                    <a:pt x="284" y="3057"/>
                  </a:cubicBezTo>
                  <a:cubicBezTo>
                    <a:pt x="127" y="3246"/>
                    <a:pt x="1" y="3498"/>
                    <a:pt x="1" y="3718"/>
                  </a:cubicBezTo>
                  <a:lnTo>
                    <a:pt x="1" y="5104"/>
                  </a:lnTo>
                  <a:cubicBezTo>
                    <a:pt x="1" y="5388"/>
                    <a:pt x="127" y="5609"/>
                    <a:pt x="284" y="5766"/>
                  </a:cubicBezTo>
                  <a:cubicBezTo>
                    <a:pt x="127" y="5987"/>
                    <a:pt x="1" y="6207"/>
                    <a:pt x="1" y="6459"/>
                  </a:cubicBezTo>
                  <a:lnTo>
                    <a:pt x="1" y="7814"/>
                  </a:lnTo>
                  <a:cubicBezTo>
                    <a:pt x="1" y="8381"/>
                    <a:pt x="473" y="8854"/>
                    <a:pt x="1040" y="8854"/>
                  </a:cubicBezTo>
                  <a:lnTo>
                    <a:pt x="10649" y="8854"/>
                  </a:lnTo>
                  <a:cubicBezTo>
                    <a:pt x="11185" y="8854"/>
                    <a:pt x="11658" y="8381"/>
                    <a:pt x="11658" y="7814"/>
                  </a:cubicBezTo>
                  <a:lnTo>
                    <a:pt x="11658" y="6459"/>
                  </a:lnTo>
                  <a:cubicBezTo>
                    <a:pt x="11658" y="6176"/>
                    <a:pt x="11563" y="5924"/>
                    <a:pt x="11405" y="5766"/>
                  </a:cubicBezTo>
                  <a:cubicBezTo>
                    <a:pt x="11563" y="5577"/>
                    <a:pt x="11658" y="5357"/>
                    <a:pt x="11658" y="5104"/>
                  </a:cubicBezTo>
                  <a:lnTo>
                    <a:pt x="11658" y="3718"/>
                  </a:lnTo>
                  <a:cubicBezTo>
                    <a:pt x="11658" y="3466"/>
                    <a:pt x="11563" y="3214"/>
                    <a:pt x="11405" y="3057"/>
                  </a:cubicBezTo>
                  <a:cubicBezTo>
                    <a:pt x="11563" y="2868"/>
                    <a:pt x="11658" y="2616"/>
                    <a:pt x="11658" y="2395"/>
                  </a:cubicBezTo>
                  <a:lnTo>
                    <a:pt x="11658" y="1009"/>
                  </a:lnTo>
                  <a:lnTo>
                    <a:pt x="11689" y="1009"/>
                  </a:lnTo>
                  <a:cubicBezTo>
                    <a:pt x="11689" y="883"/>
                    <a:pt x="11658" y="757"/>
                    <a:pt x="11626" y="631"/>
                  </a:cubicBezTo>
                  <a:lnTo>
                    <a:pt x="11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2" name="Google Shape;2502;p84"/>
          <p:cNvGrpSpPr/>
          <p:nvPr/>
        </p:nvGrpSpPr>
        <p:grpSpPr>
          <a:xfrm>
            <a:off x="6677974" y="3412544"/>
            <a:ext cx="423043" cy="421927"/>
            <a:chOff x="-2670575" y="3956600"/>
            <a:chExt cx="293800" cy="293025"/>
          </a:xfrm>
        </p:grpSpPr>
        <p:sp>
          <p:nvSpPr>
            <p:cNvPr id="2503" name="Google Shape;2503;p84"/>
            <p:cNvSpPr/>
            <p:nvPr/>
          </p:nvSpPr>
          <p:spPr>
            <a:xfrm>
              <a:off x="-2670575" y="3975525"/>
              <a:ext cx="116575" cy="34675"/>
            </a:xfrm>
            <a:custGeom>
              <a:avLst/>
              <a:gdLst/>
              <a:ahLst/>
              <a:cxnLst/>
              <a:rect l="l" t="t" r="r" b="b"/>
              <a:pathLst>
                <a:path w="4663" h="1387" extrusionOk="0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3781" y="1386"/>
                  </a:lnTo>
                  <a:cubicBezTo>
                    <a:pt x="4001" y="882"/>
                    <a:pt x="4316" y="410"/>
                    <a:pt x="4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84"/>
            <p:cNvSpPr/>
            <p:nvPr/>
          </p:nvSpPr>
          <p:spPr>
            <a:xfrm>
              <a:off x="-2669800" y="4026700"/>
              <a:ext cx="170950" cy="136300"/>
            </a:xfrm>
            <a:custGeom>
              <a:avLst/>
              <a:gdLst/>
              <a:ahLst/>
              <a:cxnLst/>
              <a:rect l="l" t="t" r="r" b="b"/>
              <a:pathLst>
                <a:path w="6838" h="5452" extrusionOk="0">
                  <a:moveTo>
                    <a:pt x="1" y="1"/>
                  </a:moveTo>
                  <a:lnTo>
                    <a:pt x="1" y="5451"/>
                  </a:lnTo>
                  <a:lnTo>
                    <a:pt x="6837" y="5451"/>
                  </a:lnTo>
                  <a:lnTo>
                    <a:pt x="6837" y="5357"/>
                  </a:lnTo>
                  <a:cubicBezTo>
                    <a:pt x="6522" y="5294"/>
                    <a:pt x="6207" y="5168"/>
                    <a:pt x="5924" y="5042"/>
                  </a:cubicBezTo>
                  <a:lnTo>
                    <a:pt x="5104" y="5325"/>
                  </a:lnTo>
                  <a:cubicBezTo>
                    <a:pt x="4975" y="5368"/>
                    <a:pt x="4845" y="5389"/>
                    <a:pt x="4720" y="5389"/>
                  </a:cubicBezTo>
                  <a:cubicBezTo>
                    <a:pt x="3931" y="5389"/>
                    <a:pt x="3289" y="4597"/>
                    <a:pt x="3561" y="3781"/>
                  </a:cubicBezTo>
                  <a:lnTo>
                    <a:pt x="3844" y="2962"/>
                  </a:lnTo>
                  <a:cubicBezTo>
                    <a:pt x="3561" y="2364"/>
                    <a:pt x="3403" y="1702"/>
                    <a:pt x="3403" y="1041"/>
                  </a:cubicBezTo>
                  <a:cubicBezTo>
                    <a:pt x="3403" y="662"/>
                    <a:pt x="3466" y="316"/>
                    <a:pt x="35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84"/>
            <p:cNvSpPr/>
            <p:nvPr/>
          </p:nvSpPr>
          <p:spPr>
            <a:xfrm>
              <a:off x="-2669800" y="4179500"/>
              <a:ext cx="170950" cy="70125"/>
            </a:xfrm>
            <a:custGeom>
              <a:avLst/>
              <a:gdLst/>
              <a:ahLst/>
              <a:cxnLst/>
              <a:rect l="l" t="t" r="r" b="b"/>
              <a:pathLst>
                <a:path w="6838" h="2805" extrusionOk="0">
                  <a:moveTo>
                    <a:pt x="3403" y="757"/>
                  </a:moveTo>
                  <a:cubicBezTo>
                    <a:pt x="3592" y="757"/>
                    <a:pt x="3750" y="914"/>
                    <a:pt x="3750" y="1103"/>
                  </a:cubicBezTo>
                  <a:cubicBezTo>
                    <a:pt x="3750" y="1293"/>
                    <a:pt x="3592" y="1450"/>
                    <a:pt x="3403" y="1450"/>
                  </a:cubicBezTo>
                  <a:cubicBezTo>
                    <a:pt x="3214" y="1450"/>
                    <a:pt x="3057" y="1293"/>
                    <a:pt x="3057" y="1103"/>
                  </a:cubicBezTo>
                  <a:cubicBezTo>
                    <a:pt x="3057" y="914"/>
                    <a:pt x="3214" y="757"/>
                    <a:pt x="3403" y="757"/>
                  </a:cubicBezTo>
                  <a:close/>
                  <a:moveTo>
                    <a:pt x="1" y="1"/>
                  </a:moveTo>
                  <a:lnTo>
                    <a:pt x="1" y="1765"/>
                  </a:lnTo>
                  <a:cubicBezTo>
                    <a:pt x="1" y="2332"/>
                    <a:pt x="442" y="2805"/>
                    <a:pt x="1009" y="2805"/>
                  </a:cubicBezTo>
                  <a:lnTo>
                    <a:pt x="5829" y="2805"/>
                  </a:lnTo>
                  <a:cubicBezTo>
                    <a:pt x="6365" y="2805"/>
                    <a:pt x="6837" y="2332"/>
                    <a:pt x="6837" y="1765"/>
                  </a:cubicBezTo>
                  <a:lnTo>
                    <a:pt x="68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84"/>
            <p:cNvSpPr/>
            <p:nvPr/>
          </p:nvSpPr>
          <p:spPr>
            <a:xfrm>
              <a:off x="-2566625" y="3956600"/>
              <a:ext cx="189850" cy="190650"/>
            </a:xfrm>
            <a:custGeom>
              <a:avLst/>
              <a:gdLst/>
              <a:ahLst/>
              <a:cxnLst/>
              <a:rect l="l" t="t" r="r" b="b"/>
              <a:pathLst>
                <a:path w="7594" h="7626" extrusionOk="0">
                  <a:moveTo>
                    <a:pt x="3759" y="1391"/>
                  </a:moveTo>
                  <a:cubicBezTo>
                    <a:pt x="3929" y="1391"/>
                    <a:pt x="4096" y="1502"/>
                    <a:pt x="4096" y="1734"/>
                  </a:cubicBezTo>
                  <a:lnTo>
                    <a:pt x="4096" y="2175"/>
                  </a:lnTo>
                  <a:cubicBezTo>
                    <a:pt x="4254" y="2206"/>
                    <a:pt x="4349" y="2301"/>
                    <a:pt x="4475" y="2427"/>
                  </a:cubicBezTo>
                  <a:cubicBezTo>
                    <a:pt x="4716" y="2669"/>
                    <a:pt x="4494" y="3003"/>
                    <a:pt x="4235" y="3003"/>
                  </a:cubicBezTo>
                  <a:cubicBezTo>
                    <a:pt x="4157" y="3003"/>
                    <a:pt x="4075" y="2973"/>
                    <a:pt x="4002" y="2899"/>
                  </a:cubicBezTo>
                  <a:cubicBezTo>
                    <a:pt x="3926" y="2823"/>
                    <a:pt x="3839" y="2791"/>
                    <a:pt x="3756" y="2791"/>
                  </a:cubicBezTo>
                  <a:cubicBezTo>
                    <a:pt x="3493" y="2791"/>
                    <a:pt x="3266" y="3109"/>
                    <a:pt x="3529" y="3372"/>
                  </a:cubicBezTo>
                  <a:cubicBezTo>
                    <a:pt x="3624" y="3435"/>
                    <a:pt x="3687" y="3466"/>
                    <a:pt x="3781" y="3466"/>
                  </a:cubicBezTo>
                  <a:cubicBezTo>
                    <a:pt x="4317" y="3466"/>
                    <a:pt x="4790" y="3939"/>
                    <a:pt x="4790" y="4506"/>
                  </a:cubicBezTo>
                  <a:cubicBezTo>
                    <a:pt x="4790" y="4884"/>
                    <a:pt x="4569" y="5294"/>
                    <a:pt x="4128" y="5451"/>
                  </a:cubicBezTo>
                  <a:lnTo>
                    <a:pt x="4128" y="5829"/>
                  </a:lnTo>
                  <a:cubicBezTo>
                    <a:pt x="4128" y="6054"/>
                    <a:pt x="3957" y="6172"/>
                    <a:pt x="3789" y="6172"/>
                  </a:cubicBezTo>
                  <a:cubicBezTo>
                    <a:pt x="3626" y="6172"/>
                    <a:pt x="3466" y="6062"/>
                    <a:pt x="3466" y="5829"/>
                  </a:cubicBezTo>
                  <a:lnTo>
                    <a:pt x="3466" y="5451"/>
                  </a:lnTo>
                  <a:cubicBezTo>
                    <a:pt x="3309" y="5420"/>
                    <a:pt x="3183" y="5325"/>
                    <a:pt x="3057" y="5199"/>
                  </a:cubicBezTo>
                  <a:cubicBezTo>
                    <a:pt x="2815" y="4957"/>
                    <a:pt x="3037" y="4623"/>
                    <a:pt x="3296" y="4623"/>
                  </a:cubicBezTo>
                  <a:cubicBezTo>
                    <a:pt x="3374" y="4623"/>
                    <a:pt x="3456" y="4653"/>
                    <a:pt x="3529" y="4727"/>
                  </a:cubicBezTo>
                  <a:cubicBezTo>
                    <a:pt x="3603" y="4800"/>
                    <a:pt x="3684" y="4831"/>
                    <a:pt x="3763" y="4831"/>
                  </a:cubicBezTo>
                  <a:cubicBezTo>
                    <a:pt x="4022" y="4831"/>
                    <a:pt x="4244" y="4496"/>
                    <a:pt x="4002" y="4254"/>
                  </a:cubicBezTo>
                  <a:cubicBezTo>
                    <a:pt x="3939" y="4191"/>
                    <a:pt x="3844" y="4160"/>
                    <a:pt x="3781" y="4160"/>
                  </a:cubicBezTo>
                  <a:cubicBezTo>
                    <a:pt x="3214" y="4160"/>
                    <a:pt x="2742" y="3687"/>
                    <a:pt x="2742" y="3120"/>
                  </a:cubicBezTo>
                  <a:cubicBezTo>
                    <a:pt x="2742" y="2710"/>
                    <a:pt x="2994" y="2332"/>
                    <a:pt x="3403" y="2175"/>
                  </a:cubicBezTo>
                  <a:lnTo>
                    <a:pt x="3403" y="1734"/>
                  </a:lnTo>
                  <a:cubicBezTo>
                    <a:pt x="3403" y="1509"/>
                    <a:pt x="3583" y="1391"/>
                    <a:pt x="3759" y="1391"/>
                  </a:cubicBezTo>
                  <a:close/>
                  <a:moveTo>
                    <a:pt x="3781" y="1"/>
                  </a:moveTo>
                  <a:cubicBezTo>
                    <a:pt x="1734" y="1"/>
                    <a:pt x="1" y="1671"/>
                    <a:pt x="1" y="3782"/>
                  </a:cubicBezTo>
                  <a:cubicBezTo>
                    <a:pt x="1" y="4380"/>
                    <a:pt x="158" y="5010"/>
                    <a:pt x="410" y="5514"/>
                  </a:cubicBezTo>
                  <a:cubicBezTo>
                    <a:pt x="473" y="5609"/>
                    <a:pt x="473" y="5735"/>
                    <a:pt x="473" y="5798"/>
                  </a:cubicBezTo>
                  <a:lnTo>
                    <a:pt x="158" y="6774"/>
                  </a:lnTo>
                  <a:cubicBezTo>
                    <a:pt x="46" y="7141"/>
                    <a:pt x="311" y="7482"/>
                    <a:pt x="684" y="7482"/>
                  </a:cubicBezTo>
                  <a:cubicBezTo>
                    <a:pt x="728" y="7482"/>
                    <a:pt x="774" y="7478"/>
                    <a:pt x="820" y="7468"/>
                  </a:cubicBezTo>
                  <a:lnTo>
                    <a:pt x="1797" y="7121"/>
                  </a:lnTo>
                  <a:cubicBezTo>
                    <a:pt x="1831" y="7110"/>
                    <a:pt x="1866" y="7102"/>
                    <a:pt x="1900" y="7102"/>
                  </a:cubicBezTo>
                  <a:cubicBezTo>
                    <a:pt x="1960" y="7102"/>
                    <a:pt x="2020" y="7124"/>
                    <a:pt x="2080" y="7184"/>
                  </a:cubicBezTo>
                  <a:cubicBezTo>
                    <a:pt x="2584" y="7468"/>
                    <a:pt x="3214" y="7625"/>
                    <a:pt x="3813" y="7625"/>
                  </a:cubicBezTo>
                  <a:cubicBezTo>
                    <a:pt x="5892" y="7625"/>
                    <a:pt x="7594" y="5924"/>
                    <a:pt x="7594" y="3813"/>
                  </a:cubicBezTo>
                  <a:cubicBezTo>
                    <a:pt x="7499" y="1702"/>
                    <a:pt x="5861" y="1"/>
                    <a:pt x="3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7" name="Google Shape;2507;p84"/>
          <p:cNvGrpSpPr/>
          <p:nvPr/>
        </p:nvGrpSpPr>
        <p:grpSpPr>
          <a:xfrm>
            <a:off x="2648686" y="3414330"/>
            <a:ext cx="426462" cy="418363"/>
            <a:chOff x="-1183550" y="3586525"/>
            <a:chExt cx="296175" cy="290550"/>
          </a:xfrm>
        </p:grpSpPr>
        <p:sp>
          <p:nvSpPr>
            <p:cNvPr id="2508" name="Google Shape;2508;p84"/>
            <p:cNvSpPr/>
            <p:nvPr/>
          </p:nvSpPr>
          <p:spPr>
            <a:xfrm>
              <a:off x="-927575" y="3671500"/>
              <a:ext cx="40200" cy="16575"/>
            </a:xfrm>
            <a:custGeom>
              <a:avLst/>
              <a:gdLst/>
              <a:ahLst/>
              <a:cxnLst/>
              <a:rect l="l" t="t" r="r" b="b"/>
              <a:pathLst>
                <a:path w="1608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84"/>
            <p:cNvSpPr/>
            <p:nvPr/>
          </p:nvSpPr>
          <p:spPr>
            <a:xfrm>
              <a:off x="-1183550" y="3671500"/>
              <a:ext cx="39400" cy="16575"/>
            </a:xfrm>
            <a:custGeom>
              <a:avLst/>
              <a:gdLst/>
              <a:ahLst/>
              <a:cxnLst/>
              <a:rect l="l" t="t" r="r" b="b"/>
              <a:pathLst>
                <a:path w="1576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84"/>
            <p:cNvSpPr/>
            <p:nvPr/>
          </p:nvSpPr>
          <p:spPr>
            <a:xfrm>
              <a:off x="-944250" y="3603025"/>
              <a:ext cx="39525" cy="26375"/>
            </a:xfrm>
            <a:custGeom>
              <a:avLst/>
              <a:gdLst/>
              <a:ahLst/>
              <a:cxnLst/>
              <a:rect l="l" t="t" r="r" b="b"/>
              <a:pathLst>
                <a:path w="1581" h="1055" extrusionOk="0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84"/>
            <p:cNvSpPr/>
            <p:nvPr/>
          </p:nvSpPr>
          <p:spPr>
            <a:xfrm>
              <a:off x="-1166200" y="3731225"/>
              <a:ext cx="39700" cy="26075"/>
            </a:xfrm>
            <a:custGeom>
              <a:avLst/>
              <a:gdLst/>
              <a:ahLst/>
              <a:cxnLst/>
              <a:rect l="l" t="t" r="r" b="b"/>
              <a:pathLst>
                <a:path w="1588" h="1043" extrusionOk="0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84"/>
            <p:cNvSpPr/>
            <p:nvPr/>
          </p:nvSpPr>
          <p:spPr>
            <a:xfrm>
              <a:off x="-944925" y="3730950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84"/>
            <p:cNvSpPr/>
            <p:nvPr/>
          </p:nvSpPr>
          <p:spPr>
            <a:xfrm>
              <a:off x="-1167000" y="3603025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84"/>
            <p:cNvSpPr/>
            <p:nvPr/>
          </p:nvSpPr>
          <p:spPr>
            <a:xfrm>
              <a:off x="-1065400" y="3658900"/>
              <a:ext cx="59875" cy="77200"/>
            </a:xfrm>
            <a:custGeom>
              <a:avLst/>
              <a:gdLst/>
              <a:ahLst/>
              <a:cxnLst/>
              <a:rect l="l" t="t" r="r" b="b"/>
              <a:pathLst>
                <a:path w="2395" h="3088" extrusionOk="0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84"/>
            <p:cNvSpPr/>
            <p:nvPr/>
          </p:nvSpPr>
          <p:spPr>
            <a:xfrm>
              <a:off x="-1078000" y="3809325"/>
              <a:ext cx="85075" cy="67750"/>
            </a:xfrm>
            <a:custGeom>
              <a:avLst/>
              <a:gdLst/>
              <a:ahLst/>
              <a:cxnLst/>
              <a:rect l="l" t="t" r="r" b="b"/>
              <a:pathLst>
                <a:path w="3403" h="2710" extrusionOk="0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84"/>
            <p:cNvSpPr/>
            <p:nvPr/>
          </p:nvSpPr>
          <p:spPr>
            <a:xfrm>
              <a:off x="-1135500" y="3586525"/>
              <a:ext cx="193775" cy="204700"/>
            </a:xfrm>
            <a:custGeom>
              <a:avLst/>
              <a:gdLst/>
              <a:ahLst/>
              <a:cxnLst/>
              <a:rect l="l" t="t" r="r" b="b"/>
              <a:pathLst>
                <a:path w="7751" h="8188" extrusionOk="0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7" name="Google Shape;2517;p84"/>
          <p:cNvGrpSpPr/>
          <p:nvPr/>
        </p:nvGrpSpPr>
        <p:grpSpPr>
          <a:xfrm>
            <a:off x="1523668" y="2184919"/>
            <a:ext cx="420811" cy="418507"/>
            <a:chOff x="-5971525" y="3273750"/>
            <a:chExt cx="292250" cy="290650"/>
          </a:xfrm>
        </p:grpSpPr>
        <p:sp>
          <p:nvSpPr>
            <p:cNvPr id="2518" name="Google Shape;2518;p84"/>
            <p:cNvSpPr/>
            <p:nvPr/>
          </p:nvSpPr>
          <p:spPr>
            <a:xfrm>
              <a:off x="-5868325" y="3273750"/>
              <a:ext cx="85075" cy="84300"/>
            </a:xfrm>
            <a:custGeom>
              <a:avLst/>
              <a:gdLst/>
              <a:ahLst/>
              <a:cxnLst/>
              <a:rect l="l" t="t" r="r" b="b"/>
              <a:pathLst>
                <a:path w="3403" h="3372" extrusionOk="0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84"/>
            <p:cNvSpPr/>
            <p:nvPr/>
          </p:nvSpPr>
          <p:spPr>
            <a:xfrm>
              <a:off x="-5971525" y="3308400"/>
              <a:ext cx="292250" cy="256000"/>
            </a:xfrm>
            <a:custGeom>
              <a:avLst/>
              <a:gdLst/>
              <a:ahLst/>
              <a:cxnLst/>
              <a:rect l="l" t="t" r="r" b="b"/>
              <a:pathLst>
                <a:path w="11690" h="10240" extrusionOk="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0" name="Google Shape;2520;p84"/>
          <p:cNvGrpSpPr/>
          <p:nvPr/>
        </p:nvGrpSpPr>
        <p:grpSpPr>
          <a:xfrm>
            <a:off x="1537388" y="2786722"/>
            <a:ext cx="395865" cy="421927"/>
            <a:chOff x="-5971525" y="3990475"/>
            <a:chExt cx="274925" cy="293025"/>
          </a:xfrm>
        </p:grpSpPr>
        <p:sp>
          <p:nvSpPr>
            <p:cNvPr id="2521" name="Google Shape;2521;p84"/>
            <p:cNvSpPr/>
            <p:nvPr/>
          </p:nvSpPr>
          <p:spPr>
            <a:xfrm>
              <a:off x="-5851000" y="4061375"/>
              <a:ext cx="102400" cy="33875"/>
            </a:xfrm>
            <a:custGeom>
              <a:avLst/>
              <a:gdLst/>
              <a:ahLst/>
              <a:cxnLst/>
              <a:rect l="l" t="t" r="r" b="b"/>
              <a:pathLst>
                <a:path w="4096" h="1355" extrusionOk="0">
                  <a:moveTo>
                    <a:pt x="0" y="0"/>
                  </a:moveTo>
                  <a:lnTo>
                    <a:pt x="0" y="1355"/>
                  </a:lnTo>
                  <a:lnTo>
                    <a:pt x="4096" y="1355"/>
                  </a:lnTo>
                  <a:lnTo>
                    <a:pt x="4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84"/>
            <p:cNvSpPr/>
            <p:nvPr/>
          </p:nvSpPr>
          <p:spPr>
            <a:xfrm>
              <a:off x="-5971525" y="3990475"/>
              <a:ext cx="69350" cy="275700"/>
            </a:xfrm>
            <a:custGeom>
              <a:avLst/>
              <a:gdLst/>
              <a:ahLst/>
              <a:cxnLst/>
              <a:rect l="l" t="t" r="r" b="b"/>
              <a:pathLst>
                <a:path w="2774" h="11028" extrusionOk="0">
                  <a:moveTo>
                    <a:pt x="1041" y="1"/>
                  </a:moveTo>
                  <a:lnTo>
                    <a:pt x="1041" y="32"/>
                  </a:lnTo>
                  <a:cubicBezTo>
                    <a:pt x="473" y="32"/>
                    <a:pt x="1" y="505"/>
                    <a:pt x="1" y="1072"/>
                  </a:cubicBezTo>
                  <a:lnTo>
                    <a:pt x="1" y="9988"/>
                  </a:lnTo>
                  <a:cubicBezTo>
                    <a:pt x="1" y="10555"/>
                    <a:pt x="473" y="11027"/>
                    <a:pt x="1041" y="11027"/>
                  </a:cubicBezTo>
                  <a:lnTo>
                    <a:pt x="2395" y="11027"/>
                  </a:lnTo>
                  <a:cubicBezTo>
                    <a:pt x="2521" y="11027"/>
                    <a:pt x="2647" y="10996"/>
                    <a:pt x="2773" y="10933"/>
                  </a:cubicBezTo>
                  <a:lnTo>
                    <a:pt x="2773" y="64"/>
                  </a:lnTo>
                  <a:cubicBezTo>
                    <a:pt x="2647" y="32"/>
                    <a:pt x="2521" y="1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84"/>
            <p:cNvSpPr/>
            <p:nvPr/>
          </p:nvSpPr>
          <p:spPr>
            <a:xfrm>
              <a:off x="-5851000" y="4214950"/>
              <a:ext cx="103200" cy="68550"/>
            </a:xfrm>
            <a:custGeom>
              <a:avLst/>
              <a:gdLst/>
              <a:ahLst/>
              <a:cxnLst/>
              <a:rect l="l" t="t" r="r" b="b"/>
              <a:pathLst>
                <a:path w="4128" h="2742" extrusionOk="0">
                  <a:moveTo>
                    <a:pt x="3056" y="694"/>
                  </a:moveTo>
                  <a:cubicBezTo>
                    <a:pt x="3277" y="694"/>
                    <a:pt x="3434" y="851"/>
                    <a:pt x="3434" y="1072"/>
                  </a:cubicBezTo>
                  <a:cubicBezTo>
                    <a:pt x="3434" y="1261"/>
                    <a:pt x="3277" y="1418"/>
                    <a:pt x="3056" y="1418"/>
                  </a:cubicBezTo>
                  <a:lnTo>
                    <a:pt x="1008" y="1418"/>
                  </a:lnTo>
                  <a:cubicBezTo>
                    <a:pt x="819" y="1418"/>
                    <a:pt x="662" y="1261"/>
                    <a:pt x="662" y="1072"/>
                  </a:cubicBezTo>
                  <a:cubicBezTo>
                    <a:pt x="662" y="851"/>
                    <a:pt x="819" y="694"/>
                    <a:pt x="1008" y="694"/>
                  </a:cubicBezTo>
                  <a:close/>
                  <a:moveTo>
                    <a:pt x="32" y="1"/>
                  </a:moveTo>
                  <a:lnTo>
                    <a:pt x="32" y="2395"/>
                  </a:lnTo>
                  <a:lnTo>
                    <a:pt x="0" y="2395"/>
                  </a:lnTo>
                  <a:cubicBezTo>
                    <a:pt x="0" y="2584"/>
                    <a:pt x="158" y="2741"/>
                    <a:pt x="347" y="2741"/>
                  </a:cubicBezTo>
                  <a:lnTo>
                    <a:pt x="3781" y="2741"/>
                  </a:lnTo>
                  <a:cubicBezTo>
                    <a:pt x="3970" y="2741"/>
                    <a:pt x="4127" y="2584"/>
                    <a:pt x="4127" y="2395"/>
                  </a:cubicBezTo>
                  <a:lnTo>
                    <a:pt x="4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84"/>
            <p:cNvSpPr/>
            <p:nvPr/>
          </p:nvSpPr>
          <p:spPr>
            <a:xfrm>
              <a:off x="-5885675" y="4010175"/>
              <a:ext cx="189075" cy="239450"/>
            </a:xfrm>
            <a:custGeom>
              <a:avLst/>
              <a:gdLst/>
              <a:ahLst/>
              <a:cxnLst/>
              <a:rect l="l" t="t" r="r" b="b"/>
              <a:pathLst>
                <a:path w="7563" h="9578" extrusionOk="0">
                  <a:moveTo>
                    <a:pt x="5829" y="1323"/>
                  </a:moveTo>
                  <a:cubicBezTo>
                    <a:pt x="6018" y="1323"/>
                    <a:pt x="6176" y="1481"/>
                    <a:pt x="6176" y="1702"/>
                  </a:cubicBezTo>
                  <a:lnTo>
                    <a:pt x="6176" y="3749"/>
                  </a:lnTo>
                  <a:cubicBezTo>
                    <a:pt x="6176" y="3938"/>
                    <a:pt x="6018" y="4096"/>
                    <a:pt x="5829" y="4096"/>
                  </a:cubicBezTo>
                  <a:lnTo>
                    <a:pt x="1009" y="4096"/>
                  </a:lnTo>
                  <a:cubicBezTo>
                    <a:pt x="820" y="4096"/>
                    <a:pt x="663" y="3938"/>
                    <a:pt x="663" y="3749"/>
                  </a:cubicBezTo>
                  <a:lnTo>
                    <a:pt x="663" y="1702"/>
                  </a:lnTo>
                  <a:cubicBezTo>
                    <a:pt x="663" y="1481"/>
                    <a:pt x="820" y="1323"/>
                    <a:pt x="1009" y="1323"/>
                  </a:cubicBezTo>
                  <a:close/>
                  <a:moveTo>
                    <a:pt x="1734" y="4789"/>
                  </a:moveTo>
                  <a:cubicBezTo>
                    <a:pt x="2175" y="4789"/>
                    <a:pt x="2175" y="5482"/>
                    <a:pt x="1734" y="5482"/>
                  </a:cubicBezTo>
                  <a:lnTo>
                    <a:pt x="1072" y="5482"/>
                  </a:lnTo>
                  <a:cubicBezTo>
                    <a:pt x="631" y="5482"/>
                    <a:pt x="600" y="4789"/>
                    <a:pt x="1072" y="4789"/>
                  </a:cubicBezTo>
                  <a:close/>
                  <a:moveTo>
                    <a:pt x="3782" y="4758"/>
                  </a:moveTo>
                  <a:cubicBezTo>
                    <a:pt x="4223" y="4789"/>
                    <a:pt x="4223" y="5482"/>
                    <a:pt x="3782" y="5482"/>
                  </a:cubicBezTo>
                  <a:lnTo>
                    <a:pt x="3120" y="5482"/>
                  </a:lnTo>
                  <a:cubicBezTo>
                    <a:pt x="2899" y="5482"/>
                    <a:pt x="2742" y="5325"/>
                    <a:pt x="2742" y="5104"/>
                  </a:cubicBezTo>
                  <a:cubicBezTo>
                    <a:pt x="2742" y="4915"/>
                    <a:pt x="2899" y="4758"/>
                    <a:pt x="3120" y="4758"/>
                  </a:cubicBezTo>
                  <a:close/>
                  <a:moveTo>
                    <a:pt x="5829" y="4789"/>
                  </a:moveTo>
                  <a:cubicBezTo>
                    <a:pt x="6270" y="4789"/>
                    <a:pt x="6302" y="5482"/>
                    <a:pt x="5829" y="5482"/>
                  </a:cubicBezTo>
                  <a:lnTo>
                    <a:pt x="5168" y="5482"/>
                  </a:lnTo>
                  <a:cubicBezTo>
                    <a:pt x="4727" y="5482"/>
                    <a:pt x="4695" y="4789"/>
                    <a:pt x="5168" y="4789"/>
                  </a:cubicBezTo>
                  <a:close/>
                  <a:moveTo>
                    <a:pt x="1762" y="6174"/>
                  </a:moveTo>
                  <a:cubicBezTo>
                    <a:pt x="2175" y="6174"/>
                    <a:pt x="2165" y="6837"/>
                    <a:pt x="1734" y="6837"/>
                  </a:cubicBezTo>
                  <a:lnTo>
                    <a:pt x="1072" y="6837"/>
                  </a:lnTo>
                  <a:cubicBezTo>
                    <a:pt x="631" y="6837"/>
                    <a:pt x="600" y="6175"/>
                    <a:pt x="1072" y="6175"/>
                  </a:cubicBezTo>
                  <a:lnTo>
                    <a:pt x="1734" y="6175"/>
                  </a:lnTo>
                  <a:cubicBezTo>
                    <a:pt x="1744" y="6175"/>
                    <a:pt x="1753" y="6174"/>
                    <a:pt x="1762" y="6174"/>
                  </a:cubicBezTo>
                  <a:close/>
                  <a:moveTo>
                    <a:pt x="3782" y="6144"/>
                  </a:moveTo>
                  <a:cubicBezTo>
                    <a:pt x="4223" y="6144"/>
                    <a:pt x="4223" y="6837"/>
                    <a:pt x="3782" y="6837"/>
                  </a:cubicBezTo>
                  <a:lnTo>
                    <a:pt x="3120" y="6837"/>
                  </a:lnTo>
                  <a:cubicBezTo>
                    <a:pt x="2899" y="6837"/>
                    <a:pt x="2742" y="6679"/>
                    <a:pt x="2742" y="6490"/>
                  </a:cubicBezTo>
                  <a:cubicBezTo>
                    <a:pt x="2742" y="6301"/>
                    <a:pt x="2899" y="6144"/>
                    <a:pt x="3120" y="6144"/>
                  </a:cubicBezTo>
                  <a:close/>
                  <a:moveTo>
                    <a:pt x="5858" y="6174"/>
                  </a:moveTo>
                  <a:cubicBezTo>
                    <a:pt x="6272" y="6174"/>
                    <a:pt x="6291" y="6837"/>
                    <a:pt x="5829" y="6837"/>
                  </a:cubicBezTo>
                  <a:lnTo>
                    <a:pt x="5168" y="6837"/>
                  </a:lnTo>
                  <a:cubicBezTo>
                    <a:pt x="4727" y="6837"/>
                    <a:pt x="4695" y="6175"/>
                    <a:pt x="5168" y="6175"/>
                  </a:cubicBezTo>
                  <a:lnTo>
                    <a:pt x="5829" y="6175"/>
                  </a:lnTo>
                  <a:cubicBezTo>
                    <a:pt x="5839" y="6175"/>
                    <a:pt x="5849" y="6174"/>
                    <a:pt x="5858" y="6174"/>
                  </a:cubicBezTo>
                  <a:close/>
                  <a:moveTo>
                    <a:pt x="1" y="0"/>
                  </a:moveTo>
                  <a:lnTo>
                    <a:pt x="1" y="9578"/>
                  </a:lnTo>
                  <a:lnTo>
                    <a:pt x="663" y="9578"/>
                  </a:lnTo>
                  <a:lnTo>
                    <a:pt x="663" y="7876"/>
                  </a:lnTo>
                  <a:cubicBezTo>
                    <a:pt x="663" y="7687"/>
                    <a:pt x="820" y="7530"/>
                    <a:pt x="1009" y="7530"/>
                  </a:cubicBezTo>
                  <a:lnTo>
                    <a:pt x="5829" y="7530"/>
                  </a:lnTo>
                  <a:cubicBezTo>
                    <a:pt x="6018" y="7530"/>
                    <a:pt x="6176" y="7687"/>
                    <a:pt x="6176" y="7876"/>
                  </a:cubicBezTo>
                  <a:lnTo>
                    <a:pt x="6176" y="9578"/>
                  </a:lnTo>
                  <a:lnTo>
                    <a:pt x="6522" y="9578"/>
                  </a:lnTo>
                  <a:cubicBezTo>
                    <a:pt x="7090" y="9578"/>
                    <a:pt x="7562" y="9105"/>
                    <a:pt x="7562" y="8538"/>
                  </a:cubicBezTo>
                  <a:lnTo>
                    <a:pt x="7562" y="1008"/>
                  </a:lnTo>
                  <a:cubicBezTo>
                    <a:pt x="7531" y="473"/>
                    <a:pt x="7090" y="0"/>
                    <a:pt x="64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5" name="Google Shape;2525;p84"/>
          <p:cNvGrpSpPr/>
          <p:nvPr/>
        </p:nvGrpSpPr>
        <p:grpSpPr>
          <a:xfrm>
            <a:off x="7241204" y="2184919"/>
            <a:ext cx="420775" cy="418507"/>
            <a:chOff x="-4118225" y="3253275"/>
            <a:chExt cx="292225" cy="290650"/>
          </a:xfrm>
        </p:grpSpPr>
        <p:sp>
          <p:nvSpPr>
            <p:cNvPr id="2526" name="Google Shape;2526;p84"/>
            <p:cNvSpPr/>
            <p:nvPr/>
          </p:nvSpPr>
          <p:spPr>
            <a:xfrm>
              <a:off x="-4118225" y="3287125"/>
              <a:ext cx="256725" cy="256800"/>
            </a:xfrm>
            <a:custGeom>
              <a:avLst/>
              <a:gdLst/>
              <a:ahLst/>
              <a:cxnLst/>
              <a:rect l="l" t="t" r="r" b="b"/>
              <a:pathLst>
                <a:path w="10269" h="10272" extrusionOk="0">
                  <a:moveTo>
                    <a:pt x="5104" y="1"/>
                  </a:moveTo>
                  <a:cubicBezTo>
                    <a:pt x="2268" y="1"/>
                    <a:pt x="0" y="2301"/>
                    <a:pt x="0" y="5136"/>
                  </a:cubicBezTo>
                  <a:cubicBezTo>
                    <a:pt x="0" y="7972"/>
                    <a:pt x="2268" y="10271"/>
                    <a:pt x="5104" y="10271"/>
                  </a:cubicBezTo>
                  <a:cubicBezTo>
                    <a:pt x="7939" y="10271"/>
                    <a:pt x="10239" y="8003"/>
                    <a:pt x="10239" y="5168"/>
                  </a:cubicBezTo>
                  <a:cubicBezTo>
                    <a:pt x="10268" y="4993"/>
                    <a:pt x="10108" y="4818"/>
                    <a:pt x="9910" y="4818"/>
                  </a:cubicBezTo>
                  <a:cubicBezTo>
                    <a:pt x="9894" y="4818"/>
                    <a:pt x="9877" y="4819"/>
                    <a:pt x="9861" y="4821"/>
                  </a:cubicBezTo>
                  <a:lnTo>
                    <a:pt x="5797" y="4821"/>
                  </a:lnTo>
                  <a:cubicBezTo>
                    <a:pt x="5639" y="4821"/>
                    <a:pt x="5450" y="4695"/>
                    <a:pt x="5450" y="4506"/>
                  </a:cubicBezTo>
                  <a:lnTo>
                    <a:pt x="5450" y="347"/>
                  </a:lnTo>
                  <a:cubicBezTo>
                    <a:pt x="5450" y="158"/>
                    <a:pt x="5324" y="1"/>
                    <a:pt x="51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84"/>
            <p:cNvSpPr/>
            <p:nvPr/>
          </p:nvSpPr>
          <p:spPr>
            <a:xfrm>
              <a:off x="-3963850" y="325327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35"/>
                  </a:lnTo>
                  <a:cubicBezTo>
                    <a:pt x="0" y="5356"/>
                    <a:pt x="158" y="5514"/>
                    <a:pt x="347" y="5514"/>
                  </a:cubicBezTo>
                  <a:lnTo>
                    <a:pt x="5167" y="5514"/>
                  </a:lnTo>
                  <a:cubicBezTo>
                    <a:pt x="5356" y="5514"/>
                    <a:pt x="5513" y="5356"/>
                    <a:pt x="5513" y="5135"/>
                  </a:cubicBezTo>
                  <a:cubicBezTo>
                    <a:pt x="5513" y="2269"/>
                    <a:pt x="3182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8" name="Google Shape;2528;p84"/>
          <p:cNvGrpSpPr/>
          <p:nvPr/>
        </p:nvGrpSpPr>
        <p:grpSpPr>
          <a:xfrm>
            <a:off x="4352952" y="2184071"/>
            <a:ext cx="319874" cy="420199"/>
            <a:chOff x="-4082800" y="3612425"/>
            <a:chExt cx="222150" cy="291825"/>
          </a:xfrm>
        </p:grpSpPr>
        <p:sp>
          <p:nvSpPr>
            <p:cNvPr id="2529" name="Google Shape;2529;p84"/>
            <p:cNvSpPr/>
            <p:nvPr/>
          </p:nvSpPr>
          <p:spPr>
            <a:xfrm>
              <a:off x="-4027650" y="3663625"/>
              <a:ext cx="112650" cy="119725"/>
            </a:xfrm>
            <a:custGeom>
              <a:avLst/>
              <a:gdLst/>
              <a:ahLst/>
              <a:cxnLst/>
              <a:rect l="l" t="t" r="r" b="b"/>
              <a:pathLst>
                <a:path w="4506" h="4789" extrusionOk="0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84"/>
            <p:cNvSpPr/>
            <p:nvPr/>
          </p:nvSpPr>
          <p:spPr>
            <a:xfrm>
              <a:off x="-4082800" y="3612425"/>
              <a:ext cx="222150" cy="291825"/>
            </a:xfrm>
            <a:custGeom>
              <a:avLst/>
              <a:gdLst/>
              <a:ahLst/>
              <a:cxnLst/>
              <a:rect l="l" t="t" r="r" b="b"/>
              <a:pathLst>
                <a:path w="8886" h="11673" extrusionOk="0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84"/>
            <p:cNvSpPr/>
            <p:nvPr/>
          </p:nvSpPr>
          <p:spPr>
            <a:xfrm>
              <a:off x="-3980400" y="37148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2" name="Google Shape;2532;p84"/>
          <p:cNvGrpSpPr/>
          <p:nvPr/>
        </p:nvGrpSpPr>
        <p:grpSpPr>
          <a:xfrm>
            <a:off x="4303738" y="2773616"/>
            <a:ext cx="420775" cy="393561"/>
            <a:chOff x="-4118225" y="3990475"/>
            <a:chExt cx="292225" cy="273325"/>
          </a:xfrm>
        </p:grpSpPr>
        <p:sp>
          <p:nvSpPr>
            <p:cNvPr id="2533" name="Google Shape;2533;p84"/>
            <p:cNvSpPr/>
            <p:nvPr/>
          </p:nvSpPr>
          <p:spPr>
            <a:xfrm>
              <a:off x="-3963850" y="40401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84"/>
            <p:cNvSpPr/>
            <p:nvPr/>
          </p:nvSpPr>
          <p:spPr>
            <a:xfrm>
              <a:off x="-4015050" y="3990475"/>
              <a:ext cx="153600" cy="153625"/>
            </a:xfrm>
            <a:custGeom>
              <a:avLst/>
              <a:gdLst/>
              <a:ahLst/>
              <a:cxnLst/>
              <a:rect l="l" t="t" r="r" b="b"/>
              <a:pathLst>
                <a:path w="6144" h="6145" extrusionOk="0">
                  <a:moveTo>
                    <a:pt x="3056" y="1324"/>
                  </a:moveTo>
                  <a:cubicBezTo>
                    <a:pt x="4001" y="1324"/>
                    <a:pt x="4757" y="2080"/>
                    <a:pt x="4757" y="3025"/>
                  </a:cubicBezTo>
                  <a:cubicBezTo>
                    <a:pt x="4757" y="3970"/>
                    <a:pt x="4033" y="4726"/>
                    <a:pt x="3056" y="4726"/>
                  </a:cubicBezTo>
                  <a:cubicBezTo>
                    <a:pt x="2111" y="4726"/>
                    <a:pt x="1386" y="3970"/>
                    <a:pt x="1386" y="3025"/>
                  </a:cubicBezTo>
                  <a:cubicBezTo>
                    <a:pt x="1386" y="2080"/>
                    <a:pt x="2111" y="1324"/>
                    <a:pt x="3056" y="1324"/>
                  </a:cubicBezTo>
                  <a:close/>
                  <a:moveTo>
                    <a:pt x="3056" y="1"/>
                  </a:moveTo>
                  <a:cubicBezTo>
                    <a:pt x="1386" y="1"/>
                    <a:pt x="0" y="1355"/>
                    <a:pt x="0" y="3057"/>
                  </a:cubicBezTo>
                  <a:cubicBezTo>
                    <a:pt x="0" y="4758"/>
                    <a:pt x="1323" y="6144"/>
                    <a:pt x="3056" y="6144"/>
                  </a:cubicBezTo>
                  <a:cubicBezTo>
                    <a:pt x="4757" y="6144"/>
                    <a:pt x="6144" y="4758"/>
                    <a:pt x="6144" y="3057"/>
                  </a:cubicBezTo>
                  <a:cubicBezTo>
                    <a:pt x="6144" y="1355"/>
                    <a:pt x="4757" y="1"/>
                    <a:pt x="3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84"/>
            <p:cNvSpPr/>
            <p:nvPr/>
          </p:nvSpPr>
          <p:spPr>
            <a:xfrm>
              <a:off x="-4118225" y="4144075"/>
              <a:ext cx="33875" cy="119725"/>
            </a:xfrm>
            <a:custGeom>
              <a:avLst/>
              <a:gdLst/>
              <a:ahLst/>
              <a:cxnLst/>
              <a:rect l="l" t="t" r="r" b="b"/>
              <a:pathLst>
                <a:path w="1355" h="478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4442"/>
                  </a:lnTo>
                  <a:cubicBezTo>
                    <a:pt x="0" y="4631"/>
                    <a:pt x="158" y="4789"/>
                    <a:pt x="347" y="4789"/>
                  </a:cubicBezTo>
                  <a:lnTo>
                    <a:pt x="1008" y="4789"/>
                  </a:lnTo>
                  <a:cubicBezTo>
                    <a:pt x="1134" y="4789"/>
                    <a:pt x="1260" y="4757"/>
                    <a:pt x="1355" y="4726"/>
                  </a:cubicBezTo>
                  <a:lnTo>
                    <a:pt x="1355" y="63"/>
                  </a:lnTo>
                  <a:cubicBezTo>
                    <a:pt x="1260" y="32"/>
                    <a:pt x="1134" y="0"/>
                    <a:pt x="1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84"/>
            <p:cNvSpPr/>
            <p:nvPr/>
          </p:nvSpPr>
          <p:spPr>
            <a:xfrm>
              <a:off x="-4067050" y="4143750"/>
              <a:ext cx="241050" cy="120050"/>
            </a:xfrm>
            <a:custGeom>
              <a:avLst/>
              <a:gdLst/>
              <a:ahLst/>
              <a:cxnLst/>
              <a:rect l="l" t="t" r="r" b="b"/>
              <a:pathLst>
                <a:path w="9642" h="4802" extrusionOk="0">
                  <a:moveTo>
                    <a:pt x="1750" y="1"/>
                  </a:moveTo>
                  <a:cubicBezTo>
                    <a:pt x="1124" y="1"/>
                    <a:pt x="537" y="197"/>
                    <a:pt x="1" y="549"/>
                  </a:cubicBezTo>
                  <a:lnTo>
                    <a:pt x="1" y="4550"/>
                  </a:lnTo>
                  <a:cubicBezTo>
                    <a:pt x="410" y="4707"/>
                    <a:pt x="883" y="4802"/>
                    <a:pt x="1356" y="4802"/>
                  </a:cubicBezTo>
                  <a:lnTo>
                    <a:pt x="5294" y="4802"/>
                  </a:lnTo>
                  <a:cubicBezTo>
                    <a:pt x="5735" y="4802"/>
                    <a:pt x="6144" y="4644"/>
                    <a:pt x="6459" y="4392"/>
                  </a:cubicBezTo>
                  <a:cubicBezTo>
                    <a:pt x="6459" y="4392"/>
                    <a:pt x="8507" y="2502"/>
                    <a:pt x="9169" y="1872"/>
                  </a:cubicBezTo>
                  <a:cubicBezTo>
                    <a:pt x="9169" y="1872"/>
                    <a:pt x="9547" y="1399"/>
                    <a:pt x="9547" y="1021"/>
                  </a:cubicBezTo>
                  <a:cubicBezTo>
                    <a:pt x="9641" y="454"/>
                    <a:pt x="9169" y="13"/>
                    <a:pt x="8602" y="13"/>
                  </a:cubicBezTo>
                  <a:cubicBezTo>
                    <a:pt x="8413" y="13"/>
                    <a:pt x="7751" y="202"/>
                    <a:pt x="6711" y="1777"/>
                  </a:cubicBezTo>
                  <a:cubicBezTo>
                    <a:pt x="6333" y="2376"/>
                    <a:pt x="5766" y="2754"/>
                    <a:pt x="5199" y="2754"/>
                  </a:cubicBezTo>
                  <a:lnTo>
                    <a:pt x="2710" y="2754"/>
                  </a:lnTo>
                  <a:cubicBezTo>
                    <a:pt x="2584" y="2754"/>
                    <a:pt x="2458" y="2849"/>
                    <a:pt x="2395" y="2975"/>
                  </a:cubicBezTo>
                  <a:cubicBezTo>
                    <a:pt x="2333" y="3099"/>
                    <a:pt x="2223" y="3152"/>
                    <a:pt x="2110" y="3152"/>
                  </a:cubicBezTo>
                  <a:cubicBezTo>
                    <a:pt x="1880" y="3152"/>
                    <a:pt x="1638" y="2934"/>
                    <a:pt x="1765" y="2660"/>
                  </a:cubicBezTo>
                  <a:cubicBezTo>
                    <a:pt x="1923" y="2344"/>
                    <a:pt x="2238" y="2092"/>
                    <a:pt x="2616" y="2092"/>
                  </a:cubicBezTo>
                  <a:lnTo>
                    <a:pt x="5231" y="2092"/>
                  </a:lnTo>
                  <a:cubicBezTo>
                    <a:pt x="6081" y="2061"/>
                    <a:pt x="6081" y="706"/>
                    <a:pt x="5136" y="706"/>
                  </a:cubicBezTo>
                  <a:lnTo>
                    <a:pt x="3844" y="706"/>
                  </a:lnTo>
                  <a:cubicBezTo>
                    <a:pt x="3116" y="220"/>
                    <a:pt x="2412" y="1"/>
                    <a:pt x="1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7" name="Google Shape;2537;p84"/>
          <p:cNvGrpSpPr/>
          <p:nvPr/>
        </p:nvGrpSpPr>
        <p:grpSpPr>
          <a:xfrm>
            <a:off x="7818744" y="2183206"/>
            <a:ext cx="394713" cy="421927"/>
            <a:chOff x="-2312225" y="3238300"/>
            <a:chExt cx="274125" cy="293025"/>
          </a:xfrm>
        </p:grpSpPr>
        <p:sp>
          <p:nvSpPr>
            <p:cNvPr id="2538" name="Google Shape;2538;p84"/>
            <p:cNvSpPr/>
            <p:nvPr/>
          </p:nvSpPr>
          <p:spPr>
            <a:xfrm>
              <a:off x="-2241325" y="3289500"/>
              <a:ext cx="203225" cy="241825"/>
            </a:xfrm>
            <a:custGeom>
              <a:avLst/>
              <a:gdLst/>
              <a:ahLst/>
              <a:cxnLst/>
              <a:rect l="l" t="t" r="r" b="b"/>
              <a:pathLst>
                <a:path w="8129" h="9673" extrusionOk="0">
                  <a:moveTo>
                    <a:pt x="2458" y="0"/>
                  </a:moveTo>
                  <a:cubicBezTo>
                    <a:pt x="2174" y="0"/>
                    <a:pt x="1954" y="221"/>
                    <a:pt x="1954" y="504"/>
                  </a:cubicBezTo>
                  <a:lnTo>
                    <a:pt x="1954" y="2836"/>
                  </a:lnTo>
                  <a:lnTo>
                    <a:pt x="1954" y="5167"/>
                  </a:lnTo>
                  <a:lnTo>
                    <a:pt x="914" y="4128"/>
                  </a:lnTo>
                  <a:cubicBezTo>
                    <a:pt x="820" y="4033"/>
                    <a:pt x="693" y="3986"/>
                    <a:pt x="567" y="3986"/>
                  </a:cubicBezTo>
                  <a:cubicBezTo>
                    <a:pt x="441" y="3986"/>
                    <a:pt x="315" y="4033"/>
                    <a:pt x="221" y="4128"/>
                  </a:cubicBezTo>
                  <a:cubicBezTo>
                    <a:pt x="0" y="4317"/>
                    <a:pt x="0" y="4632"/>
                    <a:pt x="221" y="4852"/>
                  </a:cubicBezTo>
                  <a:lnTo>
                    <a:pt x="2678" y="7310"/>
                  </a:lnTo>
                  <a:lnTo>
                    <a:pt x="2678" y="8664"/>
                  </a:lnTo>
                  <a:cubicBezTo>
                    <a:pt x="2678" y="9200"/>
                    <a:pt x="3151" y="9672"/>
                    <a:pt x="3718" y="9672"/>
                  </a:cubicBezTo>
                  <a:lnTo>
                    <a:pt x="6459" y="9672"/>
                  </a:lnTo>
                  <a:cubicBezTo>
                    <a:pt x="7026" y="9672"/>
                    <a:pt x="7499" y="9200"/>
                    <a:pt x="7499" y="8664"/>
                  </a:cubicBezTo>
                  <a:lnTo>
                    <a:pt x="7499" y="8066"/>
                  </a:lnTo>
                  <a:cubicBezTo>
                    <a:pt x="7688" y="7656"/>
                    <a:pt x="7845" y="7278"/>
                    <a:pt x="7940" y="6837"/>
                  </a:cubicBezTo>
                  <a:cubicBezTo>
                    <a:pt x="8034" y="6396"/>
                    <a:pt x="8129" y="5986"/>
                    <a:pt x="8129" y="5514"/>
                  </a:cubicBezTo>
                  <a:lnTo>
                    <a:pt x="8129" y="3308"/>
                  </a:lnTo>
                  <a:cubicBezTo>
                    <a:pt x="8129" y="3025"/>
                    <a:pt x="7877" y="2773"/>
                    <a:pt x="7625" y="2773"/>
                  </a:cubicBezTo>
                  <a:cubicBezTo>
                    <a:pt x="7341" y="2773"/>
                    <a:pt x="7089" y="3025"/>
                    <a:pt x="7089" y="3308"/>
                  </a:cubicBezTo>
                  <a:lnTo>
                    <a:pt x="7089" y="3812"/>
                  </a:lnTo>
                  <a:cubicBezTo>
                    <a:pt x="7089" y="4002"/>
                    <a:pt x="6931" y="4159"/>
                    <a:pt x="6742" y="4159"/>
                  </a:cubicBezTo>
                  <a:cubicBezTo>
                    <a:pt x="6553" y="4159"/>
                    <a:pt x="6396" y="4002"/>
                    <a:pt x="6396" y="3812"/>
                  </a:cubicBezTo>
                  <a:lnTo>
                    <a:pt x="6396" y="2615"/>
                  </a:lnTo>
                  <a:cubicBezTo>
                    <a:pt x="6396" y="2363"/>
                    <a:pt x="6144" y="2111"/>
                    <a:pt x="5892" y="2111"/>
                  </a:cubicBezTo>
                  <a:cubicBezTo>
                    <a:pt x="5608" y="2111"/>
                    <a:pt x="5356" y="2363"/>
                    <a:pt x="5356" y="2615"/>
                  </a:cubicBezTo>
                  <a:cubicBezTo>
                    <a:pt x="5357" y="2615"/>
                    <a:pt x="5358" y="2615"/>
                    <a:pt x="5359" y="2615"/>
                  </a:cubicBezTo>
                  <a:cubicBezTo>
                    <a:pt x="5418" y="2615"/>
                    <a:pt x="5419" y="3769"/>
                    <a:pt x="5419" y="3781"/>
                  </a:cubicBezTo>
                  <a:lnTo>
                    <a:pt x="5419" y="3781"/>
                  </a:lnTo>
                  <a:cubicBezTo>
                    <a:pt x="5419" y="3970"/>
                    <a:pt x="5262" y="4128"/>
                    <a:pt x="5041" y="4128"/>
                  </a:cubicBezTo>
                  <a:cubicBezTo>
                    <a:pt x="4852" y="4128"/>
                    <a:pt x="4695" y="3970"/>
                    <a:pt x="4695" y="3781"/>
                  </a:cubicBezTo>
                  <a:lnTo>
                    <a:pt x="4695" y="2584"/>
                  </a:lnTo>
                  <a:cubicBezTo>
                    <a:pt x="4695" y="2332"/>
                    <a:pt x="4474" y="2080"/>
                    <a:pt x="4191" y="2080"/>
                  </a:cubicBezTo>
                  <a:cubicBezTo>
                    <a:pt x="3907" y="2080"/>
                    <a:pt x="3686" y="2332"/>
                    <a:pt x="3686" y="2584"/>
                  </a:cubicBezTo>
                  <a:lnTo>
                    <a:pt x="3686" y="3781"/>
                  </a:lnTo>
                  <a:cubicBezTo>
                    <a:pt x="3686" y="3970"/>
                    <a:pt x="3529" y="4128"/>
                    <a:pt x="3308" y="4128"/>
                  </a:cubicBezTo>
                  <a:cubicBezTo>
                    <a:pt x="3119" y="4128"/>
                    <a:pt x="2962" y="3970"/>
                    <a:pt x="2962" y="3781"/>
                  </a:cubicBezTo>
                  <a:lnTo>
                    <a:pt x="2962" y="504"/>
                  </a:lnTo>
                  <a:cubicBezTo>
                    <a:pt x="2962" y="221"/>
                    <a:pt x="2741" y="0"/>
                    <a:pt x="2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84"/>
            <p:cNvSpPr/>
            <p:nvPr/>
          </p:nvSpPr>
          <p:spPr>
            <a:xfrm>
              <a:off x="-2312225" y="3238300"/>
              <a:ext cx="241825" cy="241050"/>
            </a:xfrm>
            <a:custGeom>
              <a:avLst/>
              <a:gdLst/>
              <a:ahLst/>
              <a:cxnLst/>
              <a:rect l="l" t="t" r="r" b="b"/>
              <a:pathLst>
                <a:path w="9673" h="9642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3"/>
                  </a:lnTo>
                  <a:cubicBezTo>
                    <a:pt x="1" y="1922"/>
                    <a:pt x="158" y="2080"/>
                    <a:pt x="379" y="2080"/>
                  </a:cubicBezTo>
                  <a:lnTo>
                    <a:pt x="726" y="2080"/>
                  </a:lnTo>
                  <a:lnTo>
                    <a:pt x="726" y="7562"/>
                  </a:lnTo>
                  <a:lnTo>
                    <a:pt x="379" y="7562"/>
                  </a:lnTo>
                  <a:cubicBezTo>
                    <a:pt x="158" y="7562"/>
                    <a:pt x="1" y="7719"/>
                    <a:pt x="1" y="7908"/>
                  </a:cubicBezTo>
                  <a:lnTo>
                    <a:pt x="1" y="9294"/>
                  </a:lnTo>
                  <a:cubicBezTo>
                    <a:pt x="1" y="9484"/>
                    <a:pt x="158" y="9641"/>
                    <a:pt x="379" y="9641"/>
                  </a:cubicBezTo>
                  <a:lnTo>
                    <a:pt x="1734" y="9641"/>
                  </a:lnTo>
                  <a:cubicBezTo>
                    <a:pt x="1954" y="9641"/>
                    <a:pt x="2112" y="9484"/>
                    <a:pt x="2112" y="9294"/>
                  </a:cubicBezTo>
                  <a:lnTo>
                    <a:pt x="2112" y="8916"/>
                  </a:lnTo>
                  <a:lnTo>
                    <a:pt x="4160" y="8916"/>
                  </a:lnTo>
                  <a:lnTo>
                    <a:pt x="3435" y="8223"/>
                  </a:lnTo>
                  <a:lnTo>
                    <a:pt x="2112" y="8223"/>
                  </a:lnTo>
                  <a:lnTo>
                    <a:pt x="2112" y="7877"/>
                  </a:lnTo>
                  <a:cubicBezTo>
                    <a:pt x="2112" y="7688"/>
                    <a:pt x="1954" y="7530"/>
                    <a:pt x="1734" y="7530"/>
                  </a:cubicBezTo>
                  <a:lnTo>
                    <a:pt x="1387" y="7530"/>
                  </a:lnTo>
                  <a:lnTo>
                    <a:pt x="1387" y="2080"/>
                  </a:lnTo>
                  <a:lnTo>
                    <a:pt x="1734" y="2080"/>
                  </a:lnTo>
                  <a:cubicBezTo>
                    <a:pt x="1954" y="2080"/>
                    <a:pt x="2112" y="1922"/>
                    <a:pt x="2112" y="1733"/>
                  </a:cubicBezTo>
                  <a:lnTo>
                    <a:pt x="2112" y="1387"/>
                  </a:lnTo>
                  <a:lnTo>
                    <a:pt x="7562" y="1387"/>
                  </a:lnTo>
                  <a:lnTo>
                    <a:pt x="7562" y="1733"/>
                  </a:lnTo>
                  <a:cubicBezTo>
                    <a:pt x="7562" y="1922"/>
                    <a:pt x="7720" y="2080"/>
                    <a:pt x="7940" y="2080"/>
                  </a:cubicBezTo>
                  <a:lnTo>
                    <a:pt x="8287" y="2080"/>
                  </a:lnTo>
                  <a:lnTo>
                    <a:pt x="8287" y="3592"/>
                  </a:lnTo>
                  <a:cubicBezTo>
                    <a:pt x="8444" y="3498"/>
                    <a:pt x="8602" y="3466"/>
                    <a:pt x="8791" y="3466"/>
                  </a:cubicBezTo>
                  <a:cubicBezTo>
                    <a:pt x="8885" y="3466"/>
                    <a:pt x="8917" y="3466"/>
                    <a:pt x="8948" y="3498"/>
                  </a:cubicBezTo>
                  <a:lnTo>
                    <a:pt x="8948" y="2080"/>
                  </a:lnTo>
                  <a:lnTo>
                    <a:pt x="9326" y="2080"/>
                  </a:lnTo>
                  <a:cubicBezTo>
                    <a:pt x="9515" y="2080"/>
                    <a:pt x="9673" y="1922"/>
                    <a:pt x="9673" y="1733"/>
                  </a:cubicBezTo>
                  <a:lnTo>
                    <a:pt x="9673" y="347"/>
                  </a:lnTo>
                  <a:cubicBezTo>
                    <a:pt x="9673" y="158"/>
                    <a:pt x="9515" y="1"/>
                    <a:pt x="9326" y="1"/>
                  </a:cubicBezTo>
                  <a:lnTo>
                    <a:pt x="7940" y="1"/>
                  </a:lnTo>
                  <a:cubicBezTo>
                    <a:pt x="7751" y="1"/>
                    <a:pt x="7562" y="158"/>
                    <a:pt x="7562" y="347"/>
                  </a:cubicBezTo>
                  <a:lnTo>
                    <a:pt x="7562" y="694"/>
                  </a:lnTo>
                  <a:lnTo>
                    <a:pt x="2112" y="694"/>
                  </a:lnTo>
                  <a:lnTo>
                    <a:pt x="2112" y="347"/>
                  </a:lnTo>
                  <a:cubicBezTo>
                    <a:pt x="2112" y="158"/>
                    <a:pt x="1954" y="1"/>
                    <a:pt x="1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0" name="Google Shape;2540;p84"/>
          <p:cNvGrpSpPr/>
          <p:nvPr/>
        </p:nvGrpSpPr>
        <p:grpSpPr>
          <a:xfrm>
            <a:off x="7242421" y="2736255"/>
            <a:ext cx="420811" cy="522864"/>
            <a:chOff x="-2310650" y="3525775"/>
            <a:chExt cx="292250" cy="363125"/>
          </a:xfrm>
        </p:grpSpPr>
        <p:sp>
          <p:nvSpPr>
            <p:cNvPr id="2541" name="Google Shape;2541;p84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84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84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84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5" name="Google Shape;2545;p84"/>
          <p:cNvGrpSpPr/>
          <p:nvPr/>
        </p:nvGrpSpPr>
        <p:grpSpPr>
          <a:xfrm>
            <a:off x="7227590" y="3413681"/>
            <a:ext cx="423079" cy="419659"/>
            <a:chOff x="-2310650" y="3958175"/>
            <a:chExt cx="293825" cy="291450"/>
          </a:xfrm>
        </p:grpSpPr>
        <p:sp>
          <p:nvSpPr>
            <p:cNvPr id="2546" name="Google Shape;2546;p84"/>
            <p:cNvSpPr/>
            <p:nvPr/>
          </p:nvSpPr>
          <p:spPr>
            <a:xfrm>
              <a:off x="-2310650" y="3958175"/>
              <a:ext cx="185925" cy="118950"/>
            </a:xfrm>
            <a:custGeom>
              <a:avLst/>
              <a:gdLst/>
              <a:ahLst/>
              <a:cxnLst/>
              <a:rect l="l" t="t" r="r" b="b"/>
              <a:pathLst>
                <a:path w="7437" h="4758" extrusionOk="0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84"/>
            <p:cNvSpPr/>
            <p:nvPr/>
          </p:nvSpPr>
          <p:spPr>
            <a:xfrm>
              <a:off x="-2309075" y="3992050"/>
              <a:ext cx="292250" cy="257575"/>
            </a:xfrm>
            <a:custGeom>
              <a:avLst/>
              <a:gdLst/>
              <a:ahLst/>
              <a:cxnLst/>
              <a:rect l="l" t="t" r="r" b="b"/>
              <a:pathLst>
                <a:path w="11690" h="10303" extrusionOk="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8" name="Google Shape;2548;p84"/>
          <p:cNvGrpSpPr/>
          <p:nvPr/>
        </p:nvGrpSpPr>
        <p:grpSpPr>
          <a:xfrm>
            <a:off x="4288344" y="3413680"/>
            <a:ext cx="424159" cy="419659"/>
            <a:chOff x="-1182750" y="3962900"/>
            <a:chExt cx="294575" cy="291450"/>
          </a:xfrm>
        </p:grpSpPr>
        <p:sp>
          <p:nvSpPr>
            <p:cNvPr id="2549" name="Google Shape;2549;p84"/>
            <p:cNvSpPr/>
            <p:nvPr/>
          </p:nvSpPr>
          <p:spPr>
            <a:xfrm>
              <a:off x="-1078000" y="40306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84"/>
            <p:cNvSpPr/>
            <p:nvPr/>
          </p:nvSpPr>
          <p:spPr>
            <a:xfrm>
              <a:off x="-1129200" y="40999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84"/>
            <p:cNvSpPr/>
            <p:nvPr/>
          </p:nvSpPr>
          <p:spPr>
            <a:xfrm>
              <a:off x="-1009475" y="40818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84"/>
            <p:cNvSpPr/>
            <p:nvPr/>
          </p:nvSpPr>
          <p:spPr>
            <a:xfrm>
              <a:off x="-1182750" y="4168475"/>
              <a:ext cx="292225" cy="34675"/>
            </a:xfrm>
            <a:custGeom>
              <a:avLst/>
              <a:gdLst/>
              <a:ahLst/>
              <a:cxnLst/>
              <a:rect l="l" t="t" r="r" b="b"/>
              <a:pathLst>
                <a:path w="11689" h="1387" extrusionOk="0">
                  <a:moveTo>
                    <a:pt x="0" y="1"/>
                  </a:moveTo>
                  <a:lnTo>
                    <a:pt x="0" y="347"/>
                  </a:lnTo>
                  <a:lnTo>
                    <a:pt x="63" y="347"/>
                  </a:lnTo>
                  <a:cubicBezTo>
                    <a:pt x="63" y="914"/>
                    <a:pt x="504" y="1387"/>
                    <a:pt x="1071" y="1387"/>
                  </a:cubicBezTo>
                  <a:lnTo>
                    <a:pt x="10680" y="1387"/>
                  </a:lnTo>
                  <a:cubicBezTo>
                    <a:pt x="11247" y="1387"/>
                    <a:pt x="11688" y="914"/>
                    <a:pt x="11688" y="347"/>
                  </a:cubicBezTo>
                  <a:lnTo>
                    <a:pt x="116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84"/>
            <p:cNvSpPr/>
            <p:nvPr/>
          </p:nvSpPr>
          <p:spPr>
            <a:xfrm>
              <a:off x="-1117400" y="4220475"/>
              <a:ext cx="161500" cy="33875"/>
            </a:xfrm>
            <a:custGeom>
              <a:avLst/>
              <a:gdLst/>
              <a:ahLst/>
              <a:cxnLst/>
              <a:rect l="l" t="t" r="r" b="b"/>
              <a:pathLst>
                <a:path w="6460" h="1355" extrusionOk="0">
                  <a:moveTo>
                    <a:pt x="1513" y="0"/>
                  </a:moveTo>
                  <a:lnTo>
                    <a:pt x="1356" y="693"/>
                  </a:lnTo>
                  <a:lnTo>
                    <a:pt x="474" y="693"/>
                  </a:lnTo>
                  <a:cubicBezTo>
                    <a:pt x="32" y="693"/>
                    <a:pt x="1" y="1355"/>
                    <a:pt x="474" y="1355"/>
                  </a:cubicBezTo>
                  <a:lnTo>
                    <a:pt x="5924" y="1355"/>
                  </a:lnTo>
                  <a:cubicBezTo>
                    <a:pt x="6459" y="1355"/>
                    <a:pt x="6459" y="693"/>
                    <a:pt x="5987" y="693"/>
                  </a:cubicBezTo>
                  <a:lnTo>
                    <a:pt x="5073" y="693"/>
                  </a:lnTo>
                  <a:lnTo>
                    <a:pt x="49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84"/>
            <p:cNvSpPr/>
            <p:nvPr/>
          </p:nvSpPr>
          <p:spPr>
            <a:xfrm>
              <a:off x="-958300" y="40141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84"/>
            <p:cNvSpPr/>
            <p:nvPr/>
          </p:nvSpPr>
          <p:spPr>
            <a:xfrm>
              <a:off x="-1180400" y="3962900"/>
              <a:ext cx="292225" cy="188275"/>
            </a:xfrm>
            <a:custGeom>
              <a:avLst/>
              <a:gdLst/>
              <a:ahLst/>
              <a:cxnLst/>
              <a:rect l="l" t="t" r="r" b="b"/>
              <a:pathLst>
                <a:path w="11689" h="7531" extrusionOk="0">
                  <a:moveTo>
                    <a:pt x="9232" y="1324"/>
                  </a:moveTo>
                  <a:cubicBezTo>
                    <a:pt x="9799" y="1324"/>
                    <a:pt x="10271" y="1797"/>
                    <a:pt x="10271" y="2364"/>
                  </a:cubicBezTo>
                  <a:cubicBezTo>
                    <a:pt x="10271" y="2922"/>
                    <a:pt x="9822" y="3391"/>
                    <a:pt x="9247" y="3391"/>
                  </a:cubicBezTo>
                  <a:cubicBezTo>
                    <a:pt x="9140" y="3391"/>
                    <a:pt x="9029" y="3375"/>
                    <a:pt x="8916" y="3341"/>
                  </a:cubicBezTo>
                  <a:lnTo>
                    <a:pt x="8034" y="4538"/>
                  </a:lnTo>
                  <a:cubicBezTo>
                    <a:pt x="8507" y="5199"/>
                    <a:pt x="7971" y="6144"/>
                    <a:pt x="7152" y="6144"/>
                  </a:cubicBezTo>
                  <a:cubicBezTo>
                    <a:pt x="6491" y="6144"/>
                    <a:pt x="5987" y="5514"/>
                    <a:pt x="6176" y="4790"/>
                  </a:cubicBezTo>
                  <a:lnTo>
                    <a:pt x="4978" y="3908"/>
                  </a:lnTo>
                  <a:cubicBezTo>
                    <a:pt x="4839" y="4007"/>
                    <a:pt x="4661" y="4069"/>
                    <a:pt x="4470" y="4069"/>
                  </a:cubicBezTo>
                  <a:cubicBezTo>
                    <a:pt x="4359" y="4069"/>
                    <a:pt x="4243" y="4048"/>
                    <a:pt x="4128" y="4002"/>
                  </a:cubicBezTo>
                  <a:lnTo>
                    <a:pt x="3214" y="5199"/>
                  </a:lnTo>
                  <a:cubicBezTo>
                    <a:pt x="3340" y="5357"/>
                    <a:pt x="3372" y="5546"/>
                    <a:pt x="3372" y="5735"/>
                  </a:cubicBezTo>
                  <a:cubicBezTo>
                    <a:pt x="3372" y="6302"/>
                    <a:pt x="2899" y="6775"/>
                    <a:pt x="2363" y="6775"/>
                  </a:cubicBezTo>
                  <a:cubicBezTo>
                    <a:pt x="1796" y="6775"/>
                    <a:pt x="1324" y="6302"/>
                    <a:pt x="1324" y="5735"/>
                  </a:cubicBezTo>
                  <a:cubicBezTo>
                    <a:pt x="1324" y="5199"/>
                    <a:pt x="1796" y="4727"/>
                    <a:pt x="2363" y="4727"/>
                  </a:cubicBezTo>
                  <a:cubicBezTo>
                    <a:pt x="2489" y="4727"/>
                    <a:pt x="2552" y="4758"/>
                    <a:pt x="2678" y="4758"/>
                  </a:cubicBezTo>
                  <a:lnTo>
                    <a:pt x="3592" y="3593"/>
                  </a:lnTo>
                  <a:cubicBezTo>
                    <a:pt x="3120" y="2899"/>
                    <a:pt x="3624" y="1954"/>
                    <a:pt x="4443" y="1954"/>
                  </a:cubicBezTo>
                  <a:cubicBezTo>
                    <a:pt x="5104" y="1954"/>
                    <a:pt x="5640" y="2584"/>
                    <a:pt x="5419" y="3309"/>
                  </a:cubicBezTo>
                  <a:lnTo>
                    <a:pt x="6617" y="4223"/>
                  </a:lnTo>
                  <a:cubicBezTo>
                    <a:pt x="6766" y="4116"/>
                    <a:pt x="6959" y="4038"/>
                    <a:pt x="7165" y="4038"/>
                  </a:cubicBezTo>
                  <a:cubicBezTo>
                    <a:pt x="7264" y="4038"/>
                    <a:pt x="7365" y="4056"/>
                    <a:pt x="7467" y="4097"/>
                  </a:cubicBezTo>
                  <a:lnTo>
                    <a:pt x="8381" y="2899"/>
                  </a:lnTo>
                  <a:cubicBezTo>
                    <a:pt x="8255" y="2742"/>
                    <a:pt x="8223" y="2553"/>
                    <a:pt x="8223" y="2364"/>
                  </a:cubicBezTo>
                  <a:cubicBezTo>
                    <a:pt x="8223" y="1797"/>
                    <a:pt x="8696" y="1324"/>
                    <a:pt x="9232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4"/>
                    <a:pt x="1" y="1009"/>
                  </a:cubicBezTo>
                  <a:lnTo>
                    <a:pt x="1" y="7531"/>
                  </a:lnTo>
                  <a:lnTo>
                    <a:pt x="11689" y="7531"/>
                  </a:lnTo>
                  <a:lnTo>
                    <a:pt x="11689" y="1009"/>
                  </a:lnTo>
                  <a:cubicBezTo>
                    <a:pt x="11657" y="411"/>
                    <a:pt x="11185" y="1"/>
                    <a:pt x="106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6" name="Google Shape;2556;p84"/>
          <p:cNvGrpSpPr/>
          <p:nvPr/>
        </p:nvGrpSpPr>
        <p:grpSpPr>
          <a:xfrm>
            <a:off x="2119012" y="2184341"/>
            <a:ext cx="424195" cy="419659"/>
            <a:chOff x="-5611575" y="3272950"/>
            <a:chExt cx="294600" cy="291450"/>
          </a:xfrm>
        </p:grpSpPr>
        <p:sp>
          <p:nvSpPr>
            <p:cNvPr id="2557" name="Google Shape;2557;p84"/>
            <p:cNvSpPr/>
            <p:nvPr/>
          </p:nvSpPr>
          <p:spPr>
            <a:xfrm>
              <a:off x="-5594250" y="3273750"/>
              <a:ext cx="85875" cy="84300"/>
            </a:xfrm>
            <a:custGeom>
              <a:avLst/>
              <a:gdLst/>
              <a:ahLst/>
              <a:cxnLst/>
              <a:rect l="l" t="t" r="r" b="b"/>
              <a:pathLst>
                <a:path w="3435" h="3372" extrusionOk="0">
                  <a:moveTo>
                    <a:pt x="1734" y="0"/>
                  </a:moveTo>
                  <a:cubicBezTo>
                    <a:pt x="788" y="0"/>
                    <a:pt x="32" y="756"/>
                    <a:pt x="32" y="1702"/>
                  </a:cubicBezTo>
                  <a:cubicBezTo>
                    <a:pt x="1" y="2678"/>
                    <a:pt x="820" y="3371"/>
                    <a:pt x="1702" y="3371"/>
                  </a:cubicBezTo>
                  <a:cubicBezTo>
                    <a:pt x="2269" y="3371"/>
                    <a:pt x="2899" y="3025"/>
                    <a:pt x="3214" y="2426"/>
                  </a:cubicBezTo>
                  <a:cubicBezTo>
                    <a:pt x="3340" y="2206"/>
                    <a:pt x="3435" y="1922"/>
                    <a:pt x="3435" y="1702"/>
                  </a:cubicBezTo>
                  <a:cubicBezTo>
                    <a:pt x="3435" y="756"/>
                    <a:pt x="2679" y="0"/>
                    <a:pt x="1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84"/>
            <p:cNvSpPr/>
            <p:nvPr/>
          </p:nvSpPr>
          <p:spPr>
            <a:xfrm>
              <a:off x="-5457200" y="3324950"/>
              <a:ext cx="67775" cy="67750"/>
            </a:xfrm>
            <a:custGeom>
              <a:avLst/>
              <a:gdLst/>
              <a:ahLst/>
              <a:cxnLst/>
              <a:rect l="l" t="t" r="r" b="b"/>
              <a:pathLst>
                <a:path w="2711" h="2710" extrusionOk="0">
                  <a:moveTo>
                    <a:pt x="1009" y="0"/>
                  </a:moveTo>
                  <a:cubicBezTo>
                    <a:pt x="410" y="158"/>
                    <a:pt x="1" y="662"/>
                    <a:pt x="1" y="1323"/>
                  </a:cubicBezTo>
                  <a:cubicBezTo>
                    <a:pt x="1" y="2079"/>
                    <a:pt x="631" y="2710"/>
                    <a:pt x="1355" y="2710"/>
                  </a:cubicBezTo>
                  <a:cubicBezTo>
                    <a:pt x="1985" y="2710"/>
                    <a:pt x="2553" y="2268"/>
                    <a:pt x="2710" y="1701"/>
                  </a:cubicBezTo>
                  <a:lnTo>
                    <a:pt x="1355" y="1701"/>
                  </a:lnTo>
                  <a:cubicBezTo>
                    <a:pt x="1166" y="1701"/>
                    <a:pt x="1009" y="1544"/>
                    <a:pt x="1009" y="1323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84"/>
            <p:cNvSpPr/>
            <p:nvPr/>
          </p:nvSpPr>
          <p:spPr>
            <a:xfrm>
              <a:off x="-5415450" y="3325725"/>
              <a:ext cx="25225" cy="24450"/>
            </a:xfrm>
            <a:custGeom>
              <a:avLst/>
              <a:gdLst/>
              <a:ahLst/>
              <a:cxnLst/>
              <a:rect l="l" t="t" r="r" b="b"/>
              <a:pathLst>
                <a:path w="1009" h="978" extrusionOk="0">
                  <a:moveTo>
                    <a:pt x="0" y="1"/>
                  </a:moveTo>
                  <a:lnTo>
                    <a:pt x="0" y="977"/>
                  </a:lnTo>
                  <a:lnTo>
                    <a:pt x="1009" y="977"/>
                  </a:lnTo>
                  <a:cubicBezTo>
                    <a:pt x="883" y="473"/>
                    <a:pt x="473" y="12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84"/>
            <p:cNvSpPr/>
            <p:nvPr/>
          </p:nvSpPr>
          <p:spPr>
            <a:xfrm>
              <a:off x="-5611575" y="3359600"/>
              <a:ext cx="118950" cy="204800"/>
            </a:xfrm>
            <a:custGeom>
              <a:avLst/>
              <a:gdLst/>
              <a:ahLst/>
              <a:cxnLst/>
              <a:rect l="l" t="t" r="r" b="b"/>
              <a:pathLst>
                <a:path w="4758" h="8192" extrusionOk="0">
                  <a:moveTo>
                    <a:pt x="694" y="0"/>
                  </a:moveTo>
                  <a:cubicBezTo>
                    <a:pt x="253" y="410"/>
                    <a:pt x="1" y="1008"/>
                    <a:pt x="1" y="1670"/>
                  </a:cubicBezTo>
                  <a:lnTo>
                    <a:pt x="1" y="3718"/>
                  </a:lnTo>
                  <a:cubicBezTo>
                    <a:pt x="1" y="4159"/>
                    <a:pt x="253" y="4569"/>
                    <a:pt x="662" y="4726"/>
                  </a:cubicBezTo>
                  <a:lnTo>
                    <a:pt x="662" y="7152"/>
                  </a:lnTo>
                  <a:cubicBezTo>
                    <a:pt x="662" y="7687"/>
                    <a:pt x="1135" y="8192"/>
                    <a:pt x="1670" y="8192"/>
                  </a:cubicBezTo>
                  <a:lnTo>
                    <a:pt x="3057" y="8192"/>
                  </a:lnTo>
                  <a:cubicBezTo>
                    <a:pt x="3624" y="8192"/>
                    <a:pt x="4096" y="7719"/>
                    <a:pt x="4096" y="7152"/>
                  </a:cubicBezTo>
                  <a:lnTo>
                    <a:pt x="4096" y="4726"/>
                  </a:lnTo>
                  <a:cubicBezTo>
                    <a:pt x="4474" y="4569"/>
                    <a:pt x="4758" y="4190"/>
                    <a:pt x="4758" y="3718"/>
                  </a:cubicBezTo>
                  <a:lnTo>
                    <a:pt x="4758" y="1670"/>
                  </a:lnTo>
                  <a:cubicBezTo>
                    <a:pt x="4758" y="1008"/>
                    <a:pt x="4474" y="410"/>
                    <a:pt x="4033" y="0"/>
                  </a:cubicBezTo>
                  <a:cubicBezTo>
                    <a:pt x="3718" y="347"/>
                    <a:pt x="3246" y="567"/>
                    <a:pt x="2742" y="662"/>
                  </a:cubicBez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cubicBezTo>
                    <a:pt x="2175" y="2741"/>
                    <a:pt x="2017" y="2584"/>
                    <a:pt x="2017" y="2395"/>
                  </a:cubicBezTo>
                  <a:lnTo>
                    <a:pt x="2017" y="662"/>
                  </a:lnTo>
                  <a:cubicBezTo>
                    <a:pt x="1513" y="567"/>
                    <a:pt x="1040" y="347"/>
                    <a:pt x="6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84"/>
            <p:cNvSpPr/>
            <p:nvPr/>
          </p:nvSpPr>
          <p:spPr>
            <a:xfrm>
              <a:off x="-5510750" y="3272950"/>
              <a:ext cx="193775" cy="187475"/>
            </a:xfrm>
            <a:custGeom>
              <a:avLst/>
              <a:gdLst/>
              <a:ahLst/>
              <a:cxnLst/>
              <a:rect l="l" t="t" r="r" b="b"/>
              <a:pathLst>
                <a:path w="7751" h="7499" extrusionOk="0">
                  <a:moveTo>
                    <a:pt x="3497" y="1355"/>
                  </a:moveTo>
                  <a:cubicBezTo>
                    <a:pt x="4663" y="1355"/>
                    <a:pt x="5577" y="2269"/>
                    <a:pt x="5577" y="3403"/>
                  </a:cubicBezTo>
                  <a:cubicBezTo>
                    <a:pt x="5577" y="4569"/>
                    <a:pt x="4600" y="5451"/>
                    <a:pt x="3497" y="5451"/>
                  </a:cubicBezTo>
                  <a:cubicBezTo>
                    <a:pt x="2363" y="5451"/>
                    <a:pt x="1450" y="4569"/>
                    <a:pt x="1450" y="3403"/>
                  </a:cubicBezTo>
                  <a:cubicBezTo>
                    <a:pt x="1450" y="2269"/>
                    <a:pt x="2363" y="1355"/>
                    <a:pt x="3497" y="1355"/>
                  </a:cubicBezTo>
                  <a:close/>
                  <a:moveTo>
                    <a:pt x="0" y="1"/>
                  </a:moveTo>
                  <a:cubicBezTo>
                    <a:pt x="441" y="410"/>
                    <a:pt x="725" y="1009"/>
                    <a:pt x="725" y="1671"/>
                  </a:cubicBezTo>
                  <a:cubicBezTo>
                    <a:pt x="725" y="2112"/>
                    <a:pt x="599" y="2521"/>
                    <a:pt x="410" y="2868"/>
                  </a:cubicBezTo>
                  <a:cubicBezTo>
                    <a:pt x="1040" y="3403"/>
                    <a:pt x="1387" y="4191"/>
                    <a:pt x="1387" y="5105"/>
                  </a:cubicBezTo>
                  <a:lnTo>
                    <a:pt x="1387" y="7152"/>
                  </a:lnTo>
                  <a:cubicBezTo>
                    <a:pt x="1387" y="7278"/>
                    <a:pt x="1387" y="7404"/>
                    <a:pt x="1355" y="7499"/>
                  </a:cubicBezTo>
                  <a:lnTo>
                    <a:pt x="5829" y="7499"/>
                  </a:lnTo>
                  <a:cubicBezTo>
                    <a:pt x="6396" y="7499"/>
                    <a:pt x="6900" y="7026"/>
                    <a:pt x="6900" y="6491"/>
                  </a:cubicBezTo>
                  <a:lnTo>
                    <a:pt x="6900" y="694"/>
                  </a:lnTo>
                  <a:lnTo>
                    <a:pt x="7246" y="694"/>
                  </a:lnTo>
                  <a:cubicBezTo>
                    <a:pt x="7751" y="694"/>
                    <a:pt x="7751" y="1"/>
                    <a:pt x="72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2" name="Google Shape;2562;p84"/>
          <p:cNvGrpSpPr/>
          <p:nvPr/>
        </p:nvGrpSpPr>
        <p:grpSpPr>
          <a:xfrm>
            <a:off x="2120249" y="2787299"/>
            <a:ext cx="424195" cy="420775"/>
            <a:chOff x="-5613150" y="3991275"/>
            <a:chExt cx="294600" cy="292225"/>
          </a:xfrm>
        </p:grpSpPr>
        <p:sp>
          <p:nvSpPr>
            <p:cNvPr id="2563" name="Google Shape;2563;p84"/>
            <p:cNvSpPr/>
            <p:nvPr/>
          </p:nvSpPr>
          <p:spPr>
            <a:xfrm>
              <a:off x="-5480050" y="4046400"/>
              <a:ext cx="27600" cy="14200"/>
            </a:xfrm>
            <a:custGeom>
              <a:avLst/>
              <a:gdLst/>
              <a:ahLst/>
              <a:cxnLst/>
              <a:rect l="l" t="t" r="r" b="b"/>
              <a:pathLst>
                <a:path w="1104" h="568" extrusionOk="0">
                  <a:moveTo>
                    <a:pt x="537" y="1"/>
                  </a:moveTo>
                  <a:lnTo>
                    <a:pt x="1" y="568"/>
                  </a:lnTo>
                  <a:lnTo>
                    <a:pt x="1104" y="568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84"/>
            <p:cNvSpPr/>
            <p:nvPr/>
          </p:nvSpPr>
          <p:spPr>
            <a:xfrm>
              <a:off x="-5531225" y="4042450"/>
              <a:ext cx="44125" cy="18150"/>
            </a:xfrm>
            <a:custGeom>
              <a:avLst/>
              <a:gdLst/>
              <a:ahLst/>
              <a:cxnLst/>
              <a:rect l="l" t="t" r="r" b="b"/>
              <a:pathLst>
                <a:path w="1765" h="726" extrusionOk="0">
                  <a:moveTo>
                    <a:pt x="693" y="1"/>
                  </a:moveTo>
                  <a:lnTo>
                    <a:pt x="0" y="726"/>
                  </a:lnTo>
                  <a:lnTo>
                    <a:pt x="1103" y="726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84"/>
            <p:cNvSpPr/>
            <p:nvPr/>
          </p:nvSpPr>
          <p:spPr>
            <a:xfrm>
              <a:off x="-5443025" y="4077125"/>
              <a:ext cx="41775" cy="40975"/>
            </a:xfrm>
            <a:custGeom>
              <a:avLst/>
              <a:gdLst/>
              <a:ahLst/>
              <a:cxnLst/>
              <a:rect l="l" t="t" r="r" b="b"/>
              <a:pathLst>
                <a:path w="1671" h="1639" extrusionOk="0">
                  <a:moveTo>
                    <a:pt x="694" y="0"/>
                  </a:moveTo>
                  <a:lnTo>
                    <a:pt x="1" y="1638"/>
                  </a:lnTo>
                  <a:lnTo>
                    <a:pt x="1" y="1638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84"/>
            <p:cNvSpPr/>
            <p:nvPr/>
          </p:nvSpPr>
          <p:spPr>
            <a:xfrm>
              <a:off x="-5487925" y="4077125"/>
              <a:ext cx="43350" cy="54375"/>
            </a:xfrm>
            <a:custGeom>
              <a:avLst/>
              <a:gdLst/>
              <a:ahLst/>
              <a:cxnLst/>
              <a:rect l="l" t="t" r="r" b="b"/>
              <a:pathLst>
                <a:path w="1734" h="2175" extrusionOk="0">
                  <a:moveTo>
                    <a:pt x="1" y="0"/>
                  </a:moveTo>
                  <a:lnTo>
                    <a:pt x="852" y="2174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84"/>
            <p:cNvSpPr/>
            <p:nvPr/>
          </p:nvSpPr>
          <p:spPr>
            <a:xfrm>
              <a:off x="-5445375" y="4042450"/>
              <a:ext cx="44125" cy="18150"/>
            </a:xfrm>
            <a:custGeom>
              <a:avLst/>
              <a:gdLst/>
              <a:ahLst/>
              <a:cxnLst/>
              <a:rect l="l" t="t" r="r" b="b"/>
              <a:pathLst>
                <a:path w="1765" h="726" extrusionOk="0">
                  <a:moveTo>
                    <a:pt x="0" y="1"/>
                  </a:moveTo>
                  <a:lnTo>
                    <a:pt x="693" y="726"/>
                  </a:lnTo>
                  <a:lnTo>
                    <a:pt x="1764" y="726"/>
                  </a:lnTo>
                  <a:lnTo>
                    <a:pt x="11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84"/>
            <p:cNvSpPr/>
            <p:nvPr/>
          </p:nvSpPr>
          <p:spPr>
            <a:xfrm>
              <a:off x="-5531225" y="4077125"/>
              <a:ext cx="41750" cy="40975"/>
            </a:xfrm>
            <a:custGeom>
              <a:avLst/>
              <a:gdLst/>
              <a:ahLst/>
              <a:cxnLst/>
              <a:rect l="l" t="t" r="r" b="b"/>
              <a:pathLst>
                <a:path w="1670" h="1639" extrusionOk="0">
                  <a:moveTo>
                    <a:pt x="0" y="0"/>
                  </a:moveTo>
                  <a:lnTo>
                    <a:pt x="1670" y="1638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84"/>
            <p:cNvSpPr/>
            <p:nvPr/>
          </p:nvSpPr>
          <p:spPr>
            <a:xfrm>
              <a:off x="-5613150" y="4198400"/>
              <a:ext cx="292225" cy="33900"/>
            </a:xfrm>
            <a:custGeom>
              <a:avLst/>
              <a:gdLst/>
              <a:ahLst/>
              <a:cxnLst/>
              <a:rect l="l" t="t" r="r" b="b"/>
              <a:pathLst>
                <a:path w="11689" h="1356" extrusionOk="0">
                  <a:moveTo>
                    <a:pt x="1" y="1"/>
                  </a:moveTo>
                  <a:lnTo>
                    <a:pt x="1" y="347"/>
                  </a:lnTo>
                  <a:lnTo>
                    <a:pt x="32" y="347"/>
                  </a:lnTo>
                  <a:cubicBezTo>
                    <a:pt x="32" y="883"/>
                    <a:pt x="505" y="1356"/>
                    <a:pt x="1072" y="1356"/>
                  </a:cubicBezTo>
                  <a:lnTo>
                    <a:pt x="10681" y="1356"/>
                  </a:lnTo>
                  <a:cubicBezTo>
                    <a:pt x="11216" y="1356"/>
                    <a:pt x="11689" y="883"/>
                    <a:pt x="11689" y="347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84"/>
            <p:cNvSpPr/>
            <p:nvPr/>
          </p:nvSpPr>
          <p:spPr>
            <a:xfrm>
              <a:off x="-5610775" y="3991275"/>
              <a:ext cx="292225" cy="189050"/>
            </a:xfrm>
            <a:custGeom>
              <a:avLst/>
              <a:gdLst/>
              <a:ahLst/>
              <a:cxnLst/>
              <a:rect l="l" t="t" r="r" b="b"/>
              <a:pathLst>
                <a:path w="11689" h="7562" extrusionOk="0">
                  <a:moveTo>
                    <a:pt x="7813" y="1386"/>
                  </a:moveTo>
                  <a:cubicBezTo>
                    <a:pt x="7908" y="1386"/>
                    <a:pt x="8034" y="1418"/>
                    <a:pt x="8065" y="1512"/>
                  </a:cubicBezTo>
                  <a:cubicBezTo>
                    <a:pt x="8128" y="1575"/>
                    <a:pt x="9483" y="2867"/>
                    <a:pt x="9515" y="2993"/>
                  </a:cubicBezTo>
                  <a:cubicBezTo>
                    <a:pt x="9578" y="3088"/>
                    <a:pt x="9578" y="3214"/>
                    <a:pt x="9452" y="3340"/>
                  </a:cubicBezTo>
                  <a:lnTo>
                    <a:pt x="6018" y="6774"/>
                  </a:lnTo>
                  <a:cubicBezTo>
                    <a:pt x="5943" y="6848"/>
                    <a:pt x="5862" y="6880"/>
                    <a:pt x="5783" y="6880"/>
                  </a:cubicBezTo>
                  <a:cubicBezTo>
                    <a:pt x="5696" y="6880"/>
                    <a:pt x="5612" y="6840"/>
                    <a:pt x="5545" y="6774"/>
                  </a:cubicBezTo>
                  <a:lnTo>
                    <a:pt x="2111" y="3340"/>
                  </a:lnTo>
                  <a:cubicBezTo>
                    <a:pt x="2001" y="3230"/>
                    <a:pt x="1987" y="2976"/>
                    <a:pt x="2027" y="2976"/>
                  </a:cubicBezTo>
                  <a:cubicBezTo>
                    <a:pt x="2033" y="2976"/>
                    <a:pt x="2040" y="2981"/>
                    <a:pt x="2048" y="2993"/>
                  </a:cubicBezTo>
                  <a:cubicBezTo>
                    <a:pt x="2048" y="2962"/>
                    <a:pt x="2079" y="2930"/>
                    <a:pt x="2111" y="2867"/>
                  </a:cubicBezTo>
                  <a:lnTo>
                    <a:pt x="3497" y="1512"/>
                  </a:lnTo>
                  <a:cubicBezTo>
                    <a:pt x="3560" y="1418"/>
                    <a:pt x="3655" y="1386"/>
                    <a:pt x="3718" y="1386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7561"/>
                  </a:lnTo>
                  <a:lnTo>
                    <a:pt x="11689" y="7561"/>
                  </a:lnTo>
                  <a:lnTo>
                    <a:pt x="11689" y="1040"/>
                  </a:lnTo>
                  <a:cubicBezTo>
                    <a:pt x="11657" y="473"/>
                    <a:pt x="11184" y="0"/>
                    <a:pt x="10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84"/>
            <p:cNvSpPr/>
            <p:nvPr/>
          </p:nvSpPr>
          <p:spPr>
            <a:xfrm>
              <a:off x="-5546975" y="4250400"/>
              <a:ext cx="160700" cy="33100"/>
            </a:xfrm>
            <a:custGeom>
              <a:avLst/>
              <a:gdLst/>
              <a:ahLst/>
              <a:cxnLst/>
              <a:rect l="l" t="t" r="r" b="b"/>
              <a:pathLst>
                <a:path w="6428" h="1324" extrusionOk="0">
                  <a:moveTo>
                    <a:pt x="1544" y="0"/>
                  </a:moveTo>
                  <a:lnTo>
                    <a:pt x="1386" y="662"/>
                  </a:lnTo>
                  <a:lnTo>
                    <a:pt x="473" y="662"/>
                  </a:lnTo>
                  <a:cubicBezTo>
                    <a:pt x="32" y="662"/>
                    <a:pt x="0" y="1323"/>
                    <a:pt x="473" y="1323"/>
                  </a:cubicBezTo>
                  <a:lnTo>
                    <a:pt x="5955" y="1323"/>
                  </a:lnTo>
                  <a:cubicBezTo>
                    <a:pt x="6427" y="1323"/>
                    <a:pt x="6427" y="662"/>
                    <a:pt x="5986" y="662"/>
                  </a:cubicBezTo>
                  <a:lnTo>
                    <a:pt x="5072" y="662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2" name="Google Shape;2572;p84"/>
          <p:cNvGrpSpPr/>
          <p:nvPr/>
        </p:nvGrpSpPr>
        <p:grpSpPr>
          <a:xfrm>
            <a:off x="6053380" y="2184559"/>
            <a:ext cx="434634" cy="419227"/>
            <a:chOff x="-3768700" y="3253275"/>
            <a:chExt cx="301850" cy="291150"/>
          </a:xfrm>
        </p:grpSpPr>
        <p:sp>
          <p:nvSpPr>
            <p:cNvPr id="2573" name="Google Shape;2573;p84"/>
            <p:cNvSpPr/>
            <p:nvPr/>
          </p:nvSpPr>
          <p:spPr>
            <a:xfrm>
              <a:off x="-3603925" y="3355650"/>
              <a:ext cx="69350" cy="33900"/>
            </a:xfrm>
            <a:custGeom>
              <a:avLst/>
              <a:gdLst/>
              <a:ahLst/>
              <a:cxnLst/>
              <a:rect l="l" t="t" r="r" b="b"/>
              <a:pathLst>
                <a:path w="2774" h="1356" extrusionOk="0">
                  <a:moveTo>
                    <a:pt x="1040" y="1"/>
                  </a:moveTo>
                  <a:cubicBezTo>
                    <a:pt x="505" y="1"/>
                    <a:pt x="1" y="473"/>
                    <a:pt x="1" y="1009"/>
                  </a:cubicBezTo>
                  <a:lnTo>
                    <a:pt x="1" y="1356"/>
                  </a:lnTo>
                  <a:lnTo>
                    <a:pt x="2773" y="1356"/>
                  </a:lnTo>
                  <a:lnTo>
                    <a:pt x="2773" y="1009"/>
                  </a:lnTo>
                  <a:cubicBezTo>
                    <a:pt x="2742" y="473"/>
                    <a:pt x="2269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84"/>
            <p:cNvSpPr/>
            <p:nvPr/>
          </p:nvSpPr>
          <p:spPr>
            <a:xfrm>
              <a:off x="-3586600" y="3305250"/>
              <a:ext cx="33125" cy="33100"/>
            </a:xfrm>
            <a:custGeom>
              <a:avLst/>
              <a:gdLst/>
              <a:ahLst/>
              <a:cxnLst/>
              <a:rect l="l" t="t" r="r" b="b"/>
              <a:pathLst>
                <a:path w="1325" h="1324" extrusionOk="0">
                  <a:moveTo>
                    <a:pt x="663" y="0"/>
                  </a:moveTo>
                  <a:cubicBezTo>
                    <a:pt x="253" y="0"/>
                    <a:pt x="1" y="316"/>
                    <a:pt x="1" y="662"/>
                  </a:cubicBezTo>
                  <a:cubicBezTo>
                    <a:pt x="1" y="1009"/>
                    <a:pt x="316" y="1324"/>
                    <a:pt x="663" y="1324"/>
                  </a:cubicBezTo>
                  <a:cubicBezTo>
                    <a:pt x="1041" y="1324"/>
                    <a:pt x="1324" y="1009"/>
                    <a:pt x="1324" y="662"/>
                  </a:cubicBezTo>
                  <a:cubicBezTo>
                    <a:pt x="1324" y="284"/>
                    <a:pt x="1009" y="0"/>
                    <a:pt x="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84"/>
            <p:cNvSpPr/>
            <p:nvPr/>
          </p:nvSpPr>
          <p:spPr>
            <a:xfrm>
              <a:off x="-3768700" y="3253275"/>
              <a:ext cx="301850" cy="291150"/>
            </a:xfrm>
            <a:custGeom>
              <a:avLst/>
              <a:gdLst/>
              <a:ahLst/>
              <a:cxnLst/>
              <a:rect l="l" t="t" r="r" b="b"/>
              <a:pathLst>
                <a:path w="12074" h="11646" extrusionOk="0">
                  <a:moveTo>
                    <a:pt x="7947" y="1323"/>
                  </a:moveTo>
                  <a:cubicBezTo>
                    <a:pt x="8703" y="1323"/>
                    <a:pt x="9333" y="1953"/>
                    <a:pt x="9333" y="2710"/>
                  </a:cubicBezTo>
                  <a:cubicBezTo>
                    <a:pt x="9333" y="3025"/>
                    <a:pt x="9207" y="3340"/>
                    <a:pt x="9018" y="3560"/>
                  </a:cubicBezTo>
                  <a:cubicBezTo>
                    <a:pt x="9585" y="3844"/>
                    <a:pt x="9994" y="4442"/>
                    <a:pt x="9994" y="5104"/>
                  </a:cubicBezTo>
                  <a:lnTo>
                    <a:pt x="9994" y="5766"/>
                  </a:lnTo>
                  <a:lnTo>
                    <a:pt x="10026" y="5766"/>
                  </a:lnTo>
                  <a:cubicBezTo>
                    <a:pt x="10026" y="5955"/>
                    <a:pt x="9868" y="6112"/>
                    <a:pt x="9679" y="6112"/>
                  </a:cubicBezTo>
                  <a:lnTo>
                    <a:pt x="6245" y="6112"/>
                  </a:lnTo>
                  <a:cubicBezTo>
                    <a:pt x="6056" y="6112"/>
                    <a:pt x="5899" y="5955"/>
                    <a:pt x="5899" y="5766"/>
                  </a:cubicBezTo>
                  <a:lnTo>
                    <a:pt x="5899" y="5104"/>
                  </a:lnTo>
                  <a:cubicBezTo>
                    <a:pt x="5899" y="4442"/>
                    <a:pt x="6308" y="3844"/>
                    <a:pt x="6875" y="3560"/>
                  </a:cubicBezTo>
                  <a:cubicBezTo>
                    <a:pt x="6686" y="3340"/>
                    <a:pt x="6560" y="3056"/>
                    <a:pt x="6560" y="2710"/>
                  </a:cubicBezTo>
                  <a:cubicBezTo>
                    <a:pt x="6560" y="1953"/>
                    <a:pt x="7190" y="1323"/>
                    <a:pt x="7947" y="1323"/>
                  </a:cubicBezTo>
                  <a:close/>
                  <a:moveTo>
                    <a:pt x="7947" y="0"/>
                  </a:moveTo>
                  <a:cubicBezTo>
                    <a:pt x="5647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8" y="6711"/>
                  </a:cubicBezTo>
                  <a:lnTo>
                    <a:pt x="4134" y="7435"/>
                  </a:lnTo>
                  <a:cubicBezTo>
                    <a:pt x="3981" y="7364"/>
                    <a:pt x="3823" y="7329"/>
                    <a:pt x="3669" y="7329"/>
                  </a:cubicBezTo>
                  <a:cubicBezTo>
                    <a:pt x="3412" y="7329"/>
                    <a:pt x="3166" y="7427"/>
                    <a:pt x="2969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09" y="11645"/>
                  </a:cubicBezTo>
                  <a:cubicBezTo>
                    <a:pt x="1739" y="11645"/>
                    <a:pt x="1975" y="11555"/>
                    <a:pt x="2181" y="11342"/>
                  </a:cubicBezTo>
                  <a:lnTo>
                    <a:pt x="4449" y="9074"/>
                  </a:lnTo>
                  <a:cubicBezTo>
                    <a:pt x="4765" y="8759"/>
                    <a:pt x="4796" y="8286"/>
                    <a:pt x="4638" y="7939"/>
                  </a:cubicBezTo>
                  <a:lnTo>
                    <a:pt x="5332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4" y="6364"/>
                    <a:pt x="12074" y="4127"/>
                  </a:cubicBezTo>
                  <a:cubicBezTo>
                    <a:pt x="12074" y="1796"/>
                    <a:pt x="10215" y="0"/>
                    <a:pt x="79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6" name="Google Shape;2576;p84"/>
          <p:cNvGrpSpPr/>
          <p:nvPr/>
        </p:nvGrpSpPr>
        <p:grpSpPr>
          <a:xfrm>
            <a:off x="4899603" y="2799748"/>
            <a:ext cx="426462" cy="395865"/>
            <a:chOff x="-3808700" y="3628950"/>
            <a:chExt cx="296175" cy="274925"/>
          </a:xfrm>
        </p:grpSpPr>
        <p:sp>
          <p:nvSpPr>
            <p:cNvPr id="2577" name="Google Shape;2577;p84"/>
            <p:cNvSpPr/>
            <p:nvPr/>
          </p:nvSpPr>
          <p:spPr>
            <a:xfrm>
              <a:off x="-3665972" y="368095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08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41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84"/>
            <p:cNvSpPr/>
            <p:nvPr/>
          </p:nvSpPr>
          <p:spPr>
            <a:xfrm>
              <a:off x="-3808700" y="3664400"/>
              <a:ext cx="296175" cy="239475"/>
            </a:xfrm>
            <a:custGeom>
              <a:avLst/>
              <a:gdLst/>
              <a:ahLst/>
              <a:cxnLst/>
              <a:rect l="l" t="t" r="r" b="b"/>
              <a:pathLst>
                <a:path w="11847" h="9579" extrusionOk="0">
                  <a:moveTo>
                    <a:pt x="3970" y="8223"/>
                  </a:moveTo>
                  <a:cubicBezTo>
                    <a:pt x="4159" y="8223"/>
                    <a:pt x="4316" y="8381"/>
                    <a:pt x="4316" y="8570"/>
                  </a:cubicBezTo>
                  <a:cubicBezTo>
                    <a:pt x="4316" y="8791"/>
                    <a:pt x="4159" y="8948"/>
                    <a:pt x="3970" y="8948"/>
                  </a:cubicBezTo>
                  <a:cubicBezTo>
                    <a:pt x="3781" y="8948"/>
                    <a:pt x="3623" y="8791"/>
                    <a:pt x="3623" y="8570"/>
                  </a:cubicBezTo>
                  <a:cubicBezTo>
                    <a:pt x="3623" y="8349"/>
                    <a:pt x="3781" y="8223"/>
                    <a:pt x="3970" y="8223"/>
                  </a:cubicBezTo>
                  <a:close/>
                  <a:moveTo>
                    <a:pt x="8727" y="8223"/>
                  </a:moveTo>
                  <a:cubicBezTo>
                    <a:pt x="8916" y="8223"/>
                    <a:pt x="9074" y="8381"/>
                    <a:pt x="9074" y="8570"/>
                  </a:cubicBezTo>
                  <a:cubicBezTo>
                    <a:pt x="9074" y="8791"/>
                    <a:pt x="8916" y="8948"/>
                    <a:pt x="8727" y="8948"/>
                  </a:cubicBezTo>
                  <a:cubicBezTo>
                    <a:pt x="8538" y="8948"/>
                    <a:pt x="8381" y="8791"/>
                    <a:pt x="8381" y="8570"/>
                  </a:cubicBezTo>
                  <a:cubicBezTo>
                    <a:pt x="8412" y="8349"/>
                    <a:pt x="8538" y="8223"/>
                    <a:pt x="8727" y="8223"/>
                  </a:cubicBezTo>
                  <a:close/>
                  <a:moveTo>
                    <a:pt x="473" y="1"/>
                  </a:moveTo>
                  <a:cubicBezTo>
                    <a:pt x="32" y="1"/>
                    <a:pt x="0" y="662"/>
                    <a:pt x="473" y="662"/>
                  </a:cubicBezTo>
                  <a:lnTo>
                    <a:pt x="819" y="662"/>
                  </a:lnTo>
                  <a:cubicBezTo>
                    <a:pt x="977" y="662"/>
                    <a:pt x="1134" y="788"/>
                    <a:pt x="1166" y="946"/>
                  </a:cubicBezTo>
                  <a:lnTo>
                    <a:pt x="2143" y="6428"/>
                  </a:lnTo>
                  <a:cubicBezTo>
                    <a:pt x="1481" y="7058"/>
                    <a:pt x="1922" y="8192"/>
                    <a:pt x="2867" y="8192"/>
                  </a:cubicBezTo>
                  <a:lnTo>
                    <a:pt x="2930" y="8192"/>
                  </a:lnTo>
                  <a:cubicBezTo>
                    <a:pt x="2899" y="8318"/>
                    <a:pt x="2867" y="8412"/>
                    <a:pt x="2867" y="8538"/>
                  </a:cubicBezTo>
                  <a:cubicBezTo>
                    <a:pt x="2867" y="9106"/>
                    <a:pt x="3340" y="9578"/>
                    <a:pt x="3875" y="9578"/>
                  </a:cubicBezTo>
                  <a:cubicBezTo>
                    <a:pt x="4442" y="9578"/>
                    <a:pt x="4915" y="9106"/>
                    <a:pt x="4915" y="8538"/>
                  </a:cubicBezTo>
                  <a:cubicBezTo>
                    <a:pt x="4915" y="8412"/>
                    <a:pt x="4884" y="8318"/>
                    <a:pt x="4821" y="8192"/>
                  </a:cubicBezTo>
                  <a:lnTo>
                    <a:pt x="7719" y="8192"/>
                  </a:lnTo>
                  <a:cubicBezTo>
                    <a:pt x="7656" y="8318"/>
                    <a:pt x="7624" y="8412"/>
                    <a:pt x="7624" y="8538"/>
                  </a:cubicBezTo>
                  <a:cubicBezTo>
                    <a:pt x="7624" y="9106"/>
                    <a:pt x="8097" y="9578"/>
                    <a:pt x="8664" y="9578"/>
                  </a:cubicBezTo>
                  <a:cubicBezTo>
                    <a:pt x="9200" y="9578"/>
                    <a:pt x="9672" y="9106"/>
                    <a:pt x="9672" y="8538"/>
                  </a:cubicBezTo>
                  <a:cubicBezTo>
                    <a:pt x="9672" y="8412"/>
                    <a:pt x="9641" y="8318"/>
                    <a:pt x="9609" y="8192"/>
                  </a:cubicBezTo>
                  <a:lnTo>
                    <a:pt x="9987" y="8192"/>
                  </a:lnTo>
                  <a:cubicBezTo>
                    <a:pt x="10176" y="8192"/>
                    <a:pt x="10334" y="8034"/>
                    <a:pt x="10334" y="7845"/>
                  </a:cubicBezTo>
                  <a:cubicBezTo>
                    <a:pt x="10334" y="7625"/>
                    <a:pt x="10176" y="7467"/>
                    <a:pt x="9987" y="7467"/>
                  </a:cubicBezTo>
                  <a:lnTo>
                    <a:pt x="2773" y="7467"/>
                  </a:lnTo>
                  <a:cubicBezTo>
                    <a:pt x="2759" y="7470"/>
                    <a:pt x="2746" y="7471"/>
                    <a:pt x="2733" y="7471"/>
                  </a:cubicBezTo>
                  <a:cubicBezTo>
                    <a:pt x="2459" y="7471"/>
                    <a:pt x="2477" y="6837"/>
                    <a:pt x="2899" y="6837"/>
                  </a:cubicBezTo>
                  <a:lnTo>
                    <a:pt x="10145" y="6837"/>
                  </a:lnTo>
                  <a:cubicBezTo>
                    <a:pt x="10302" y="6837"/>
                    <a:pt x="10428" y="6774"/>
                    <a:pt x="10460" y="6617"/>
                  </a:cubicBezTo>
                  <a:lnTo>
                    <a:pt x="11815" y="2553"/>
                  </a:lnTo>
                  <a:cubicBezTo>
                    <a:pt x="11846" y="2427"/>
                    <a:pt x="11815" y="2332"/>
                    <a:pt x="11752" y="2238"/>
                  </a:cubicBezTo>
                  <a:cubicBezTo>
                    <a:pt x="11657" y="2080"/>
                    <a:pt x="11500" y="2048"/>
                    <a:pt x="10775" y="2048"/>
                  </a:cubicBezTo>
                  <a:lnTo>
                    <a:pt x="10491" y="2048"/>
                  </a:lnTo>
                  <a:lnTo>
                    <a:pt x="10491" y="2395"/>
                  </a:lnTo>
                  <a:cubicBezTo>
                    <a:pt x="10491" y="2584"/>
                    <a:pt x="10334" y="2742"/>
                    <a:pt x="10145" y="2742"/>
                  </a:cubicBezTo>
                  <a:lnTo>
                    <a:pt x="9641" y="2742"/>
                  </a:lnTo>
                  <a:cubicBezTo>
                    <a:pt x="9609" y="2868"/>
                    <a:pt x="9546" y="2962"/>
                    <a:pt x="9515" y="3057"/>
                  </a:cubicBezTo>
                  <a:lnTo>
                    <a:pt x="9861" y="3435"/>
                  </a:lnTo>
                  <a:cubicBezTo>
                    <a:pt x="9987" y="3529"/>
                    <a:pt x="9987" y="3781"/>
                    <a:pt x="9861" y="3907"/>
                  </a:cubicBezTo>
                  <a:lnTo>
                    <a:pt x="8885" y="4884"/>
                  </a:lnTo>
                  <a:cubicBezTo>
                    <a:pt x="8822" y="4947"/>
                    <a:pt x="8735" y="4978"/>
                    <a:pt x="8648" y="4978"/>
                  </a:cubicBezTo>
                  <a:cubicBezTo>
                    <a:pt x="8562" y="4978"/>
                    <a:pt x="8475" y="4947"/>
                    <a:pt x="8412" y="4884"/>
                  </a:cubicBezTo>
                  <a:lnTo>
                    <a:pt x="8066" y="4537"/>
                  </a:lnTo>
                  <a:cubicBezTo>
                    <a:pt x="7971" y="4569"/>
                    <a:pt x="7877" y="4600"/>
                    <a:pt x="7751" y="4632"/>
                  </a:cubicBezTo>
                  <a:lnTo>
                    <a:pt x="7751" y="5167"/>
                  </a:lnTo>
                  <a:cubicBezTo>
                    <a:pt x="7751" y="5356"/>
                    <a:pt x="7593" y="5514"/>
                    <a:pt x="7404" y="5514"/>
                  </a:cubicBezTo>
                  <a:lnTo>
                    <a:pt x="5986" y="5514"/>
                  </a:lnTo>
                  <a:cubicBezTo>
                    <a:pt x="5766" y="5514"/>
                    <a:pt x="5608" y="5356"/>
                    <a:pt x="5608" y="5167"/>
                  </a:cubicBezTo>
                  <a:lnTo>
                    <a:pt x="5608" y="4632"/>
                  </a:lnTo>
                  <a:cubicBezTo>
                    <a:pt x="5514" y="4600"/>
                    <a:pt x="5419" y="4569"/>
                    <a:pt x="5293" y="4537"/>
                  </a:cubicBezTo>
                  <a:lnTo>
                    <a:pt x="4947" y="4884"/>
                  </a:lnTo>
                  <a:cubicBezTo>
                    <a:pt x="4884" y="4947"/>
                    <a:pt x="4797" y="4978"/>
                    <a:pt x="4710" y="4978"/>
                  </a:cubicBezTo>
                  <a:cubicBezTo>
                    <a:pt x="4624" y="4978"/>
                    <a:pt x="4537" y="4947"/>
                    <a:pt x="4474" y="4884"/>
                  </a:cubicBezTo>
                  <a:lnTo>
                    <a:pt x="3497" y="3907"/>
                  </a:lnTo>
                  <a:cubicBezTo>
                    <a:pt x="3371" y="3781"/>
                    <a:pt x="3371" y="3529"/>
                    <a:pt x="3497" y="3435"/>
                  </a:cubicBezTo>
                  <a:lnTo>
                    <a:pt x="3844" y="3057"/>
                  </a:lnTo>
                  <a:cubicBezTo>
                    <a:pt x="3812" y="2994"/>
                    <a:pt x="3781" y="2868"/>
                    <a:pt x="3718" y="2742"/>
                  </a:cubicBezTo>
                  <a:lnTo>
                    <a:pt x="3214" y="2742"/>
                  </a:lnTo>
                  <a:cubicBezTo>
                    <a:pt x="3025" y="2742"/>
                    <a:pt x="2867" y="2584"/>
                    <a:pt x="2867" y="2395"/>
                  </a:cubicBezTo>
                  <a:lnTo>
                    <a:pt x="2867" y="2048"/>
                  </a:lnTo>
                  <a:lnTo>
                    <a:pt x="2080" y="2048"/>
                  </a:lnTo>
                  <a:lnTo>
                    <a:pt x="1828" y="820"/>
                  </a:lnTo>
                  <a:cubicBezTo>
                    <a:pt x="1765" y="347"/>
                    <a:pt x="1324" y="1"/>
                    <a:pt x="8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84"/>
            <p:cNvSpPr/>
            <p:nvPr/>
          </p:nvSpPr>
          <p:spPr>
            <a:xfrm>
              <a:off x="-3718359" y="3628950"/>
              <a:ext cx="155975" cy="156775"/>
            </a:xfrm>
            <a:custGeom>
              <a:avLst/>
              <a:gdLst/>
              <a:ahLst/>
              <a:cxnLst/>
              <a:rect l="l" t="t" r="r" b="b"/>
              <a:pathLst>
                <a:path w="6239" h="6271" extrusionOk="0">
                  <a:moveTo>
                    <a:pt x="3056" y="1419"/>
                  </a:moveTo>
                  <a:cubicBezTo>
                    <a:pt x="4001" y="1419"/>
                    <a:pt x="4758" y="2175"/>
                    <a:pt x="4758" y="3120"/>
                  </a:cubicBezTo>
                  <a:cubicBezTo>
                    <a:pt x="4758" y="4065"/>
                    <a:pt x="4001" y="4821"/>
                    <a:pt x="3056" y="4821"/>
                  </a:cubicBezTo>
                  <a:cubicBezTo>
                    <a:pt x="2111" y="4821"/>
                    <a:pt x="1355" y="4065"/>
                    <a:pt x="1355" y="3120"/>
                  </a:cubicBezTo>
                  <a:cubicBezTo>
                    <a:pt x="1355" y="2175"/>
                    <a:pt x="2111" y="1419"/>
                    <a:pt x="3056" y="1419"/>
                  </a:cubicBezTo>
                  <a:close/>
                  <a:moveTo>
                    <a:pt x="2773" y="1"/>
                  </a:moveTo>
                  <a:lnTo>
                    <a:pt x="2773" y="442"/>
                  </a:lnTo>
                  <a:cubicBezTo>
                    <a:pt x="2773" y="600"/>
                    <a:pt x="2678" y="726"/>
                    <a:pt x="2521" y="757"/>
                  </a:cubicBezTo>
                  <a:cubicBezTo>
                    <a:pt x="2300" y="789"/>
                    <a:pt x="2080" y="915"/>
                    <a:pt x="1891" y="1041"/>
                  </a:cubicBezTo>
                  <a:cubicBezTo>
                    <a:pt x="1846" y="1063"/>
                    <a:pt x="1793" y="1073"/>
                    <a:pt x="1739" y="1073"/>
                  </a:cubicBezTo>
                  <a:cubicBezTo>
                    <a:pt x="1639" y="1073"/>
                    <a:pt x="1531" y="1039"/>
                    <a:pt x="1450" y="978"/>
                  </a:cubicBezTo>
                  <a:lnTo>
                    <a:pt x="1135" y="663"/>
                  </a:lnTo>
                  <a:lnTo>
                    <a:pt x="662" y="1135"/>
                  </a:lnTo>
                  <a:lnTo>
                    <a:pt x="977" y="1450"/>
                  </a:lnTo>
                  <a:cubicBezTo>
                    <a:pt x="1103" y="1576"/>
                    <a:pt x="1103" y="1734"/>
                    <a:pt x="1009" y="1891"/>
                  </a:cubicBezTo>
                  <a:cubicBezTo>
                    <a:pt x="883" y="2080"/>
                    <a:pt x="819" y="2301"/>
                    <a:pt x="725" y="2521"/>
                  </a:cubicBezTo>
                  <a:cubicBezTo>
                    <a:pt x="693" y="2679"/>
                    <a:pt x="599" y="2805"/>
                    <a:pt x="410" y="2805"/>
                  </a:cubicBezTo>
                  <a:lnTo>
                    <a:pt x="0" y="2805"/>
                  </a:lnTo>
                  <a:lnTo>
                    <a:pt x="0" y="3466"/>
                  </a:lnTo>
                  <a:lnTo>
                    <a:pt x="410" y="3466"/>
                  </a:lnTo>
                  <a:cubicBezTo>
                    <a:pt x="567" y="3466"/>
                    <a:pt x="693" y="3593"/>
                    <a:pt x="725" y="3750"/>
                  </a:cubicBezTo>
                  <a:cubicBezTo>
                    <a:pt x="788" y="3939"/>
                    <a:pt x="883" y="4191"/>
                    <a:pt x="1009" y="4380"/>
                  </a:cubicBezTo>
                  <a:cubicBezTo>
                    <a:pt x="1103" y="4506"/>
                    <a:pt x="1040" y="4695"/>
                    <a:pt x="977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3" y="5220"/>
                    <a:pt x="1608" y="5189"/>
                    <a:pt x="1697" y="5189"/>
                  </a:cubicBezTo>
                  <a:cubicBezTo>
                    <a:pt x="1760" y="5189"/>
                    <a:pt x="1825" y="5205"/>
                    <a:pt x="1891" y="5231"/>
                  </a:cubicBezTo>
                  <a:cubicBezTo>
                    <a:pt x="2080" y="5357"/>
                    <a:pt x="2269" y="5451"/>
                    <a:pt x="2521" y="5514"/>
                  </a:cubicBezTo>
                  <a:cubicBezTo>
                    <a:pt x="2678" y="5546"/>
                    <a:pt x="2773" y="5672"/>
                    <a:pt x="2773" y="5829"/>
                  </a:cubicBezTo>
                  <a:lnTo>
                    <a:pt x="2773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60" y="5546"/>
                    <a:pt x="3718" y="5514"/>
                  </a:cubicBezTo>
                  <a:cubicBezTo>
                    <a:pt x="3938" y="5483"/>
                    <a:pt x="4159" y="5357"/>
                    <a:pt x="4348" y="5231"/>
                  </a:cubicBezTo>
                  <a:cubicBezTo>
                    <a:pt x="4393" y="5208"/>
                    <a:pt x="4445" y="5198"/>
                    <a:pt x="4500" y="5198"/>
                  </a:cubicBezTo>
                  <a:cubicBezTo>
                    <a:pt x="4600" y="5198"/>
                    <a:pt x="4708" y="5233"/>
                    <a:pt x="4789" y="5294"/>
                  </a:cubicBezTo>
                  <a:lnTo>
                    <a:pt x="5104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36" y="4695"/>
                    <a:pt x="5136" y="4538"/>
                    <a:pt x="5230" y="4380"/>
                  </a:cubicBezTo>
                  <a:cubicBezTo>
                    <a:pt x="5356" y="4191"/>
                    <a:pt x="5419" y="3971"/>
                    <a:pt x="5514" y="3750"/>
                  </a:cubicBezTo>
                  <a:cubicBezTo>
                    <a:pt x="5545" y="3593"/>
                    <a:pt x="5671" y="3466"/>
                    <a:pt x="5829" y="3466"/>
                  </a:cubicBezTo>
                  <a:lnTo>
                    <a:pt x="6238" y="3466"/>
                  </a:lnTo>
                  <a:lnTo>
                    <a:pt x="6238" y="2805"/>
                  </a:lnTo>
                  <a:lnTo>
                    <a:pt x="5829" y="2805"/>
                  </a:lnTo>
                  <a:cubicBezTo>
                    <a:pt x="5671" y="2805"/>
                    <a:pt x="5545" y="2679"/>
                    <a:pt x="5514" y="2521"/>
                  </a:cubicBezTo>
                  <a:cubicBezTo>
                    <a:pt x="5451" y="2332"/>
                    <a:pt x="5356" y="2080"/>
                    <a:pt x="5230" y="1891"/>
                  </a:cubicBezTo>
                  <a:cubicBezTo>
                    <a:pt x="5136" y="1765"/>
                    <a:pt x="5199" y="1576"/>
                    <a:pt x="5262" y="1450"/>
                  </a:cubicBezTo>
                  <a:lnTo>
                    <a:pt x="5577" y="1135"/>
                  </a:lnTo>
                  <a:lnTo>
                    <a:pt x="5104" y="663"/>
                  </a:lnTo>
                  <a:lnTo>
                    <a:pt x="4789" y="978"/>
                  </a:lnTo>
                  <a:cubicBezTo>
                    <a:pt x="4715" y="1051"/>
                    <a:pt x="4641" y="1082"/>
                    <a:pt x="4555" y="1082"/>
                  </a:cubicBezTo>
                  <a:cubicBezTo>
                    <a:pt x="4494" y="1082"/>
                    <a:pt x="4426" y="1067"/>
                    <a:pt x="4348" y="1041"/>
                  </a:cubicBezTo>
                  <a:cubicBezTo>
                    <a:pt x="4159" y="915"/>
                    <a:pt x="3970" y="820"/>
                    <a:pt x="3718" y="757"/>
                  </a:cubicBezTo>
                  <a:cubicBezTo>
                    <a:pt x="3560" y="726"/>
                    <a:pt x="3466" y="600"/>
                    <a:pt x="3466" y="442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0" name="Google Shape;2580;p84"/>
          <p:cNvGrpSpPr/>
          <p:nvPr/>
        </p:nvGrpSpPr>
        <p:grpSpPr>
          <a:xfrm>
            <a:off x="4889423" y="3413265"/>
            <a:ext cx="419443" cy="420487"/>
            <a:chOff x="-3771675" y="3971775"/>
            <a:chExt cx="291300" cy="292025"/>
          </a:xfrm>
        </p:grpSpPr>
        <p:sp>
          <p:nvSpPr>
            <p:cNvPr id="2581" name="Google Shape;2581;p84"/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84"/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84"/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84"/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84"/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6" name="Google Shape;2586;p84"/>
          <p:cNvGrpSpPr/>
          <p:nvPr/>
        </p:nvGrpSpPr>
        <p:grpSpPr>
          <a:xfrm>
            <a:off x="7804672" y="2787858"/>
            <a:ext cx="425310" cy="419659"/>
            <a:chOff x="-1951475" y="3597450"/>
            <a:chExt cx="295375" cy="291450"/>
          </a:xfrm>
        </p:grpSpPr>
        <p:sp>
          <p:nvSpPr>
            <p:cNvPr id="2587" name="Google Shape;2587;p84"/>
            <p:cNvSpPr/>
            <p:nvPr/>
          </p:nvSpPr>
          <p:spPr>
            <a:xfrm>
              <a:off x="-1951475" y="3597450"/>
              <a:ext cx="170925" cy="34675"/>
            </a:xfrm>
            <a:custGeom>
              <a:avLst/>
              <a:gdLst/>
              <a:ahLst/>
              <a:cxnLst/>
              <a:rect l="l" t="t" r="r" b="b"/>
              <a:pathLst>
                <a:path w="6837" h="1387" extrusionOk="0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84"/>
            <p:cNvSpPr/>
            <p:nvPr/>
          </p:nvSpPr>
          <p:spPr>
            <a:xfrm>
              <a:off x="-1949900" y="3648650"/>
              <a:ext cx="171725" cy="173300"/>
            </a:xfrm>
            <a:custGeom>
              <a:avLst/>
              <a:gdLst/>
              <a:ahLst/>
              <a:cxnLst/>
              <a:rect l="l" t="t" r="r" b="b"/>
              <a:pathLst>
                <a:path w="6869" h="6932" extrusionOk="0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84"/>
            <p:cNvSpPr/>
            <p:nvPr/>
          </p:nvSpPr>
          <p:spPr>
            <a:xfrm>
              <a:off x="-1951475" y="3838475"/>
              <a:ext cx="170925" cy="50425"/>
            </a:xfrm>
            <a:custGeom>
              <a:avLst/>
              <a:gdLst/>
              <a:ahLst/>
              <a:cxnLst/>
              <a:rect l="l" t="t" r="r" b="b"/>
              <a:pathLst>
                <a:path w="6837" h="2017" extrusionOk="0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84"/>
            <p:cNvSpPr/>
            <p:nvPr/>
          </p:nvSpPr>
          <p:spPr>
            <a:xfrm>
              <a:off x="-1912900" y="3675825"/>
              <a:ext cx="256800" cy="202825"/>
            </a:xfrm>
            <a:custGeom>
              <a:avLst/>
              <a:gdLst/>
              <a:ahLst/>
              <a:cxnLst/>
              <a:rect l="l" t="t" r="r" b="b"/>
              <a:pathLst>
                <a:path w="10272" h="8113" extrusionOk="0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1" name="Google Shape;2591;p84"/>
          <p:cNvGrpSpPr/>
          <p:nvPr/>
        </p:nvGrpSpPr>
        <p:grpSpPr>
          <a:xfrm>
            <a:off x="7781328" y="3413681"/>
            <a:ext cx="444605" cy="419659"/>
            <a:chOff x="-1960150" y="3956600"/>
            <a:chExt cx="308775" cy="291450"/>
          </a:xfrm>
        </p:grpSpPr>
        <p:sp>
          <p:nvSpPr>
            <p:cNvPr id="2592" name="Google Shape;2592;p84"/>
            <p:cNvSpPr/>
            <p:nvPr/>
          </p:nvSpPr>
          <p:spPr>
            <a:xfrm>
              <a:off x="-1960150" y="3956600"/>
              <a:ext cx="308775" cy="51275"/>
            </a:xfrm>
            <a:custGeom>
              <a:avLst/>
              <a:gdLst/>
              <a:ahLst/>
              <a:cxnLst/>
              <a:rect l="l" t="t" r="r" b="b"/>
              <a:pathLst>
                <a:path w="12351" h="2051" extrusionOk="0">
                  <a:moveTo>
                    <a:pt x="1355" y="1"/>
                  </a:moveTo>
                  <a:cubicBezTo>
                    <a:pt x="1" y="1"/>
                    <a:pt x="32" y="2049"/>
                    <a:pt x="1355" y="2049"/>
                  </a:cubicBezTo>
                  <a:lnTo>
                    <a:pt x="11027" y="2049"/>
                  </a:lnTo>
                  <a:cubicBezTo>
                    <a:pt x="11047" y="2050"/>
                    <a:pt x="11066" y="2050"/>
                    <a:pt x="11085" y="2050"/>
                  </a:cubicBezTo>
                  <a:cubicBezTo>
                    <a:pt x="12350" y="2050"/>
                    <a:pt x="12331" y="1"/>
                    <a:pt x="11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84"/>
            <p:cNvSpPr/>
            <p:nvPr/>
          </p:nvSpPr>
          <p:spPr>
            <a:xfrm>
              <a:off x="-1934950" y="4025925"/>
              <a:ext cx="256000" cy="222125"/>
            </a:xfrm>
            <a:custGeom>
              <a:avLst/>
              <a:gdLst/>
              <a:ahLst/>
              <a:cxnLst/>
              <a:rect l="l" t="t" r="r" b="b"/>
              <a:pathLst>
                <a:path w="10240" h="8885" extrusionOk="0">
                  <a:moveTo>
                    <a:pt x="8570" y="756"/>
                  </a:moveTo>
                  <a:cubicBezTo>
                    <a:pt x="8759" y="756"/>
                    <a:pt x="8917" y="914"/>
                    <a:pt x="8917" y="1103"/>
                  </a:cubicBezTo>
                  <a:lnTo>
                    <a:pt x="8917" y="1765"/>
                  </a:lnTo>
                  <a:cubicBezTo>
                    <a:pt x="8917" y="1995"/>
                    <a:pt x="8737" y="2116"/>
                    <a:pt x="8558" y="2116"/>
                  </a:cubicBezTo>
                  <a:cubicBezTo>
                    <a:pt x="8419" y="2116"/>
                    <a:pt x="8279" y="2042"/>
                    <a:pt x="8224" y="1891"/>
                  </a:cubicBezTo>
                  <a:lnTo>
                    <a:pt x="6081" y="4065"/>
                  </a:lnTo>
                  <a:cubicBezTo>
                    <a:pt x="6018" y="4112"/>
                    <a:pt x="5924" y="4135"/>
                    <a:pt x="5833" y="4135"/>
                  </a:cubicBezTo>
                  <a:cubicBezTo>
                    <a:pt x="5743" y="4135"/>
                    <a:pt x="5656" y="4112"/>
                    <a:pt x="5609" y="4065"/>
                  </a:cubicBezTo>
                  <a:lnTo>
                    <a:pt x="3781" y="2237"/>
                  </a:lnTo>
                  <a:lnTo>
                    <a:pt x="1986" y="4065"/>
                  </a:lnTo>
                  <a:cubicBezTo>
                    <a:pt x="1912" y="4138"/>
                    <a:pt x="1831" y="4168"/>
                    <a:pt x="1752" y="4168"/>
                  </a:cubicBezTo>
                  <a:cubicBezTo>
                    <a:pt x="1493" y="4168"/>
                    <a:pt x="1271" y="3834"/>
                    <a:pt x="1513" y="3592"/>
                  </a:cubicBezTo>
                  <a:lnTo>
                    <a:pt x="3561" y="1544"/>
                  </a:lnTo>
                  <a:cubicBezTo>
                    <a:pt x="3624" y="1481"/>
                    <a:pt x="3711" y="1450"/>
                    <a:pt x="3797" y="1450"/>
                  </a:cubicBezTo>
                  <a:cubicBezTo>
                    <a:pt x="3884" y="1450"/>
                    <a:pt x="3970" y="1481"/>
                    <a:pt x="4033" y="1544"/>
                  </a:cubicBezTo>
                  <a:lnTo>
                    <a:pt x="5829" y="3340"/>
                  </a:lnTo>
                  <a:lnTo>
                    <a:pt x="7783" y="1418"/>
                  </a:lnTo>
                  <a:cubicBezTo>
                    <a:pt x="7404" y="1292"/>
                    <a:pt x="7499" y="756"/>
                    <a:pt x="7877" y="756"/>
                  </a:cubicBezTo>
                  <a:close/>
                  <a:moveTo>
                    <a:pt x="5136" y="7562"/>
                  </a:moveTo>
                  <a:cubicBezTo>
                    <a:pt x="5325" y="7562"/>
                    <a:pt x="5483" y="7719"/>
                    <a:pt x="5483" y="7908"/>
                  </a:cubicBezTo>
                  <a:cubicBezTo>
                    <a:pt x="5483" y="8097"/>
                    <a:pt x="5325" y="8255"/>
                    <a:pt x="5136" y="8255"/>
                  </a:cubicBezTo>
                  <a:cubicBezTo>
                    <a:pt x="4916" y="8255"/>
                    <a:pt x="4758" y="8097"/>
                    <a:pt x="4758" y="7908"/>
                  </a:cubicBezTo>
                  <a:cubicBezTo>
                    <a:pt x="4758" y="7719"/>
                    <a:pt x="4916" y="7562"/>
                    <a:pt x="5136" y="7562"/>
                  </a:cubicBezTo>
                  <a:close/>
                  <a:moveTo>
                    <a:pt x="1" y="0"/>
                  </a:moveTo>
                  <a:lnTo>
                    <a:pt x="1" y="5167"/>
                  </a:lnTo>
                  <a:cubicBezTo>
                    <a:pt x="1" y="5703"/>
                    <a:pt x="442" y="6175"/>
                    <a:pt x="1040" y="6175"/>
                  </a:cubicBezTo>
                  <a:lnTo>
                    <a:pt x="4758" y="6175"/>
                  </a:lnTo>
                  <a:lnTo>
                    <a:pt x="4758" y="6931"/>
                  </a:lnTo>
                  <a:cubicBezTo>
                    <a:pt x="4380" y="7089"/>
                    <a:pt x="4096" y="7436"/>
                    <a:pt x="4096" y="7877"/>
                  </a:cubicBezTo>
                  <a:cubicBezTo>
                    <a:pt x="4096" y="8412"/>
                    <a:pt x="4569" y="8885"/>
                    <a:pt x="5136" y="8885"/>
                  </a:cubicBezTo>
                  <a:cubicBezTo>
                    <a:pt x="5672" y="8885"/>
                    <a:pt x="6144" y="8412"/>
                    <a:pt x="6144" y="7877"/>
                  </a:cubicBezTo>
                  <a:cubicBezTo>
                    <a:pt x="6144" y="7436"/>
                    <a:pt x="5861" y="7057"/>
                    <a:pt x="5483" y="6931"/>
                  </a:cubicBezTo>
                  <a:lnTo>
                    <a:pt x="5483" y="6175"/>
                  </a:lnTo>
                  <a:lnTo>
                    <a:pt x="9232" y="6175"/>
                  </a:lnTo>
                  <a:cubicBezTo>
                    <a:pt x="9767" y="6175"/>
                    <a:pt x="10240" y="5703"/>
                    <a:pt x="10240" y="5167"/>
                  </a:cubicBezTo>
                  <a:lnTo>
                    <a:pt x="10240" y="0"/>
                  </a:lnTo>
                  <a:cubicBezTo>
                    <a:pt x="10114" y="32"/>
                    <a:pt x="10019" y="32"/>
                    <a:pt x="9893" y="32"/>
                  </a:cubicBezTo>
                  <a:lnTo>
                    <a:pt x="347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4" name="Google Shape;2594;p84"/>
          <p:cNvGrpSpPr/>
          <p:nvPr/>
        </p:nvGrpSpPr>
        <p:grpSpPr>
          <a:xfrm>
            <a:off x="1511218" y="3413122"/>
            <a:ext cx="420775" cy="420775"/>
            <a:chOff x="-804700" y="3226500"/>
            <a:chExt cx="292225" cy="292225"/>
          </a:xfrm>
        </p:grpSpPr>
        <p:sp>
          <p:nvSpPr>
            <p:cNvPr id="2595" name="Google Shape;2595;p84"/>
            <p:cNvSpPr/>
            <p:nvPr/>
          </p:nvSpPr>
          <p:spPr>
            <a:xfrm>
              <a:off x="-804700" y="3467500"/>
              <a:ext cx="85875" cy="51225"/>
            </a:xfrm>
            <a:custGeom>
              <a:avLst/>
              <a:gdLst/>
              <a:ahLst/>
              <a:cxnLst/>
              <a:rect l="l" t="t" r="r" b="b"/>
              <a:pathLst>
                <a:path w="3435" h="2049" extrusionOk="0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lnTo>
                    <a:pt x="2395" y="2048"/>
                  </a:lnTo>
                  <a:cubicBezTo>
                    <a:pt x="2962" y="2048"/>
                    <a:pt x="3434" y="1576"/>
                    <a:pt x="3434" y="1040"/>
                  </a:cubicBezTo>
                  <a:cubicBezTo>
                    <a:pt x="3434" y="473"/>
                    <a:pt x="2962" y="0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84"/>
            <p:cNvSpPr/>
            <p:nvPr/>
          </p:nvSpPr>
          <p:spPr>
            <a:xfrm>
              <a:off x="-710975" y="34667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" y="1"/>
                  </a:moveTo>
                  <a:cubicBezTo>
                    <a:pt x="221" y="253"/>
                    <a:pt x="347" y="663"/>
                    <a:pt x="347" y="1009"/>
                  </a:cubicBezTo>
                  <a:cubicBezTo>
                    <a:pt x="347" y="1419"/>
                    <a:pt x="221" y="1765"/>
                    <a:pt x="1" y="2049"/>
                  </a:cubicBezTo>
                  <a:lnTo>
                    <a:pt x="6837" y="2049"/>
                  </a:lnTo>
                  <a:cubicBezTo>
                    <a:pt x="7404" y="2049"/>
                    <a:pt x="7877" y="1576"/>
                    <a:pt x="7877" y="1009"/>
                  </a:cubicBezTo>
                  <a:cubicBezTo>
                    <a:pt x="7877" y="474"/>
                    <a:pt x="7436" y="1"/>
                    <a:pt x="6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84"/>
            <p:cNvSpPr/>
            <p:nvPr/>
          </p:nvSpPr>
          <p:spPr>
            <a:xfrm>
              <a:off x="-667650" y="33123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84"/>
            <p:cNvSpPr/>
            <p:nvPr/>
          </p:nvSpPr>
          <p:spPr>
            <a:xfrm>
              <a:off x="-683400" y="3347775"/>
              <a:ext cx="48050" cy="16575"/>
            </a:xfrm>
            <a:custGeom>
              <a:avLst/>
              <a:gdLst/>
              <a:ahLst/>
              <a:cxnLst/>
              <a:rect l="l" t="t" r="r" b="b"/>
              <a:pathLst>
                <a:path w="1922" h="663" extrusionOk="0">
                  <a:moveTo>
                    <a:pt x="977" y="1"/>
                  </a:moveTo>
                  <a:cubicBezTo>
                    <a:pt x="567" y="1"/>
                    <a:pt x="158" y="253"/>
                    <a:pt x="0" y="662"/>
                  </a:cubicBezTo>
                  <a:lnTo>
                    <a:pt x="1922" y="662"/>
                  </a:lnTo>
                  <a:cubicBezTo>
                    <a:pt x="1796" y="253"/>
                    <a:pt x="1418" y="1"/>
                    <a:pt x="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84"/>
            <p:cNvSpPr/>
            <p:nvPr/>
          </p:nvSpPr>
          <p:spPr>
            <a:xfrm>
              <a:off x="-735400" y="3261925"/>
              <a:ext cx="153625" cy="187875"/>
            </a:xfrm>
            <a:custGeom>
              <a:avLst/>
              <a:gdLst/>
              <a:ahLst/>
              <a:cxnLst/>
              <a:rect l="l" t="t" r="r" b="b"/>
              <a:pathLst>
                <a:path w="6145" h="7515" extrusionOk="0">
                  <a:moveTo>
                    <a:pt x="3025" y="1324"/>
                  </a:moveTo>
                  <a:cubicBezTo>
                    <a:pt x="3561" y="1324"/>
                    <a:pt x="4034" y="1796"/>
                    <a:pt x="4034" y="2364"/>
                  </a:cubicBezTo>
                  <a:cubicBezTo>
                    <a:pt x="4034" y="2553"/>
                    <a:pt x="3970" y="2742"/>
                    <a:pt x="3844" y="2962"/>
                  </a:cubicBezTo>
                  <a:cubicBezTo>
                    <a:pt x="4349" y="3277"/>
                    <a:pt x="4727" y="3781"/>
                    <a:pt x="4727" y="4443"/>
                  </a:cubicBezTo>
                  <a:cubicBezTo>
                    <a:pt x="4758" y="4632"/>
                    <a:pt x="4601" y="4789"/>
                    <a:pt x="4443" y="4789"/>
                  </a:cubicBezTo>
                  <a:lnTo>
                    <a:pt x="1671" y="4789"/>
                  </a:lnTo>
                  <a:cubicBezTo>
                    <a:pt x="1482" y="4789"/>
                    <a:pt x="1324" y="4632"/>
                    <a:pt x="1324" y="4443"/>
                  </a:cubicBezTo>
                  <a:cubicBezTo>
                    <a:pt x="1324" y="3813"/>
                    <a:pt x="1671" y="3277"/>
                    <a:pt x="2206" y="2962"/>
                  </a:cubicBezTo>
                  <a:cubicBezTo>
                    <a:pt x="2080" y="2805"/>
                    <a:pt x="1986" y="2584"/>
                    <a:pt x="1986" y="2364"/>
                  </a:cubicBezTo>
                  <a:cubicBezTo>
                    <a:pt x="1986" y="1796"/>
                    <a:pt x="2458" y="1324"/>
                    <a:pt x="3025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09"/>
                  </a:cubicBezTo>
                  <a:lnTo>
                    <a:pt x="1" y="5105"/>
                  </a:lnTo>
                  <a:cubicBezTo>
                    <a:pt x="1" y="5672"/>
                    <a:pt x="473" y="6144"/>
                    <a:pt x="1009" y="6144"/>
                  </a:cubicBezTo>
                  <a:lnTo>
                    <a:pt x="1954" y="6144"/>
                  </a:lnTo>
                  <a:lnTo>
                    <a:pt x="2773" y="7373"/>
                  </a:lnTo>
                  <a:cubicBezTo>
                    <a:pt x="2836" y="7467"/>
                    <a:pt x="2947" y="7515"/>
                    <a:pt x="3057" y="7515"/>
                  </a:cubicBezTo>
                  <a:cubicBezTo>
                    <a:pt x="3167" y="7515"/>
                    <a:pt x="3277" y="7467"/>
                    <a:pt x="3340" y="7373"/>
                  </a:cubicBezTo>
                  <a:lnTo>
                    <a:pt x="4160" y="6144"/>
                  </a:lnTo>
                  <a:lnTo>
                    <a:pt x="5105" y="6144"/>
                  </a:lnTo>
                  <a:cubicBezTo>
                    <a:pt x="5672" y="6144"/>
                    <a:pt x="6144" y="5672"/>
                    <a:pt x="6144" y="5105"/>
                  </a:cubicBezTo>
                  <a:lnTo>
                    <a:pt x="6144" y="1009"/>
                  </a:lnTo>
                  <a:cubicBezTo>
                    <a:pt x="6144" y="473"/>
                    <a:pt x="5672" y="1"/>
                    <a:pt x="5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84"/>
            <p:cNvSpPr/>
            <p:nvPr/>
          </p:nvSpPr>
          <p:spPr>
            <a:xfrm>
              <a:off x="-804700" y="3226500"/>
              <a:ext cx="118175" cy="170925"/>
            </a:xfrm>
            <a:custGeom>
              <a:avLst/>
              <a:gdLst/>
              <a:ahLst/>
              <a:cxnLst/>
              <a:rect l="l" t="t" r="r" b="b"/>
              <a:pathLst>
                <a:path w="4727" h="6837" extrusionOk="0">
                  <a:moveTo>
                    <a:pt x="1040" y="0"/>
                  </a:moveTo>
                  <a:cubicBezTo>
                    <a:pt x="473" y="0"/>
                    <a:pt x="0" y="473"/>
                    <a:pt x="0" y="1008"/>
                  </a:cubicBezTo>
                  <a:lnTo>
                    <a:pt x="0" y="4442"/>
                  </a:lnTo>
                  <a:cubicBezTo>
                    <a:pt x="0" y="5009"/>
                    <a:pt x="473" y="5450"/>
                    <a:pt x="1040" y="5450"/>
                  </a:cubicBezTo>
                  <a:cubicBezTo>
                    <a:pt x="1040" y="5450"/>
                    <a:pt x="1198" y="5986"/>
                    <a:pt x="1387" y="6490"/>
                  </a:cubicBezTo>
                  <a:cubicBezTo>
                    <a:pt x="1481" y="6679"/>
                    <a:pt x="1544" y="6837"/>
                    <a:pt x="1733" y="6837"/>
                  </a:cubicBezTo>
                  <a:cubicBezTo>
                    <a:pt x="1891" y="6837"/>
                    <a:pt x="1985" y="6774"/>
                    <a:pt x="2111" y="6648"/>
                  </a:cubicBezTo>
                  <a:lnTo>
                    <a:pt x="2111" y="6522"/>
                  </a:lnTo>
                  <a:lnTo>
                    <a:pt x="2111" y="2426"/>
                  </a:lnTo>
                  <a:cubicBezTo>
                    <a:pt x="2111" y="1481"/>
                    <a:pt x="2836" y="725"/>
                    <a:pt x="3781" y="725"/>
                  </a:cubicBezTo>
                  <a:lnTo>
                    <a:pt x="4726" y="725"/>
                  </a:lnTo>
                  <a:cubicBezTo>
                    <a:pt x="4569" y="284"/>
                    <a:pt x="4222" y="0"/>
                    <a:pt x="3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84"/>
            <p:cNvSpPr/>
            <p:nvPr/>
          </p:nvSpPr>
          <p:spPr>
            <a:xfrm>
              <a:off x="-630625" y="3226500"/>
              <a:ext cx="118150" cy="170950"/>
            </a:xfrm>
            <a:custGeom>
              <a:avLst/>
              <a:gdLst/>
              <a:ahLst/>
              <a:cxnLst/>
              <a:rect l="l" t="t" r="r" b="b"/>
              <a:pathLst>
                <a:path w="4726" h="6838" extrusionOk="0">
                  <a:moveTo>
                    <a:pt x="945" y="0"/>
                  </a:moveTo>
                  <a:cubicBezTo>
                    <a:pt x="536" y="0"/>
                    <a:pt x="126" y="284"/>
                    <a:pt x="0" y="662"/>
                  </a:cubicBezTo>
                  <a:lnTo>
                    <a:pt x="945" y="662"/>
                  </a:lnTo>
                  <a:cubicBezTo>
                    <a:pt x="1890" y="662"/>
                    <a:pt x="2646" y="1418"/>
                    <a:pt x="2646" y="2363"/>
                  </a:cubicBezTo>
                  <a:lnTo>
                    <a:pt x="2646" y="6490"/>
                  </a:lnTo>
                  <a:lnTo>
                    <a:pt x="2646" y="6616"/>
                  </a:lnTo>
                  <a:cubicBezTo>
                    <a:pt x="2766" y="6736"/>
                    <a:pt x="2868" y="6838"/>
                    <a:pt x="2993" y="6838"/>
                  </a:cubicBezTo>
                  <a:cubicBezTo>
                    <a:pt x="3032" y="6838"/>
                    <a:pt x="3074" y="6828"/>
                    <a:pt x="3119" y="6805"/>
                  </a:cubicBezTo>
                  <a:cubicBezTo>
                    <a:pt x="3245" y="6774"/>
                    <a:pt x="3277" y="6616"/>
                    <a:pt x="3308" y="6490"/>
                  </a:cubicBezTo>
                  <a:cubicBezTo>
                    <a:pt x="3497" y="6017"/>
                    <a:pt x="3686" y="5482"/>
                    <a:pt x="3686" y="5482"/>
                  </a:cubicBezTo>
                  <a:cubicBezTo>
                    <a:pt x="4222" y="5482"/>
                    <a:pt x="4694" y="5009"/>
                    <a:pt x="4694" y="4442"/>
                  </a:cubicBezTo>
                  <a:lnTo>
                    <a:pt x="4694" y="1008"/>
                  </a:lnTo>
                  <a:cubicBezTo>
                    <a:pt x="4726" y="473"/>
                    <a:pt x="4253" y="0"/>
                    <a:pt x="37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2" name="Google Shape;2602;p84"/>
          <p:cNvGrpSpPr/>
          <p:nvPr/>
        </p:nvGrpSpPr>
        <p:grpSpPr>
          <a:xfrm>
            <a:off x="2660585" y="2183494"/>
            <a:ext cx="427578" cy="421351"/>
            <a:chOff x="-5254775" y="3631325"/>
            <a:chExt cx="296950" cy="292625"/>
          </a:xfrm>
        </p:grpSpPr>
        <p:sp>
          <p:nvSpPr>
            <p:cNvPr id="2603" name="Google Shape;2603;p84"/>
            <p:cNvSpPr/>
            <p:nvPr/>
          </p:nvSpPr>
          <p:spPr>
            <a:xfrm>
              <a:off x="-5246900" y="3766400"/>
              <a:ext cx="58300" cy="55150"/>
            </a:xfrm>
            <a:custGeom>
              <a:avLst/>
              <a:gdLst/>
              <a:ahLst/>
              <a:cxnLst/>
              <a:rect l="l" t="t" r="r" b="b"/>
              <a:pathLst>
                <a:path w="2332" h="2206" extrusionOk="0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84"/>
            <p:cNvSpPr/>
            <p:nvPr/>
          </p:nvSpPr>
          <p:spPr>
            <a:xfrm>
              <a:off x="-5216175" y="3795550"/>
              <a:ext cx="58300" cy="55950"/>
            </a:xfrm>
            <a:custGeom>
              <a:avLst/>
              <a:gdLst/>
              <a:ahLst/>
              <a:cxnLst/>
              <a:rect l="l" t="t" r="r" b="b"/>
              <a:pathLst>
                <a:path w="2332" h="2238" extrusionOk="0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84"/>
            <p:cNvSpPr/>
            <p:nvPr/>
          </p:nvSpPr>
          <p:spPr>
            <a:xfrm>
              <a:off x="-5185475" y="3826250"/>
              <a:ext cx="57525" cy="55750"/>
            </a:xfrm>
            <a:custGeom>
              <a:avLst/>
              <a:gdLst/>
              <a:ahLst/>
              <a:cxnLst/>
              <a:rect l="l" t="t" r="r" b="b"/>
              <a:pathLst>
                <a:path w="2301" h="2230" extrusionOk="0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84"/>
            <p:cNvSpPr/>
            <p:nvPr/>
          </p:nvSpPr>
          <p:spPr>
            <a:xfrm>
              <a:off x="-5156325" y="3856375"/>
              <a:ext cx="58300" cy="55750"/>
            </a:xfrm>
            <a:custGeom>
              <a:avLst/>
              <a:gdLst/>
              <a:ahLst/>
              <a:cxnLst/>
              <a:rect l="l" t="t" r="r" b="b"/>
              <a:pathLst>
                <a:path w="2332" h="2230" extrusionOk="0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84"/>
            <p:cNvSpPr/>
            <p:nvPr/>
          </p:nvSpPr>
          <p:spPr>
            <a:xfrm>
              <a:off x="-5105925" y="3886525"/>
              <a:ext cx="37050" cy="37425"/>
            </a:xfrm>
            <a:custGeom>
              <a:avLst/>
              <a:gdLst/>
              <a:ahLst/>
              <a:cxnLst/>
              <a:rect l="l" t="t" r="r" b="b"/>
              <a:pathLst>
                <a:path w="1482" h="1497" extrusionOk="0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84"/>
            <p:cNvSpPr/>
            <p:nvPr/>
          </p:nvSpPr>
          <p:spPr>
            <a:xfrm>
              <a:off x="-5254775" y="3648050"/>
              <a:ext cx="278050" cy="248325"/>
            </a:xfrm>
            <a:custGeom>
              <a:avLst/>
              <a:gdLst/>
              <a:ahLst/>
              <a:cxnLst/>
              <a:rect l="l" t="t" r="r" b="b"/>
              <a:pathLst>
                <a:path w="11122" h="9933" extrusionOk="0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84"/>
            <p:cNvSpPr/>
            <p:nvPr/>
          </p:nvSpPr>
          <p:spPr>
            <a:xfrm>
              <a:off x="-5163425" y="3631325"/>
              <a:ext cx="205600" cy="150450"/>
            </a:xfrm>
            <a:custGeom>
              <a:avLst/>
              <a:gdLst/>
              <a:ahLst/>
              <a:cxnLst/>
              <a:rect l="l" t="t" r="r" b="b"/>
              <a:pathLst>
                <a:path w="8224" h="6018" extrusionOk="0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0" name="Google Shape;2610;p84"/>
          <p:cNvGrpSpPr/>
          <p:nvPr/>
        </p:nvGrpSpPr>
        <p:grpSpPr>
          <a:xfrm>
            <a:off x="2665795" y="2787299"/>
            <a:ext cx="419659" cy="420775"/>
            <a:chOff x="-5251625" y="3991275"/>
            <a:chExt cx="291450" cy="292225"/>
          </a:xfrm>
        </p:grpSpPr>
        <p:sp>
          <p:nvSpPr>
            <p:cNvPr id="2611" name="Google Shape;2611;p84"/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84"/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84"/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84"/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84"/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6" name="Google Shape;2616;p84"/>
          <p:cNvGrpSpPr/>
          <p:nvPr/>
        </p:nvGrpSpPr>
        <p:grpSpPr>
          <a:xfrm>
            <a:off x="6742021" y="2184360"/>
            <a:ext cx="319874" cy="419623"/>
            <a:chOff x="-3365275" y="3253275"/>
            <a:chExt cx="222150" cy="291425"/>
          </a:xfrm>
        </p:grpSpPr>
        <p:sp>
          <p:nvSpPr>
            <p:cNvPr id="2617" name="Google Shape;2617;p84"/>
            <p:cNvSpPr/>
            <p:nvPr/>
          </p:nvSpPr>
          <p:spPr>
            <a:xfrm>
              <a:off x="-3365275" y="3253275"/>
              <a:ext cx="222150" cy="291425"/>
            </a:xfrm>
            <a:custGeom>
              <a:avLst/>
              <a:gdLst/>
              <a:ahLst/>
              <a:cxnLst/>
              <a:rect l="l" t="t" r="r" b="b"/>
              <a:pathLst>
                <a:path w="8886" h="11657" extrusionOk="0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84"/>
            <p:cNvSpPr/>
            <p:nvPr/>
          </p:nvSpPr>
          <p:spPr>
            <a:xfrm>
              <a:off x="-3314075" y="34761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9" name="Google Shape;2619;p84"/>
          <p:cNvGrpSpPr/>
          <p:nvPr/>
        </p:nvGrpSpPr>
        <p:grpSpPr>
          <a:xfrm>
            <a:off x="5519614" y="2786722"/>
            <a:ext cx="371998" cy="421927"/>
            <a:chOff x="-3383375" y="3611625"/>
            <a:chExt cx="258350" cy="293025"/>
          </a:xfrm>
        </p:grpSpPr>
        <p:sp>
          <p:nvSpPr>
            <p:cNvPr id="2620" name="Google Shape;2620;p84"/>
            <p:cNvSpPr/>
            <p:nvPr/>
          </p:nvSpPr>
          <p:spPr>
            <a:xfrm>
              <a:off x="-3383375" y="3611625"/>
              <a:ext cx="258350" cy="85175"/>
            </a:xfrm>
            <a:custGeom>
              <a:avLst/>
              <a:gdLst/>
              <a:ahLst/>
              <a:cxnLst/>
              <a:rect l="l" t="t" r="r" b="b"/>
              <a:pathLst>
                <a:path w="10334" h="3407" extrusionOk="0">
                  <a:moveTo>
                    <a:pt x="6049" y="694"/>
                  </a:moveTo>
                  <a:cubicBezTo>
                    <a:pt x="6207" y="694"/>
                    <a:pt x="6301" y="757"/>
                    <a:pt x="6364" y="946"/>
                  </a:cubicBezTo>
                  <a:lnTo>
                    <a:pt x="6522" y="1356"/>
                  </a:lnTo>
                  <a:lnTo>
                    <a:pt x="3781" y="1356"/>
                  </a:lnTo>
                  <a:lnTo>
                    <a:pt x="4001" y="946"/>
                  </a:lnTo>
                  <a:cubicBezTo>
                    <a:pt x="4033" y="788"/>
                    <a:pt x="4190" y="694"/>
                    <a:pt x="4316" y="694"/>
                  </a:cubicBezTo>
                  <a:close/>
                  <a:moveTo>
                    <a:pt x="4316" y="1"/>
                  </a:moveTo>
                  <a:cubicBezTo>
                    <a:pt x="3875" y="1"/>
                    <a:pt x="3466" y="253"/>
                    <a:pt x="3308" y="694"/>
                  </a:cubicBezTo>
                  <a:lnTo>
                    <a:pt x="3088" y="1356"/>
                  </a:lnTo>
                  <a:lnTo>
                    <a:pt x="1040" y="1356"/>
                  </a:lnTo>
                  <a:cubicBezTo>
                    <a:pt x="473" y="1356"/>
                    <a:pt x="0" y="1828"/>
                    <a:pt x="0" y="2395"/>
                  </a:cubicBezTo>
                  <a:lnTo>
                    <a:pt x="0" y="3057"/>
                  </a:lnTo>
                  <a:cubicBezTo>
                    <a:pt x="0" y="3370"/>
                    <a:pt x="221" y="3407"/>
                    <a:pt x="480" y="3407"/>
                  </a:cubicBezTo>
                  <a:cubicBezTo>
                    <a:pt x="560" y="3407"/>
                    <a:pt x="643" y="3403"/>
                    <a:pt x="725" y="3403"/>
                  </a:cubicBezTo>
                  <a:lnTo>
                    <a:pt x="9924" y="3403"/>
                  </a:lnTo>
                  <a:cubicBezTo>
                    <a:pt x="10145" y="3403"/>
                    <a:pt x="10302" y="3246"/>
                    <a:pt x="10302" y="3057"/>
                  </a:cubicBezTo>
                  <a:lnTo>
                    <a:pt x="10302" y="2395"/>
                  </a:lnTo>
                  <a:cubicBezTo>
                    <a:pt x="10334" y="1828"/>
                    <a:pt x="9861" y="1356"/>
                    <a:pt x="9294" y="1356"/>
                  </a:cubicBezTo>
                  <a:lnTo>
                    <a:pt x="7246" y="1356"/>
                  </a:lnTo>
                  <a:lnTo>
                    <a:pt x="7026" y="694"/>
                  </a:lnTo>
                  <a:cubicBezTo>
                    <a:pt x="6868" y="253"/>
                    <a:pt x="6522" y="1"/>
                    <a:pt x="60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84"/>
            <p:cNvSpPr/>
            <p:nvPr/>
          </p:nvSpPr>
          <p:spPr>
            <a:xfrm>
              <a:off x="-3362900" y="3716375"/>
              <a:ext cx="218200" cy="188275"/>
            </a:xfrm>
            <a:custGeom>
              <a:avLst/>
              <a:gdLst/>
              <a:ahLst/>
              <a:cxnLst/>
              <a:rect l="l" t="t" r="r" b="b"/>
              <a:pathLst>
                <a:path w="8728" h="7531" extrusionOk="0">
                  <a:moveTo>
                    <a:pt x="2324" y="666"/>
                  </a:moveTo>
                  <a:cubicBezTo>
                    <a:pt x="2487" y="666"/>
                    <a:pt x="2647" y="777"/>
                    <a:pt x="2647" y="1009"/>
                  </a:cubicBezTo>
                  <a:lnTo>
                    <a:pt x="2647" y="5798"/>
                  </a:lnTo>
                  <a:cubicBezTo>
                    <a:pt x="2647" y="6022"/>
                    <a:pt x="2476" y="6141"/>
                    <a:pt x="2307" y="6141"/>
                  </a:cubicBezTo>
                  <a:cubicBezTo>
                    <a:pt x="2145" y="6141"/>
                    <a:pt x="1985" y="6030"/>
                    <a:pt x="1985" y="5798"/>
                  </a:cubicBezTo>
                  <a:lnTo>
                    <a:pt x="1985" y="1009"/>
                  </a:lnTo>
                  <a:cubicBezTo>
                    <a:pt x="1985" y="785"/>
                    <a:pt x="2156" y="666"/>
                    <a:pt x="2324" y="666"/>
                  </a:cubicBezTo>
                  <a:close/>
                  <a:moveTo>
                    <a:pt x="4372" y="666"/>
                  </a:moveTo>
                  <a:cubicBezTo>
                    <a:pt x="4535" y="666"/>
                    <a:pt x="4695" y="777"/>
                    <a:pt x="4695" y="1009"/>
                  </a:cubicBezTo>
                  <a:lnTo>
                    <a:pt x="4695" y="5798"/>
                  </a:lnTo>
                  <a:cubicBezTo>
                    <a:pt x="4695" y="6022"/>
                    <a:pt x="4523" y="6141"/>
                    <a:pt x="4355" y="6141"/>
                  </a:cubicBezTo>
                  <a:cubicBezTo>
                    <a:pt x="4193" y="6141"/>
                    <a:pt x="4033" y="6030"/>
                    <a:pt x="4033" y="5798"/>
                  </a:cubicBezTo>
                  <a:lnTo>
                    <a:pt x="4033" y="1009"/>
                  </a:lnTo>
                  <a:cubicBezTo>
                    <a:pt x="4033" y="785"/>
                    <a:pt x="4204" y="666"/>
                    <a:pt x="4372" y="666"/>
                  </a:cubicBezTo>
                  <a:close/>
                  <a:moveTo>
                    <a:pt x="6427" y="631"/>
                  </a:moveTo>
                  <a:cubicBezTo>
                    <a:pt x="6648" y="631"/>
                    <a:pt x="6805" y="789"/>
                    <a:pt x="6805" y="1009"/>
                  </a:cubicBezTo>
                  <a:lnTo>
                    <a:pt x="6805" y="5798"/>
                  </a:lnTo>
                  <a:cubicBezTo>
                    <a:pt x="6805" y="6022"/>
                    <a:pt x="6626" y="6141"/>
                    <a:pt x="6450" y="6141"/>
                  </a:cubicBezTo>
                  <a:cubicBezTo>
                    <a:pt x="6280" y="6141"/>
                    <a:pt x="6112" y="6030"/>
                    <a:pt x="6112" y="5798"/>
                  </a:cubicBezTo>
                  <a:lnTo>
                    <a:pt x="6112" y="1009"/>
                  </a:lnTo>
                  <a:lnTo>
                    <a:pt x="6081" y="1009"/>
                  </a:lnTo>
                  <a:cubicBezTo>
                    <a:pt x="6081" y="789"/>
                    <a:pt x="6238" y="631"/>
                    <a:pt x="6427" y="631"/>
                  </a:cubicBezTo>
                  <a:close/>
                  <a:moveTo>
                    <a:pt x="0" y="1"/>
                  </a:moveTo>
                  <a:lnTo>
                    <a:pt x="536" y="6585"/>
                  </a:lnTo>
                  <a:cubicBezTo>
                    <a:pt x="567" y="7121"/>
                    <a:pt x="1008" y="7531"/>
                    <a:pt x="1576" y="7531"/>
                  </a:cubicBezTo>
                  <a:lnTo>
                    <a:pt x="7152" y="7531"/>
                  </a:lnTo>
                  <a:cubicBezTo>
                    <a:pt x="7688" y="7531"/>
                    <a:pt x="8129" y="7121"/>
                    <a:pt x="8192" y="6585"/>
                  </a:cubicBezTo>
                  <a:lnTo>
                    <a:pt x="87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2" name="Google Shape;2622;p84"/>
          <p:cNvGrpSpPr/>
          <p:nvPr/>
        </p:nvGrpSpPr>
        <p:grpSpPr>
          <a:xfrm>
            <a:off x="5556363" y="3413680"/>
            <a:ext cx="271097" cy="419659"/>
            <a:chOff x="-3347950" y="3971575"/>
            <a:chExt cx="188275" cy="291450"/>
          </a:xfrm>
        </p:grpSpPr>
        <p:sp>
          <p:nvSpPr>
            <p:cNvPr id="2623" name="Google Shape;2623;p84"/>
            <p:cNvSpPr/>
            <p:nvPr/>
          </p:nvSpPr>
          <p:spPr>
            <a:xfrm>
              <a:off x="-3246325" y="4032225"/>
              <a:ext cx="29950" cy="42550"/>
            </a:xfrm>
            <a:custGeom>
              <a:avLst/>
              <a:gdLst/>
              <a:ahLst/>
              <a:cxnLst/>
              <a:rect l="l" t="t" r="r" b="b"/>
              <a:pathLst>
                <a:path w="1198" h="1702" extrusionOk="0">
                  <a:moveTo>
                    <a:pt x="347" y="0"/>
                  </a:moveTo>
                  <a:lnTo>
                    <a:pt x="0" y="536"/>
                  </a:lnTo>
                  <a:lnTo>
                    <a:pt x="599" y="1702"/>
                  </a:lnTo>
                  <a:lnTo>
                    <a:pt x="1197" y="1702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84"/>
            <p:cNvSpPr/>
            <p:nvPr/>
          </p:nvSpPr>
          <p:spPr>
            <a:xfrm>
              <a:off x="-3291225" y="4034575"/>
              <a:ext cx="40975" cy="40200"/>
            </a:xfrm>
            <a:custGeom>
              <a:avLst/>
              <a:gdLst/>
              <a:ahLst/>
              <a:cxnLst/>
              <a:rect l="l" t="t" r="r" b="b"/>
              <a:pathLst>
                <a:path w="1639" h="1608" extrusionOk="0">
                  <a:moveTo>
                    <a:pt x="819" y="1"/>
                  </a:moveTo>
                  <a:lnTo>
                    <a:pt x="0" y="1608"/>
                  </a:lnTo>
                  <a:lnTo>
                    <a:pt x="1639" y="1608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84"/>
            <p:cNvSpPr/>
            <p:nvPr/>
          </p:nvSpPr>
          <p:spPr>
            <a:xfrm>
              <a:off x="-3347950" y="3971575"/>
              <a:ext cx="188275" cy="291450"/>
            </a:xfrm>
            <a:custGeom>
              <a:avLst/>
              <a:gdLst/>
              <a:ahLst/>
              <a:cxnLst/>
              <a:rect l="l" t="t" r="r" b="b"/>
              <a:pathLst>
                <a:path w="7531" h="11658" extrusionOk="0">
                  <a:moveTo>
                    <a:pt x="4491" y="1351"/>
                  </a:moveTo>
                  <a:cubicBezTo>
                    <a:pt x="4609" y="1351"/>
                    <a:pt x="4725" y="1414"/>
                    <a:pt x="4790" y="1544"/>
                  </a:cubicBezTo>
                  <a:lnTo>
                    <a:pt x="6144" y="4285"/>
                  </a:lnTo>
                  <a:cubicBezTo>
                    <a:pt x="6239" y="4569"/>
                    <a:pt x="6081" y="4821"/>
                    <a:pt x="5829" y="4821"/>
                  </a:cubicBezTo>
                  <a:lnTo>
                    <a:pt x="1702" y="4821"/>
                  </a:lnTo>
                  <a:cubicBezTo>
                    <a:pt x="1482" y="4821"/>
                    <a:pt x="1261" y="4537"/>
                    <a:pt x="1387" y="4285"/>
                  </a:cubicBezTo>
                  <a:lnTo>
                    <a:pt x="2773" y="1544"/>
                  </a:lnTo>
                  <a:cubicBezTo>
                    <a:pt x="2836" y="1418"/>
                    <a:pt x="2962" y="1355"/>
                    <a:pt x="3088" y="1355"/>
                  </a:cubicBezTo>
                  <a:cubicBezTo>
                    <a:pt x="3214" y="1355"/>
                    <a:pt x="3340" y="1418"/>
                    <a:pt x="3403" y="1544"/>
                  </a:cubicBezTo>
                  <a:lnTo>
                    <a:pt x="3719" y="2174"/>
                  </a:lnTo>
                  <a:lnTo>
                    <a:pt x="4191" y="1513"/>
                  </a:lnTo>
                  <a:cubicBezTo>
                    <a:pt x="4267" y="1406"/>
                    <a:pt x="4380" y="1351"/>
                    <a:pt x="4491" y="1351"/>
                  </a:cubicBezTo>
                  <a:close/>
                  <a:moveTo>
                    <a:pt x="5136" y="5514"/>
                  </a:moveTo>
                  <a:cubicBezTo>
                    <a:pt x="5609" y="5514"/>
                    <a:pt x="5609" y="6175"/>
                    <a:pt x="5136" y="6175"/>
                  </a:cubicBezTo>
                  <a:lnTo>
                    <a:pt x="2364" y="6175"/>
                  </a:lnTo>
                  <a:cubicBezTo>
                    <a:pt x="1954" y="6175"/>
                    <a:pt x="1891" y="5514"/>
                    <a:pt x="2364" y="5514"/>
                  </a:cubicBezTo>
                  <a:close/>
                  <a:moveTo>
                    <a:pt x="5136" y="6869"/>
                  </a:moveTo>
                  <a:cubicBezTo>
                    <a:pt x="5609" y="6900"/>
                    <a:pt x="5609" y="7562"/>
                    <a:pt x="5136" y="7562"/>
                  </a:cubicBezTo>
                  <a:lnTo>
                    <a:pt x="2364" y="7562"/>
                  </a:lnTo>
                  <a:cubicBezTo>
                    <a:pt x="2175" y="7562"/>
                    <a:pt x="2017" y="7404"/>
                    <a:pt x="2017" y="7215"/>
                  </a:cubicBezTo>
                  <a:cubicBezTo>
                    <a:pt x="2017" y="7026"/>
                    <a:pt x="2175" y="6869"/>
                    <a:pt x="2364" y="6869"/>
                  </a:cubicBezTo>
                  <a:close/>
                  <a:moveTo>
                    <a:pt x="4790" y="8948"/>
                  </a:moveTo>
                  <a:lnTo>
                    <a:pt x="4790" y="10996"/>
                  </a:lnTo>
                  <a:lnTo>
                    <a:pt x="2742" y="10996"/>
                  </a:lnTo>
                  <a:lnTo>
                    <a:pt x="2742" y="8948"/>
                  </a:lnTo>
                  <a:close/>
                  <a:moveTo>
                    <a:pt x="1041" y="1"/>
                  </a:moveTo>
                  <a:cubicBezTo>
                    <a:pt x="505" y="1"/>
                    <a:pt x="1" y="473"/>
                    <a:pt x="1" y="1040"/>
                  </a:cubicBezTo>
                  <a:lnTo>
                    <a:pt x="1" y="7908"/>
                  </a:lnTo>
                  <a:cubicBezTo>
                    <a:pt x="1" y="8475"/>
                    <a:pt x="473" y="8948"/>
                    <a:pt x="1041" y="8948"/>
                  </a:cubicBezTo>
                  <a:lnTo>
                    <a:pt x="2080" y="8948"/>
                  </a:lnTo>
                  <a:lnTo>
                    <a:pt x="2080" y="10996"/>
                  </a:lnTo>
                  <a:lnTo>
                    <a:pt x="1041" y="10996"/>
                  </a:lnTo>
                  <a:cubicBezTo>
                    <a:pt x="600" y="10996"/>
                    <a:pt x="568" y="11657"/>
                    <a:pt x="1041" y="11657"/>
                  </a:cubicBezTo>
                  <a:lnTo>
                    <a:pt x="6522" y="11657"/>
                  </a:lnTo>
                  <a:cubicBezTo>
                    <a:pt x="6711" y="11657"/>
                    <a:pt x="6869" y="11500"/>
                    <a:pt x="6869" y="11311"/>
                  </a:cubicBezTo>
                  <a:cubicBezTo>
                    <a:pt x="6869" y="11122"/>
                    <a:pt x="6711" y="10964"/>
                    <a:pt x="6522" y="10964"/>
                  </a:cubicBezTo>
                  <a:lnTo>
                    <a:pt x="5483" y="10964"/>
                  </a:lnTo>
                  <a:lnTo>
                    <a:pt x="5483" y="8916"/>
                  </a:lnTo>
                  <a:lnTo>
                    <a:pt x="6522" y="8916"/>
                  </a:lnTo>
                  <a:cubicBezTo>
                    <a:pt x="7058" y="8916"/>
                    <a:pt x="7531" y="8444"/>
                    <a:pt x="7531" y="7877"/>
                  </a:cubicBezTo>
                  <a:lnTo>
                    <a:pt x="7531" y="977"/>
                  </a:lnTo>
                  <a:cubicBezTo>
                    <a:pt x="7531" y="442"/>
                    <a:pt x="7058" y="1"/>
                    <a:pt x="65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6" name="Google Shape;2626;p84"/>
          <p:cNvGrpSpPr/>
          <p:nvPr/>
        </p:nvGrpSpPr>
        <p:grpSpPr>
          <a:xfrm>
            <a:off x="2107097" y="3411425"/>
            <a:ext cx="423079" cy="424159"/>
            <a:chOff x="-1591550" y="3597475"/>
            <a:chExt cx="293825" cy="294575"/>
          </a:xfrm>
        </p:grpSpPr>
        <p:sp>
          <p:nvSpPr>
            <p:cNvPr id="2627" name="Google Shape;2627;p84"/>
            <p:cNvSpPr/>
            <p:nvPr/>
          </p:nvSpPr>
          <p:spPr>
            <a:xfrm>
              <a:off x="-1509625" y="3597475"/>
              <a:ext cx="211900" cy="207150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84"/>
            <p:cNvSpPr/>
            <p:nvPr/>
          </p:nvSpPr>
          <p:spPr>
            <a:xfrm>
              <a:off x="-1541125" y="3719125"/>
              <a:ext cx="120525" cy="118275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84"/>
            <p:cNvSpPr/>
            <p:nvPr/>
          </p:nvSpPr>
          <p:spPr>
            <a:xfrm>
              <a:off x="-1591550" y="3668825"/>
              <a:ext cx="222925" cy="223225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0" name="Google Shape;2630;p84"/>
          <p:cNvGrpSpPr/>
          <p:nvPr/>
        </p:nvGrpSpPr>
        <p:grpSpPr>
          <a:xfrm>
            <a:off x="3733579" y="3423895"/>
            <a:ext cx="421927" cy="399248"/>
            <a:chOff x="-1592325" y="3957400"/>
            <a:chExt cx="293025" cy="277275"/>
          </a:xfrm>
        </p:grpSpPr>
        <p:sp>
          <p:nvSpPr>
            <p:cNvPr id="2631" name="Google Shape;2631;p84"/>
            <p:cNvSpPr/>
            <p:nvPr/>
          </p:nvSpPr>
          <p:spPr>
            <a:xfrm>
              <a:off x="-1591550" y="3957400"/>
              <a:ext cx="292250" cy="68550"/>
            </a:xfrm>
            <a:custGeom>
              <a:avLst/>
              <a:gdLst/>
              <a:ahLst/>
              <a:cxnLst/>
              <a:rect l="l" t="t" r="r" b="b"/>
              <a:pathLst>
                <a:path w="11690" h="2742" extrusionOk="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84"/>
            <p:cNvSpPr/>
            <p:nvPr/>
          </p:nvSpPr>
          <p:spPr>
            <a:xfrm>
              <a:off x="-1592325" y="4043250"/>
              <a:ext cx="291450" cy="171725"/>
            </a:xfrm>
            <a:custGeom>
              <a:avLst/>
              <a:gdLst/>
              <a:ahLst/>
              <a:cxnLst/>
              <a:rect l="l" t="t" r="r" b="b"/>
              <a:pathLst>
                <a:path w="11658" h="6869" extrusionOk="0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84"/>
            <p:cNvSpPr/>
            <p:nvPr/>
          </p:nvSpPr>
          <p:spPr>
            <a:xfrm>
              <a:off x="-1471825" y="41291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84"/>
            <p:cNvSpPr/>
            <p:nvPr/>
          </p:nvSpPr>
          <p:spPr>
            <a:xfrm>
              <a:off x="-1526175" y="4077900"/>
              <a:ext cx="156775" cy="156775"/>
            </a:xfrm>
            <a:custGeom>
              <a:avLst/>
              <a:gdLst/>
              <a:ahLst/>
              <a:cxnLst/>
              <a:rect l="l" t="t" r="r" b="b"/>
              <a:pathLst>
                <a:path w="6271" h="6271" extrusionOk="0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5" name="Google Shape;2635;p84"/>
          <p:cNvGrpSpPr/>
          <p:nvPr/>
        </p:nvGrpSpPr>
        <p:grpSpPr>
          <a:xfrm>
            <a:off x="3209175" y="3413121"/>
            <a:ext cx="369730" cy="420775"/>
            <a:chOff x="-778700" y="3612425"/>
            <a:chExt cx="256775" cy="292225"/>
          </a:xfrm>
        </p:grpSpPr>
        <p:sp>
          <p:nvSpPr>
            <p:cNvPr id="2636" name="Google Shape;2636;p84"/>
            <p:cNvSpPr/>
            <p:nvPr/>
          </p:nvSpPr>
          <p:spPr>
            <a:xfrm>
              <a:off x="-692850" y="36990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p84"/>
            <p:cNvSpPr/>
            <p:nvPr/>
          </p:nvSpPr>
          <p:spPr>
            <a:xfrm>
              <a:off x="-777925" y="3612425"/>
              <a:ext cx="204800" cy="34675"/>
            </a:xfrm>
            <a:custGeom>
              <a:avLst/>
              <a:gdLst/>
              <a:ahLst/>
              <a:cxnLst/>
              <a:rect l="l" t="t" r="r" b="b"/>
              <a:pathLst>
                <a:path w="8192" h="1387" extrusionOk="0"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1387"/>
                  </a:lnTo>
                  <a:lnTo>
                    <a:pt x="8192" y="1387"/>
                  </a:lnTo>
                  <a:lnTo>
                    <a:pt x="8192" y="1009"/>
                  </a:lnTo>
                  <a:cubicBezTo>
                    <a:pt x="8192" y="473"/>
                    <a:pt x="7719" y="0"/>
                    <a:pt x="71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84"/>
            <p:cNvSpPr/>
            <p:nvPr/>
          </p:nvSpPr>
          <p:spPr>
            <a:xfrm>
              <a:off x="-727525" y="3699050"/>
              <a:ext cx="17375" cy="17350"/>
            </a:xfrm>
            <a:custGeom>
              <a:avLst/>
              <a:gdLst/>
              <a:ahLst/>
              <a:cxnLst/>
              <a:rect l="l" t="t" r="r" b="b"/>
              <a:pathLst>
                <a:path w="695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7" y="694"/>
                    <a:pt x="694" y="536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84"/>
            <p:cNvSpPr/>
            <p:nvPr/>
          </p:nvSpPr>
          <p:spPr>
            <a:xfrm>
              <a:off x="-778700" y="3664400"/>
              <a:ext cx="205575" cy="102425"/>
            </a:xfrm>
            <a:custGeom>
              <a:avLst/>
              <a:gdLst/>
              <a:ahLst/>
              <a:cxnLst/>
              <a:rect l="l" t="t" r="r" b="b"/>
              <a:pathLst>
                <a:path w="8223" h="4097" extrusionOk="0">
                  <a:moveTo>
                    <a:pt x="3781" y="694"/>
                  </a:moveTo>
                  <a:cubicBezTo>
                    <a:pt x="4316" y="694"/>
                    <a:pt x="4789" y="1166"/>
                    <a:pt x="4789" y="1733"/>
                  </a:cubicBezTo>
                  <a:cubicBezTo>
                    <a:pt x="4789" y="2301"/>
                    <a:pt x="4316" y="2773"/>
                    <a:pt x="3781" y="2773"/>
                  </a:cubicBezTo>
                  <a:cubicBezTo>
                    <a:pt x="3497" y="2773"/>
                    <a:pt x="3245" y="2647"/>
                    <a:pt x="3088" y="2490"/>
                  </a:cubicBezTo>
                  <a:cubicBezTo>
                    <a:pt x="2899" y="2647"/>
                    <a:pt x="2678" y="2773"/>
                    <a:pt x="2426" y="2773"/>
                  </a:cubicBezTo>
                  <a:cubicBezTo>
                    <a:pt x="1890" y="2773"/>
                    <a:pt x="1418" y="2301"/>
                    <a:pt x="1418" y="1733"/>
                  </a:cubicBezTo>
                  <a:cubicBezTo>
                    <a:pt x="1418" y="1198"/>
                    <a:pt x="1890" y="694"/>
                    <a:pt x="2426" y="694"/>
                  </a:cubicBezTo>
                  <a:cubicBezTo>
                    <a:pt x="2710" y="694"/>
                    <a:pt x="2930" y="820"/>
                    <a:pt x="3088" y="977"/>
                  </a:cubicBezTo>
                  <a:cubicBezTo>
                    <a:pt x="3308" y="820"/>
                    <a:pt x="3529" y="694"/>
                    <a:pt x="3781" y="694"/>
                  </a:cubicBezTo>
                  <a:close/>
                  <a:moveTo>
                    <a:pt x="0" y="1"/>
                  </a:moveTo>
                  <a:lnTo>
                    <a:pt x="0" y="3088"/>
                  </a:lnTo>
                  <a:cubicBezTo>
                    <a:pt x="0" y="3624"/>
                    <a:pt x="473" y="4096"/>
                    <a:pt x="1008" y="4096"/>
                  </a:cubicBezTo>
                  <a:lnTo>
                    <a:pt x="6837" y="4096"/>
                  </a:lnTo>
                  <a:lnTo>
                    <a:pt x="6837" y="3498"/>
                  </a:lnTo>
                  <a:lnTo>
                    <a:pt x="5766" y="2458"/>
                  </a:lnTo>
                  <a:cubicBezTo>
                    <a:pt x="5034" y="1726"/>
                    <a:pt x="5756" y="674"/>
                    <a:pt x="6558" y="674"/>
                  </a:cubicBezTo>
                  <a:cubicBezTo>
                    <a:pt x="6792" y="674"/>
                    <a:pt x="7033" y="764"/>
                    <a:pt x="7246" y="977"/>
                  </a:cubicBezTo>
                  <a:lnTo>
                    <a:pt x="8223" y="1985"/>
                  </a:lnTo>
                  <a:lnTo>
                    <a:pt x="82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84"/>
            <p:cNvSpPr/>
            <p:nvPr/>
          </p:nvSpPr>
          <p:spPr>
            <a:xfrm>
              <a:off x="-659775" y="3835325"/>
              <a:ext cx="137850" cy="69325"/>
            </a:xfrm>
            <a:custGeom>
              <a:avLst/>
              <a:gdLst/>
              <a:ahLst/>
              <a:cxnLst/>
              <a:rect l="l" t="t" r="r" b="b"/>
              <a:pathLst>
                <a:path w="5514" h="2773" extrusionOk="0">
                  <a:moveTo>
                    <a:pt x="1733" y="693"/>
                  </a:moveTo>
                  <a:cubicBezTo>
                    <a:pt x="1922" y="693"/>
                    <a:pt x="2080" y="851"/>
                    <a:pt x="2080" y="1040"/>
                  </a:cubicBezTo>
                  <a:cubicBezTo>
                    <a:pt x="2080" y="1229"/>
                    <a:pt x="1922" y="1386"/>
                    <a:pt x="1733" y="1386"/>
                  </a:cubicBezTo>
                  <a:cubicBezTo>
                    <a:pt x="1544" y="1386"/>
                    <a:pt x="1387" y="1229"/>
                    <a:pt x="1387" y="1040"/>
                  </a:cubicBezTo>
                  <a:cubicBezTo>
                    <a:pt x="1387" y="851"/>
                    <a:pt x="1544" y="693"/>
                    <a:pt x="1733" y="693"/>
                  </a:cubicBezTo>
                  <a:close/>
                  <a:moveTo>
                    <a:pt x="63" y="0"/>
                  </a:moveTo>
                  <a:cubicBezTo>
                    <a:pt x="32" y="126"/>
                    <a:pt x="0" y="252"/>
                    <a:pt x="0" y="378"/>
                  </a:cubicBezTo>
                  <a:lnTo>
                    <a:pt x="0" y="2426"/>
                  </a:lnTo>
                  <a:cubicBezTo>
                    <a:pt x="0" y="2615"/>
                    <a:pt x="158" y="2773"/>
                    <a:pt x="347" y="2773"/>
                  </a:cubicBezTo>
                  <a:lnTo>
                    <a:pt x="5167" y="2773"/>
                  </a:lnTo>
                  <a:cubicBezTo>
                    <a:pt x="5356" y="2773"/>
                    <a:pt x="5514" y="2615"/>
                    <a:pt x="5514" y="2426"/>
                  </a:cubicBezTo>
                  <a:lnTo>
                    <a:pt x="5514" y="378"/>
                  </a:lnTo>
                  <a:cubicBezTo>
                    <a:pt x="5514" y="252"/>
                    <a:pt x="5482" y="126"/>
                    <a:pt x="5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p84"/>
            <p:cNvSpPr/>
            <p:nvPr/>
          </p:nvSpPr>
          <p:spPr>
            <a:xfrm>
              <a:off x="-658200" y="3669925"/>
              <a:ext cx="136275" cy="148875"/>
            </a:xfrm>
            <a:custGeom>
              <a:avLst/>
              <a:gdLst/>
              <a:ahLst/>
              <a:cxnLst/>
              <a:rect l="l" t="t" r="r" b="b"/>
              <a:pathLst>
                <a:path w="5451" h="5955" extrusionOk="0">
                  <a:moveTo>
                    <a:pt x="4064" y="0"/>
                  </a:moveTo>
                  <a:lnTo>
                    <a:pt x="4064" y="2615"/>
                  </a:lnTo>
                  <a:cubicBezTo>
                    <a:pt x="4064" y="2829"/>
                    <a:pt x="3905" y="2970"/>
                    <a:pt x="3734" y="2970"/>
                  </a:cubicBezTo>
                  <a:cubicBezTo>
                    <a:pt x="3652" y="2970"/>
                    <a:pt x="3568" y="2938"/>
                    <a:pt x="3497" y="2867"/>
                  </a:cubicBezTo>
                  <a:lnTo>
                    <a:pt x="1922" y="1292"/>
                  </a:lnTo>
                  <a:cubicBezTo>
                    <a:pt x="1858" y="1228"/>
                    <a:pt x="1780" y="1201"/>
                    <a:pt x="1701" y="1201"/>
                  </a:cubicBezTo>
                  <a:cubicBezTo>
                    <a:pt x="1429" y="1201"/>
                    <a:pt x="1150" y="1520"/>
                    <a:pt x="1418" y="1764"/>
                  </a:cubicBezTo>
                  <a:lnTo>
                    <a:pt x="2615" y="2930"/>
                  </a:lnTo>
                  <a:cubicBezTo>
                    <a:pt x="2710" y="3025"/>
                    <a:pt x="2741" y="3088"/>
                    <a:pt x="2741" y="3182"/>
                  </a:cubicBezTo>
                  <a:lnTo>
                    <a:pt x="2741" y="3970"/>
                  </a:lnTo>
                  <a:cubicBezTo>
                    <a:pt x="2741" y="4222"/>
                    <a:pt x="2804" y="4505"/>
                    <a:pt x="2930" y="4789"/>
                  </a:cubicBezTo>
                  <a:cubicBezTo>
                    <a:pt x="3052" y="5074"/>
                    <a:pt x="2833" y="5280"/>
                    <a:pt x="2611" y="5280"/>
                  </a:cubicBezTo>
                  <a:cubicBezTo>
                    <a:pt x="2490" y="5280"/>
                    <a:pt x="2367" y="5218"/>
                    <a:pt x="2300" y="5072"/>
                  </a:cubicBezTo>
                  <a:cubicBezTo>
                    <a:pt x="2206" y="4915"/>
                    <a:pt x="2174" y="4757"/>
                    <a:pt x="2143" y="4600"/>
                  </a:cubicBezTo>
                  <a:lnTo>
                    <a:pt x="0" y="4600"/>
                  </a:lnTo>
                  <a:lnTo>
                    <a:pt x="0" y="4631"/>
                  </a:lnTo>
                  <a:cubicBezTo>
                    <a:pt x="0" y="5104"/>
                    <a:pt x="126" y="5545"/>
                    <a:pt x="378" y="5923"/>
                  </a:cubicBezTo>
                  <a:lnTo>
                    <a:pt x="5104" y="5923"/>
                  </a:lnTo>
                  <a:lnTo>
                    <a:pt x="5104" y="5955"/>
                  </a:lnTo>
                  <a:cubicBezTo>
                    <a:pt x="5325" y="5577"/>
                    <a:pt x="5451" y="5104"/>
                    <a:pt x="5451" y="4663"/>
                  </a:cubicBezTo>
                  <a:lnTo>
                    <a:pt x="5451" y="2111"/>
                  </a:lnTo>
                  <a:cubicBezTo>
                    <a:pt x="5451" y="1638"/>
                    <a:pt x="5262" y="1197"/>
                    <a:pt x="4947" y="882"/>
                  </a:cubicBezTo>
                  <a:lnTo>
                    <a:pt x="40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2" name="Google Shape;2642;p84"/>
          <p:cNvGrpSpPr/>
          <p:nvPr/>
        </p:nvGrpSpPr>
        <p:grpSpPr>
          <a:xfrm>
            <a:off x="3764378" y="3987527"/>
            <a:ext cx="387681" cy="387641"/>
            <a:chOff x="5611350" y="1561258"/>
            <a:chExt cx="397907" cy="397866"/>
          </a:xfrm>
        </p:grpSpPr>
        <p:sp>
          <p:nvSpPr>
            <p:cNvPr id="2643" name="Google Shape;2643;p84"/>
            <p:cNvSpPr/>
            <p:nvPr/>
          </p:nvSpPr>
          <p:spPr>
            <a:xfrm>
              <a:off x="5713589" y="1812337"/>
              <a:ext cx="38443" cy="39653"/>
            </a:xfrm>
            <a:custGeom>
              <a:avLst/>
              <a:gdLst/>
              <a:ahLst/>
              <a:cxnLst/>
              <a:rect l="l" t="t" r="r" b="b"/>
              <a:pathLst>
                <a:path w="1842" h="1900" extrusionOk="0">
                  <a:moveTo>
                    <a:pt x="1842" y="1"/>
                  </a:moveTo>
                  <a:lnTo>
                    <a:pt x="630" y="486"/>
                  </a:lnTo>
                  <a:cubicBezTo>
                    <a:pt x="81" y="705"/>
                    <a:pt x="0" y="1450"/>
                    <a:pt x="490" y="1782"/>
                  </a:cubicBezTo>
                  <a:cubicBezTo>
                    <a:pt x="608" y="1862"/>
                    <a:pt x="755" y="1900"/>
                    <a:pt x="908" y="1900"/>
                  </a:cubicBezTo>
                  <a:cubicBezTo>
                    <a:pt x="1349" y="1900"/>
                    <a:pt x="1842" y="1590"/>
                    <a:pt x="1842" y="1092"/>
                  </a:cubicBezTo>
                  <a:lnTo>
                    <a:pt x="18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84"/>
            <p:cNvSpPr/>
            <p:nvPr/>
          </p:nvSpPr>
          <p:spPr>
            <a:xfrm>
              <a:off x="5830124" y="1789047"/>
              <a:ext cx="38505" cy="39653"/>
            </a:xfrm>
            <a:custGeom>
              <a:avLst/>
              <a:gdLst/>
              <a:ahLst/>
              <a:cxnLst/>
              <a:rect l="l" t="t" r="r" b="b"/>
              <a:pathLst>
                <a:path w="1845" h="1900" extrusionOk="0">
                  <a:moveTo>
                    <a:pt x="1844" y="1"/>
                  </a:moveTo>
                  <a:lnTo>
                    <a:pt x="631" y="485"/>
                  </a:lnTo>
                  <a:cubicBezTo>
                    <a:pt x="82" y="705"/>
                    <a:pt x="1" y="1450"/>
                    <a:pt x="491" y="1782"/>
                  </a:cubicBezTo>
                  <a:cubicBezTo>
                    <a:pt x="608" y="1862"/>
                    <a:pt x="755" y="1899"/>
                    <a:pt x="908" y="1899"/>
                  </a:cubicBezTo>
                  <a:cubicBezTo>
                    <a:pt x="1349" y="1899"/>
                    <a:pt x="1844" y="1588"/>
                    <a:pt x="1844" y="1090"/>
                  </a:cubicBezTo>
                  <a:lnTo>
                    <a:pt x="18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84"/>
            <p:cNvSpPr/>
            <p:nvPr/>
          </p:nvSpPr>
          <p:spPr>
            <a:xfrm>
              <a:off x="5611350" y="1561258"/>
              <a:ext cx="397907" cy="397866"/>
            </a:xfrm>
            <a:custGeom>
              <a:avLst/>
              <a:gdLst/>
              <a:ahLst/>
              <a:cxnLst/>
              <a:rect l="l" t="t" r="r" b="b"/>
              <a:pathLst>
                <a:path w="19066" h="19064" extrusionOk="0">
                  <a:moveTo>
                    <a:pt x="12883" y="3949"/>
                  </a:moveTo>
                  <a:cubicBezTo>
                    <a:pt x="13013" y="3949"/>
                    <a:pt x="13138" y="3991"/>
                    <a:pt x="13238" y="4073"/>
                  </a:cubicBezTo>
                  <a:cubicBezTo>
                    <a:pt x="13369" y="4179"/>
                    <a:pt x="13443" y="4339"/>
                    <a:pt x="13443" y="4505"/>
                  </a:cubicBezTo>
                  <a:lnTo>
                    <a:pt x="13443" y="12005"/>
                  </a:lnTo>
                  <a:cubicBezTo>
                    <a:pt x="13443" y="13161"/>
                    <a:pt x="12421" y="13941"/>
                    <a:pt x="11388" y="13941"/>
                  </a:cubicBezTo>
                  <a:cubicBezTo>
                    <a:pt x="10369" y="13941"/>
                    <a:pt x="9534" y="13113"/>
                    <a:pt x="9534" y="12085"/>
                  </a:cubicBezTo>
                  <a:cubicBezTo>
                    <a:pt x="9534" y="11323"/>
                    <a:pt x="9990" y="10647"/>
                    <a:pt x="10700" y="10364"/>
                  </a:cubicBezTo>
                  <a:lnTo>
                    <a:pt x="12327" y="9713"/>
                  </a:lnTo>
                  <a:lnTo>
                    <a:pt x="12327" y="7420"/>
                  </a:lnTo>
                  <a:lnTo>
                    <a:pt x="7859" y="8315"/>
                  </a:lnTo>
                  <a:lnTo>
                    <a:pt x="7859" y="13123"/>
                  </a:lnTo>
                  <a:cubicBezTo>
                    <a:pt x="7859" y="14277"/>
                    <a:pt x="6834" y="15057"/>
                    <a:pt x="5803" y="15057"/>
                  </a:cubicBezTo>
                  <a:cubicBezTo>
                    <a:pt x="4784" y="15057"/>
                    <a:pt x="3949" y="14229"/>
                    <a:pt x="3949" y="13203"/>
                  </a:cubicBezTo>
                  <a:cubicBezTo>
                    <a:pt x="3949" y="12439"/>
                    <a:pt x="4406" y="11763"/>
                    <a:pt x="5115" y="11480"/>
                  </a:cubicBezTo>
                  <a:lnTo>
                    <a:pt x="6741" y="10829"/>
                  </a:lnTo>
                  <a:lnTo>
                    <a:pt x="6741" y="5623"/>
                  </a:lnTo>
                  <a:cubicBezTo>
                    <a:pt x="6741" y="5356"/>
                    <a:pt x="6930" y="5128"/>
                    <a:pt x="7190" y="5074"/>
                  </a:cubicBezTo>
                  <a:lnTo>
                    <a:pt x="12775" y="3958"/>
                  </a:lnTo>
                  <a:cubicBezTo>
                    <a:pt x="12811" y="3952"/>
                    <a:pt x="12847" y="3949"/>
                    <a:pt x="12883" y="3949"/>
                  </a:cubicBezTo>
                  <a:close/>
                  <a:moveTo>
                    <a:pt x="9534" y="1"/>
                  </a:moveTo>
                  <a:cubicBezTo>
                    <a:pt x="4298" y="1"/>
                    <a:pt x="1" y="4296"/>
                    <a:pt x="1" y="9532"/>
                  </a:cubicBezTo>
                  <a:cubicBezTo>
                    <a:pt x="1" y="14769"/>
                    <a:pt x="4298" y="19064"/>
                    <a:pt x="9534" y="19064"/>
                  </a:cubicBezTo>
                  <a:cubicBezTo>
                    <a:pt x="14768" y="19064"/>
                    <a:pt x="19065" y="14769"/>
                    <a:pt x="19065" y="9532"/>
                  </a:cubicBezTo>
                  <a:cubicBezTo>
                    <a:pt x="19065" y="4296"/>
                    <a:pt x="14768" y="1"/>
                    <a:pt x="9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84"/>
            <p:cNvSpPr/>
            <p:nvPr/>
          </p:nvSpPr>
          <p:spPr>
            <a:xfrm>
              <a:off x="5775341" y="1669507"/>
              <a:ext cx="93247" cy="41531"/>
            </a:xfrm>
            <a:custGeom>
              <a:avLst/>
              <a:gdLst/>
              <a:ahLst/>
              <a:cxnLst/>
              <a:rect l="l" t="t" r="r" b="b"/>
              <a:pathLst>
                <a:path w="4468" h="1990" extrusionOk="0">
                  <a:moveTo>
                    <a:pt x="4467" y="1"/>
                  </a:moveTo>
                  <a:lnTo>
                    <a:pt x="1" y="894"/>
                  </a:lnTo>
                  <a:lnTo>
                    <a:pt x="1" y="1989"/>
                  </a:lnTo>
                  <a:lnTo>
                    <a:pt x="4467" y="1096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7" name="Google Shape;2647;p84"/>
          <p:cNvGrpSpPr/>
          <p:nvPr/>
        </p:nvGrpSpPr>
        <p:grpSpPr>
          <a:xfrm>
            <a:off x="1541451" y="4045055"/>
            <a:ext cx="387681" cy="272572"/>
            <a:chOff x="3386036" y="1746339"/>
            <a:chExt cx="397907" cy="279762"/>
          </a:xfrm>
        </p:grpSpPr>
        <p:sp>
          <p:nvSpPr>
            <p:cNvPr id="2648" name="Google Shape;2648;p84"/>
            <p:cNvSpPr/>
            <p:nvPr/>
          </p:nvSpPr>
          <p:spPr>
            <a:xfrm>
              <a:off x="3561652" y="1848954"/>
              <a:ext cx="59646" cy="74506"/>
            </a:xfrm>
            <a:custGeom>
              <a:avLst/>
              <a:gdLst/>
              <a:ahLst/>
              <a:cxnLst/>
              <a:rect l="l" t="t" r="r" b="b"/>
              <a:pathLst>
                <a:path w="2858" h="3570" extrusionOk="0">
                  <a:moveTo>
                    <a:pt x="1" y="0"/>
                  </a:moveTo>
                  <a:lnTo>
                    <a:pt x="1" y="3570"/>
                  </a:lnTo>
                  <a:lnTo>
                    <a:pt x="2858" y="1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84"/>
            <p:cNvSpPr/>
            <p:nvPr/>
          </p:nvSpPr>
          <p:spPr>
            <a:xfrm>
              <a:off x="3386036" y="1746339"/>
              <a:ext cx="397907" cy="279762"/>
            </a:xfrm>
            <a:custGeom>
              <a:avLst/>
              <a:gdLst/>
              <a:ahLst/>
              <a:cxnLst/>
              <a:rect l="l" t="t" r="r" b="b"/>
              <a:pathLst>
                <a:path w="19066" h="13405" extrusionOk="0">
                  <a:moveTo>
                    <a:pt x="7858" y="3351"/>
                  </a:moveTo>
                  <a:cubicBezTo>
                    <a:pt x="7961" y="3351"/>
                    <a:pt x="8064" y="3379"/>
                    <a:pt x="8154" y="3436"/>
                  </a:cubicBezTo>
                  <a:lnTo>
                    <a:pt x="12622" y="6230"/>
                  </a:lnTo>
                  <a:cubicBezTo>
                    <a:pt x="12785" y="6330"/>
                    <a:pt x="12884" y="6509"/>
                    <a:pt x="12884" y="6702"/>
                  </a:cubicBezTo>
                  <a:cubicBezTo>
                    <a:pt x="12884" y="6895"/>
                    <a:pt x="12785" y="7073"/>
                    <a:pt x="12622" y="7176"/>
                  </a:cubicBezTo>
                  <a:lnTo>
                    <a:pt x="8154" y="9968"/>
                  </a:lnTo>
                  <a:cubicBezTo>
                    <a:pt x="8063" y="10025"/>
                    <a:pt x="7961" y="10053"/>
                    <a:pt x="7859" y="10053"/>
                  </a:cubicBezTo>
                  <a:cubicBezTo>
                    <a:pt x="7765" y="10053"/>
                    <a:pt x="7671" y="10029"/>
                    <a:pt x="7588" y="9983"/>
                  </a:cubicBezTo>
                  <a:cubicBezTo>
                    <a:pt x="7409" y="9884"/>
                    <a:pt x="7299" y="9699"/>
                    <a:pt x="7299" y="9495"/>
                  </a:cubicBezTo>
                  <a:lnTo>
                    <a:pt x="7299" y="3910"/>
                  </a:lnTo>
                  <a:cubicBezTo>
                    <a:pt x="7299" y="3707"/>
                    <a:pt x="7409" y="3519"/>
                    <a:pt x="7588" y="3420"/>
                  </a:cubicBezTo>
                  <a:cubicBezTo>
                    <a:pt x="7671" y="3374"/>
                    <a:pt x="7765" y="3351"/>
                    <a:pt x="7858" y="3351"/>
                  </a:cubicBezTo>
                  <a:close/>
                  <a:moveTo>
                    <a:pt x="2794" y="1"/>
                  </a:moveTo>
                  <a:cubicBezTo>
                    <a:pt x="1255" y="1"/>
                    <a:pt x="1" y="1253"/>
                    <a:pt x="1" y="2792"/>
                  </a:cubicBezTo>
                  <a:lnTo>
                    <a:pt x="1" y="10611"/>
                  </a:lnTo>
                  <a:cubicBezTo>
                    <a:pt x="1" y="12152"/>
                    <a:pt x="1255" y="13405"/>
                    <a:pt x="2794" y="13405"/>
                  </a:cubicBezTo>
                  <a:lnTo>
                    <a:pt x="16274" y="13405"/>
                  </a:lnTo>
                  <a:cubicBezTo>
                    <a:pt x="17813" y="13405"/>
                    <a:pt x="19065" y="12152"/>
                    <a:pt x="19065" y="10611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0" name="Google Shape;2650;p84"/>
          <p:cNvGrpSpPr/>
          <p:nvPr/>
        </p:nvGrpSpPr>
        <p:grpSpPr>
          <a:xfrm>
            <a:off x="2681762" y="3987496"/>
            <a:ext cx="387681" cy="387681"/>
            <a:chOff x="4417380" y="1687279"/>
            <a:chExt cx="397907" cy="397907"/>
          </a:xfrm>
        </p:grpSpPr>
        <p:sp>
          <p:nvSpPr>
            <p:cNvPr id="2651" name="Google Shape;2651;p84"/>
            <p:cNvSpPr/>
            <p:nvPr/>
          </p:nvSpPr>
          <p:spPr>
            <a:xfrm>
              <a:off x="4417380" y="1687279"/>
              <a:ext cx="397907" cy="397907"/>
            </a:xfrm>
            <a:custGeom>
              <a:avLst/>
              <a:gdLst/>
              <a:ahLst/>
              <a:cxnLst/>
              <a:rect l="l" t="t" r="r" b="b"/>
              <a:pathLst>
                <a:path w="19066" h="19066" extrusionOk="0">
                  <a:moveTo>
                    <a:pt x="9525" y="2794"/>
                  </a:moveTo>
                  <a:cubicBezTo>
                    <a:pt x="11382" y="2845"/>
                    <a:pt x="13514" y="4021"/>
                    <a:pt x="13514" y="6949"/>
                  </a:cubicBezTo>
                  <a:cubicBezTo>
                    <a:pt x="13514" y="7361"/>
                    <a:pt x="13500" y="7674"/>
                    <a:pt x="13486" y="7912"/>
                  </a:cubicBezTo>
                  <a:cubicBezTo>
                    <a:pt x="13689" y="7867"/>
                    <a:pt x="14004" y="7789"/>
                    <a:pt x="14208" y="7789"/>
                  </a:cubicBezTo>
                  <a:cubicBezTo>
                    <a:pt x="14882" y="7789"/>
                    <a:pt x="15370" y="8202"/>
                    <a:pt x="15370" y="8769"/>
                  </a:cubicBezTo>
                  <a:cubicBezTo>
                    <a:pt x="15370" y="9574"/>
                    <a:pt x="14598" y="9882"/>
                    <a:pt x="14137" y="10066"/>
                  </a:cubicBezTo>
                  <a:cubicBezTo>
                    <a:pt x="14020" y="10112"/>
                    <a:pt x="13857" y="10178"/>
                    <a:pt x="13767" y="10231"/>
                  </a:cubicBezTo>
                  <a:cubicBezTo>
                    <a:pt x="13822" y="10949"/>
                    <a:pt x="14437" y="11278"/>
                    <a:pt x="15354" y="11690"/>
                  </a:cubicBezTo>
                  <a:cubicBezTo>
                    <a:pt x="16061" y="12007"/>
                    <a:pt x="16794" y="12336"/>
                    <a:pt x="16794" y="13104"/>
                  </a:cubicBezTo>
                  <a:cubicBezTo>
                    <a:pt x="16794" y="13896"/>
                    <a:pt x="16088" y="14016"/>
                    <a:pt x="15520" y="14112"/>
                  </a:cubicBezTo>
                  <a:cubicBezTo>
                    <a:pt x="15333" y="14146"/>
                    <a:pt x="15111" y="14183"/>
                    <a:pt x="14855" y="14239"/>
                  </a:cubicBezTo>
                  <a:cubicBezTo>
                    <a:pt x="14768" y="14620"/>
                    <a:pt x="14600" y="15156"/>
                    <a:pt x="13939" y="15156"/>
                  </a:cubicBezTo>
                  <a:cubicBezTo>
                    <a:pt x="13709" y="15156"/>
                    <a:pt x="13258" y="15035"/>
                    <a:pt x="12916" y="15035"/>
                  </a:cubicBezTo>
                  <a:cubicBezTo>
                    <a:pt x="12370" y="15035"/>
                    <a:pt x="12048" y="15253"/>
                    <a:pt x="11642" y="15531"/>
                  </a:cubicBezTo>
                  <a:cubicBezTo>
                    <a:pt x="11160" y="15860"/>
                    <a:pt x="10556" y="16272"/>
                    <a:pt x="9534" y="16272"/>
                  </a:cubicBezTo>
                  <a:cubicBezTo>
                    <a:pt x="8510" y="16272"/>
                    <a:pt x="7908" y="15860"/>
                    <a:pt x="7425" y="15531"/>
                  </a:cubicBezTo>
                  <a:cubicBezTo>
                    <a:pt x="7020" y="15255"/>
                    <a:pt x="6698" y="15035"/>
                    <a:pt x="6151" y="15035"/>
                  </a:cubicBezTo>
                  <a:cubicBezTo>
                    <a:pt x="5810" y="15035"/>
                    <a:pt x="5357" y="15156"/>
                    <a:pt x="5129" y="15156"/>
                  </a:cubicBezTo>
                  <a:cubicBezTo>
                    <a:pt x="4467" y="15156"/>
                    <a:pt x="4298" y="14620"/>
                    <a:pt x="4211" y="14239"/>
                  </a:cubicBezTo>
                  <a:cubicBezTo>
                    <a:pt x="3956" y="14183"/>
                    <a:pt x="3735" y="14146"/>
                    <a:pt x="3547" y="14112"/>
                  </a:cubicBezTo>
                  <a:cubicBezTo>
                    <a:pt x="2980" y="14016"/>
                    <a:pt x="2272" y="13896"/>
                    <a:pt x="2272" y="13104"/>
                  </a:cubicBezTo>
                  <a:cubicBezTo>
                    <a:pt x="2272" y="12336"/>
                    <a:pt x="3004" y="12007"/>
                    <a:pt x="3712" y="11690"/>
                  </a:cubicBezTo>
                  <a:cubicBezTo>
                    <a:pt x="4630" y="11280"/>
                    <a:pt x="5246" y="10949"/>
                    <a:pt x="5299" y="10231"/>
                  </a:cubicBezTo>
                  <a:cubicBezTo>
                    <a:pt x="5209" y="10178"/>
                    <a:pt x="5046" y="10112"/>
                    <a:pt x="4929" y="10066"/>
                  </a:cubicBezTo>
                  <a:cubicBezTo>
                    <a:pt x="4469" y="9882"/>
                    <a:pt x="3696" y="9573"/>
                    <a:pt x="3696" y="8769"/>
                  </a:cubicBezTo>
                  <a:cubicBezTo>
                    <a:pt x="3696" y="8202"/>
                    <a:pt x="4186" y="7789"/>
                    <a:pt x="4858" y="7789"/>
                  </a:cubicBezTo>
                  <a:cubicBezTo>
                    <a:pt x="5062" y="7789"/>
                    <a:pt x="5378" y="7867"/>
                    <a:pt x="5580" y="7912"/>
                  </a:cubicBezTo>
                  <a:cubicBezTo>
                    <a:pt x="5568" y="7674"/>
                    <a:pt x="5554" y="7361"/>
                    <a:pt x="5554" y="6949"/>
                  </a:cubicBezTo>
                  <a:cubicBezTo>
                    <a:pt x="5554" y="4011"/>
                    <a:pt x="7692" y="2840"/>
                    <a:pt x="9525" y="2794"/>
                  </a:cubicBezTo>
                  <a:close/>
                  <a:moveTo>
                    <a:pt x="2794" y="1"/>
                  </a:moveTo>
                  <a:cubicBezTo>
                    <a:pt x="1255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5" y="19065"/>
                    <a:pt x="2794" y="19065"/>
                  </a:cubicBezTo>
                  <a:lnTo>
                    <a:pt x="16274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84"/>
            <p:cNvSpPr/>
            <p:nvPr/>
          </p:nvSpPr>
          <p:spPr>
            <a:xfrm>
              <a:off x="4492363" y="1768878"/>
              <a:ext cx="248270" cy="234704"/>
            </a:xfrm>
            <a:custGeom>
              <a:avLst/>
              <a:gdLst/>
              <a:ahLst/>
              <a:cxnLst/>
              <a:rect l="l" t="t" r="r" b="b"/>
              <a:pathLst>
                <a:path w="11896" h="11246" extrusionOk="0">
                  <a:moveTo>
                    <a:pt x="5930" y="0"/>
                  </a:moveTo>
                  <a:cubicBezTo>
                    <a:pt x="5093" y="21"/>
                    <a:pt x="3077" y="428"/>
                    <a:pt x="3077" y="3039"/>
                  </a:cubicBezTo>
                  <a:cubicBezTo>
                    <a:pt x="3077" y="3478"/>
                    <a:pt x="3094" y="3798"/>
                    <a:pt x="3107" y="4028"/>
                  </a:cubicBezTo>
                  <a:cubicBezTo>
                    <a:pt x="3142" y="4647"/>
                    <a:pt x="3077" y="5187"/>
                    <a:pt x="2410" y="5187"/>
                  </a:cubicBezTo>
                  <a:cubicBezTo>
                    <a:pt x="2173" y="5187"/>
                    <a:pt x="1840" y="5114"/>
                    <a:pt x="1608" y="5061"/>
                  </a:cubicBezTo>
                  <a:lnTo>
                    <a:pt x="1608" y="5061"/>
                  </a:lnTo>
                  <a:cubicBezTo>
                    <a:pt x="2217" y="5314"/>
                    <a:pt x="2827" y="5535"/>
                    <a:pt x="2827" y="6215"/>
                  </a:cubicBezTo>
                  <a:cubicBezTo>
                    <a:pt x="2827" y="7791"/>
                    <a:pt x="1472" y="8398"/>
                    <a:pt x="577" y="8799"/>
                  </a:cubicBezTo>
                  <a:cubicBezTo>
                    <a:pt x="400" y="8879"/>
                    <a:pt x="169" y="8981"/>
                    <a:pt x="0" y="9077"/>
                  </a:cubicBezTo>
                  <a:cubicBezTo>
                    <a:pt x="386" y="9148"/>
                    <a:pt x="526" y="9160"/>
                    <a:pt x="965" y="9263"/>
                  </a:cubicBezTo>
                  <a:cubicBezTo>
                    <a:pt x="1348" y="9355"/>
                    <a:pt x="1603" y="9620"/>
                    <a:pt x="1713" y="10103"/>
                  </a:cubicBezTo>
                  <a:cubicBezTo>
                    <a:pt x="2012" y="10046"/>
                    <a:pt x="2244" y="10007"/>
                    <a:pt x="2558" y="10007"/>
                  </a:cubicBezTo>
                  <a:cubicBezTo>
                    <a:pt x="3450" y="10007"/>
                    <a:pt x="3988" y="10373"/>
                    <a:pt x="4460" y="10697"/>
                  </a:cubicBezTo>
                  <a:cubicBezTo>
                    <a:pt x="4892" y="10991"/>
                    <a:pt x="5261" y="11244"/>
                    <a:pt x="5941" y="11246"/>
                  </a:cubicBezTo>
                  <a:cubicBezTo>
                    <a:pt x="6620" y="11244"/>
                    <a:pt x="6990" y="10991"/>
                    <a:pt x="7420" y="10697"/>
                  </a:cubicBezTo>
                  <a:cubicBezTo>
                    <a:pt x="7894" y="10373"/>
                    <a:pt x="8430" y="10007"/>
                    <a:pt x="9323" y="10007"/>
                  </a:cubicBezTo>
                  <a:cubicBezTo>
                    <a:pt x="9638" y="10007"/>
                    <a:pt x="9870" y="10044"/>
                    <a:pt x="10169" y="10103"/>
                  </a:cubicBezTo>
                  <a:cubicBezTo>
                    <a:pt x="10280" y="9616"/>
                    <a:pt x="10535" y="9355"/>
                    <a:pt x="10917" y="9263"/>
                  </a:cubicBezTo>
                  <a:cubicBezTo>
                    <a:pt x="11308" y="9171"/>
                    <a:pt x="11524" y="9140"/>
                    <a:pt x="11895" y="9075"/>
                  </a:cubicBezTo>
                  <a:cubicBezTo>
                    <a:pt x="11727" y="8988"/>
                    <a:pt x="11487" y="8880"/>
                    <a:pt x="11304" y="8799"/>
                  </a:cubicBezTo>
                  <a:cubicBezTo>
                    <a:pt x="10409" y="8398"/>
                    <a:pt x="9054" y="7791"/>
                    <a:pt x="9054" y="6215"/>
                  </a:cubicBezTo>
                  <a:cubicBezTo>
                    <a:pt x="9054" y="5541"/>
                    <a:pt x="9663" y="5312"/>
                    <a:pt x="10271" y="5061"/>
                  </a:cubicBezTo>
                  <a:lnTo>
                    <a:pt x="10271" y="5061"/>
                  </a:lnTo>
                  <a:cubicBezTo>
                    <a:pt x="9985" y="5105"/>
                    <a:pt x="9811" y="5187"/>
                    <a:pt x="9472" y="5187"/>
                  </a:cubicBezTo>
                  <a:cubicBezTo>
                    <a:pt x="8805" y="5187"/>
                    <a:pt x="8739" y="4647"/>
                    <a:pt x="8773" y="4028"/>
                  </a:cubicBezTo>
                  <a:cubicBezTo>
                    <a:pt x="8787" y="3798"/>
                    <a:pt x="8805" y="3478"/>
                    <a:pt x="8805" y="3039"/>
                  </a:cubicBezTo>
                  <a:cubicBezTo>
                    <a:pt x="8805" y="439"/>
                    <a:pt x="6795" y="25"/>
                    <a:pt x="59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3" name="Google Shape;2653;p84"/>
          <p:cNvGrpSpPr/>
          <p:nvPr/>
        </p:nvGrpSpPr>
        <p:grpSpPr>
          <a:xfrm>
            <a:off x="7259004" y="3987519"/>
            <a:ext cx="387661" cy="387661"/>
            <a:chOff x="2869999" y="1687279"/>
            <a:chExt cx="397887" cy="397887"/>
          </a:xfrm>
        </p:grpSpPr>
        <p:sp>
          <p:nvSpPr>
            <p:cNvPr id="2654" name="Google Shape;2654;p84"/>
            <p:cNvSpPr/>
            <p:nvPr/>
          </p:nvSpPr>
          <p:spPr>
            <a:xfrm>
              <a:off x="2994590" y="1833740"/>
              <a:ext cx="148657" cy="81685"/>
            </a:xfrm>
            <a:custGeom>
              <a:avLst/>
              <a:gdLst/>
              <a:ahLst/>
              <a:cxnLst/>
              <a:rect l="l" t="t" r="r" b="b"/>
              <a:pathLst>
                <a:path w="7123" h="3914" extrusionOk="0">
                  <a:moveTo>
                    <a:pt x="2491" y="0"/>
                  </a:moveTo>
                  <a:lnTo>
                    <a:pt x="1" y="3112"/>
                  </a:lnTo>
                  <a:lnTo>
                    <a:pt x="1" y="3112"/>
                  </a:lnTo>
                  <a:lnTo>
                    <a:pt x="2196" y="2015"/>
                  </a:lnTo>
                  <a:cubicBezTo>
                    <a:pt x="2275" y="1975"/>
                    <a:pt x="2360" y="1956"/>
                    <a:pt x="2445" y="1956"/>
                  </a:cubicBezTo>
                  <a:cubicBezTo>
                    <a:pt x="2590" y="1956"/>
                    <a:pt x="2733" y="2012"/>
                    <a:pt x="2840" y="2119"/>
                  </a:cubicBezTo>
                  <a:lnTo>
                    <a:pt x="4634" y="3913"/>
                  </a:lnTo>
                  <a:lnTo>
                    <a:pt x="7123" y="800"/>
                  </a:lnTo>
                  <a:lnTo>
                    <a:pt x="4929" y="1897"/>
                  </a:lnTo>
                  <a:cubicBezTo>
                    <a:pt x="4850" y="1937"/>
                    <a:pt x="4764" y="1957"/>
                    <a:pt x="4679" y="1957"/>
                  </a:cubicBezTo>
                  <a:cubicBezTo>
                    <a:pt x="4535" y="1957"/>
                    <a:pt x="4392" y="1900"/>
                    <a:pt x="4285" y="1792"/>
                  </a:cubicBezTo>
                  <a:lnTo>
                    <a:pt x="2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84"/>
            <p:cNvSpPr/>
            <p:nvPr/>
          </p:nvSpPr>
          <p:spPr>
            <a:xfrm>
              <a:off x="2869999" y="1687279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8420" y="5623"/>
                  </a:moveTo>
                  <a:cubicBezTo>
                    <a:pt x="8569" y="5623"/>
                    <a:pt x="8707" y="5682"/>
                    <a:pt x="8810" y="5787"/>
                  </a:cubicBezTo>
                  <a:lnTo>
                    <a:pt x="10759" y="7736"/>
                  </a:lnTo>
                  <a:lnTo>
                    <a:pt x="14867" y="5683"/>
                  </a:lnTo>
                  <a:cubicBezTo>
                    <a:pt x="14947" y="5643"/>
                    <a:pt x="15033" y="5624"/>
                    <a:pt x="15118" y="5624"/>
                  </a:cubicBezTo>
                  <a:cubicBezTo>
                    <a:pt x="15283" y="5624"/>
                    <a:pt x="15443" y="5695"/>
                    <a:pt x="15552" y="5829"/>
                  </a:cubicBezTo>
                  <a:cubicBezTo>
                    <a:pt x="15716" y="6035"/>
                    <a:pt x="15718" y="6325"/>
                    <a:pt x="15553" y="6530"/>
                  </a:cubicBezTo>
                  <a:lnTo>
                    <a:pt x="11085" y="12116"/>
                  </a:lnTo>
                  <a:cubicBezTo>
                    <a:pt x="10973" y="12256"/>
                    <a:pt x="10812" y="12324"/>
                    <a:pt x="10652" y="12324"/>
                  </a:cubicBezTo>
                  <a:cubicBezTo>
                    <a:pt x="10507" y="12324"/>
                    <a:pt x="10363" y="12269"/>
                    <a:pt x="10255" y="12161"/>
                  </a:cubicBezTo>
                  <a:lnTo>
                    <a:pt x="8306" y="10211"/>
                  </a:lnTo>
                  <a:lnTo>
                    <a:pt x="4196" y="12267"/>
                  </a:lnTo>
                  <a:cubicBezTo>
                    <a:pt x="4117" y="12306"/>
                    <a:pt x="4032" y="12325"/>
                    <a:pt x="3948" y="12325"/>
                  </a:cubicBezTo>
                  <a:cubicBezTo>
                    <a:pt x="3784" y="12325"/>
                    <a:pt x="3622" y="12253"/>
                    <a:pt x="3514" y="12118"/>
                  </a:cubicBezTo>
                  <a:cubicBezTo>
                    <a:pt x="3347" y="11913"/>
                    <a:pt x="3347" y="11623"/>
                    <a:pt x="3510" y="11418"/>
                  </a:cubicBezTo>
                  <a:lnTo>
                    <a:pt x="7979" y="5833"/>
                  </a:lnTo>
                  <a:cubicBezTo>
                    <a:pt x="8078" y="5709"/>
                    <a:pt x="8226" y="5633"/>
                    <a:pt x="8384" y="5624"/>
                  </a:cubicBezTo>
                  <a:cubicBezTo>
                    <a:pt x="8396" y="5623"/>
                    <a:pt x="8408" y="5623"/>
                    <a:pt x="8420" y="5623"/>
                  </a:cubicBezTo>
                  <a:close/>
                  <a:moveTo>
                    <a:pt x="9532" y="1"/>
                  </a:moveTo>
                  <a:cubicBezTo>
                    <a:pt x="4297" y="1"/>
                    <a:pt x="0" y="4046"/>
                    <a:pt x="0" y="8975"/>
                  </a:cubicBezTo>
                  <a:cubicBezTo>
                    <a:pt x="0" y="11616"/>
                    <a:pt x="1255" y="14085"/>
                    <a:pt x="3388" y="15787"/>
                  </a:cubicBezTo>
                  <a:lnTo>
                    <a:pt x="3388" y="18506"/>
                  </a:lnTo>
                  <a:cubicBezTo>
                    <a:pt x="3388" y="18699"/>
                    <a:pt x="3489" y="18879"/>
                    <a:pt x="3653" y="18980"/>
                  </a:cubicBezTo>
                  <a:cubicBezTo>
                    <a:pt x="3742" y="19036"/>
                    <a:pt x="3843" y="19064"/>
                    <a:pt x="3946" y="19064"/>
                  </a:cubicBezTo>
                  <a:cubicBezTo>
                    <a:pt x="4031" y="19064"/>
                    <a:pt x="4117" y="19045"/>
                    <a:pt x="4196" y="19005"/>
                  </a:cubicBezTo>
                  <a:lnTo>
                    <a:pt x="6970" y="17581"/>
                  </a:lnTo>
                  <a:cubicBezTo>
                    <a:pt x="7802" y="17799"/>
                    <a:pt x="8661" y="17910"/>
                    <a:pt x="9532" y="17910"/>
                  </a:cubicBezTo>
                  <a:cubicBezTo>
                    <a:pt x="14768" y="17910"/>
                    <a:pt x="19065" y="13901"/>
                    <a:pt x="19065" y="8975"/>
                  </a:cubicBezTo>
                  <a:cubicBezTo>
                    <a:pt x="19065" y="4046"/>
                    <a:pt x="14768" y="1"/>
                    <a:pt x="95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6" name="Google Shape;2656;p84"/>
          <p:cNvGrpSpPr/>
          <p:nvPr/>
        </p:nvGrpSpPr>
        <p:grpSpPr>
          <a:xfrm>
            <a:off x="2138925" y="3987879"/>
            <a:ext cx="386807" cy="386929"/>
            <a:chOff x="3902887" y="1687655"/>
            <a:chExt cx="397010" cy="397135"/>
          </a:xfrm>
        </p:grpSpPr>
        <p:sp>
          <p:nvSpPr>
            <p:cNvPr id="2657" name="Google Shape;2657;p84"/>
            <p:cNvSpPr/>
            <p:nvPr/>
          </p:nvSpPr>
          <p:spPr>
            <a:xfrm>
              <a:off x="4023345" y="1785845"/>
              <a:ext cx="156275" cy="200269"/>
            </a:xfrm>
            <a:custGeom>
              <a:avLst/>
              <a:gdLst/>
              <a:ahLst/>
              <a:cxnLst/>
              <a:rect l="l" t="t" r="r" b="b"/>
              <a:pathLst>
                <a:path w="7488" h="9596" extrusionOk="0">
                  <a:moveTo>
                    <a:pt x="3585" y="1"/>
                  </a:moveTo>
                  <a:cubicBezTo>
                    <a:pt x="3550" y="1"/>
                    <a:pt x="36" y="31"/>
                    <a:pt x="36" y="2561"/>
                  </a:cubicBezTo>
                  <a:cubicBezTo>
                    <a:pt x="36" y="4296"/>
                    <a:pt x="1381" y="4712"/>
                    <a:pt x="3429" y="5147"/>
                  </a:cubicBezTo>
                  <a:cubicBezTo>
                    <a:pt x="4813" y="5440"/>
                    <a:pt x="6242" y="5745"/>
                    <a:pt x="6242" y="7084"/>
                  </a:cubicBezTo>
                  <a:cubicBezTo>
                    <a:pt x="6242" y="8290"/>
                    <a:pt x="4968" y="9010"/>
                    <a:pt x="3737" y="9010"/>
                  </a:cubicBezTo>
                  <a:cubicBezTo>
                    <a:pt x="2265" y="9010"/>
                    <a:pt x="1591" y="8227"/>
                    <a:pt x="1100" y="7655"/>
                  </a:cubicBezTo>
                  <a:cubicBezTo>
                    <a:pt x="793" y="7298"/>
                    <a:pt x="640" y="7140"/>
                    <a:pt x="463" y="7140"/>
                  </a:cubicBezTo>
                  <a:cubicBezTo>
                    <a:pt x="330" y="7140"/>
                    <a:pt x="1" y="7243"/>
                    <a:pt x="1" y="7485"/>
                  </a:cubicBezTo>
                  <a:cubicBezTo>
                    <a:pt x="1" y="8301"/>
                    <a:pt x="1016" y="9596"/>
                    <a:pt x="3744" y="9596"/>
                  </a:cubicBezTo>
                  <a:cubicBezTo>
                    <a:pt x="5165" y="9594"/>
                    <a:pt x="6203" y="9265"/>
                    <a:pt x="6831" y="8616"/>
                  </a:cubicBezTo>
                  <a:cubicBezTo>
                    <a:pt x="7479" y="7947"/>
                    <a:pt x="7487" y="7116"/>
                    <a:pt x="7482" y="6957"/>
                  </a:cubicBezTo>
                  <a:cubicBezTo>
                    <a:pt x="7482" y="5087"/>
                    <a:pt x="6088" y="4674"/>
                    <a:pt x="3964" y="4255"/>
                  </a:cubicBezTo>
                  <a:cubicBezTo>
                    <a:pt x="2598" y="3986"/>
                    <a:pt x="1186" y="3709"/>
                    <a:pt x="1186" y="2410"/>
                  </a:cubicBezTo>
                  <a:cubicBezTo>
                    <a:pt x="1186" y="1420"/>
                    <a:pt x="2170" y="675"/>
                    <a:pt x="3475" y="675"/>
                  </a:cubicBezTo>
                  <a:cubicBezTo>
                    <a:pt x="4868" y="675"/>
                    <a:pt x="5485" y="1305"/>
                    <a:pt x="5938" y="1766"/>
                  </a:cubicBezTo>
                  <a:cubicBezTo>
                    <a:pt x="6247" y="2081"/>
                    <a:pt x="6375" y="2191"/>
                    <a:pt x="6598" y="2191"/>
                  </a:cubicBezTo>
                  <a:cubicBezTo>
                    <a:pt x="6794" y="2191"/>
                    <a:pt x="7082" y="2072"/>
                    <a:pt x="7082" y="1818"/>
                  </a:cubicBezTo>
                  <a:cubicBezTo>
                    <a:pt x="7082" y="1381"/>
                    <a:pt x="5803" y="1"/>
                    <a:pt x="3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84"/>
            <p:cNvSpPr/>
            <p:nvPr/>
          </p:nvSpPr>
          <p:spPr>
            <a:xfrm>
              <a:off x="3902887" y="1687655"/>
              <a:ext cx="397010" cy="397135"/>
            </a:xfrm>
            <a:custGeom>
              <a:avLst/>
              <a:gdLst/>
              <a:ahLst/>
              <a:cxnLst/>
              <a:rect l="l" t="t" r="r" b="b"/>
              <a:pathLst>
                <a:path w="19023" h="19029" extrusionOk="0">
                  <a:moveTo>
                    <a:pt x="9357" y="3591"/>
                  </a:moveTo>
                  <a:cubicBezTo>
                    <a:pt x="11911" y="3591"/>
                    <a:pt x="13969" y="5196"/>
                    <a:pt x="13969" y="6523"/>
                  </a:cubicBezTo>
                  <a:cubicBezTo>
                    <a:pt x="13969" y="7455"/>
                    <a:pt x="13157" y="8010"/>
                    <a:pt x="12370" y="8010"/>
                  </a:cubicBezTo>
                  <a:cubicBezTo>
                    <a:pt x="11658" y="8010"/>
                    <a:pt x="11246" y="7589"/>
                    <a:pt x="10914" y="7251"/>
                  </a:cubicBezTo>
                  <a:cubicBezTo>
                    <a:pt x="10514" y="6845"/>
                    <a:pt x="10171" y="6494"/>
                    <a:pt x="9247" y="6494"/>
                  </a:cubicBezTo>
                  <a:cubicBezTo>
                    <a:pt x="8481" y="6494"/>
                    <a:pt x="8073" y="6855"/>
                    <a:pt x="8073" y="7115"/>
                  </a:cubicBezTo>
                  <a:cubicBezTo>
                    <a:pt x="8073" y="7497"/>
                    <a:pt x="9028" y="7685"/>
                    <a:pt x="9950" y="7867"/>
                  </a:cubicBezTo>
                  <a:cubicBezTo>
                    <a:pt x="11710" y="8214"/>
                    <a:pt x="14369" y="8739"/>
                    <a:pt x="14369" y="11635"/>
                  </a:cubicBezTo>
                  <a:cubicBezTo>
                    <a:pt x="14379" y="11960"/>
                    <a:pt x="14340" y="13128"/>
                    <a:pt x="13404" y="14096"/>
                  </a:cubicBezTo>
                  <a:cubicBezTo>
                    <a:pt x="12561" y="14970"/>
                    <a:pt x="11252" y="15414"/>
                    <a:pt x="9518" y="15415"/>
                  </a:cubicBezTo>
                  <a:lnTo>
                    <a:pt x="9516" y="15415"/>
                  </a:lnTo>
                  <a:cubicBezTo>
                    <a:pt x="5952" y="15415"/>
                    <a:pt x="4658" y="13487"/>
                    <a:pt x="4658" y="12190"/>
                  </a:cubicBezTo>
                  <a:cubicBezTo>
                    <a:pt x="4658" y="11290"/>
                    <a:pt x="5476" y="10731"/>
                    <a:pt x="6235" y="10731"/>
                  </a:cubicBezTo>
                  <a:cubicBezTo>
                    <a:pt x="6942" y="10731"/>
                    <a:pt x="7354" y="11210"/>
                    <a:pt x="7717" y="11633"/>
                  </a:cubicBezTo>
                  <a:cubicBezTo>
                    <a:pt x="8145" y="12132"/>
                    <a:pt x="8549" y="12601"/>
                    <a:pt x="9509" y="12601"/>
                  </a:cubicBezTo>
                  <a:cubicBezTo>
                    <a:pt x="10165" y="12601"/>
                    <a:pt x="10898" y="12254"/>
                    <a:pt x="10898" y="11789"/>
                  </a:cubicBezTo>
                  <a:cubicBezTo>
                    <a:pt x="10898" y="11384"/>
                    <a:pt x="10135" y="11191"/>
                    <a:pt x="8970" y="10943"/>
                  </a:cubicBezTo>
                  <a:cubicBezTo>
                    <a:pt x="7165" y="10559"/>
                    <a:pt x="4694" y="10032"/>
                    <a:pt x="4694" y="7266"/>
                  </a:cubicBezTo>
                  <a:cubicBezTo>
                    <a:pt x="4694" y="4359"/>
                    <a:pt x="7744" y="3591"/>
                    <a:pt x="9357" y="3591"/>
                  </a:cubicBezTo>
                  <a:close/>
                  <a:moveTo>
                    <a:pt x="5202" y="0"/>
                  </a:moveTo>
                  <a:cubicBezTo>
                    <a:pt x="2338" y="0"/>
                    <a:pt x="6" y="2303"/>
                    <a:pt x="1" y="5148"/>
                  </a:cubicBezTo>
                  <a:lnTo>
                    <a:pt x="1" y="5159"/>
                  </a:lnTo>
                  <a:cubicBezTo>
                    <a:pt x="2" y="6225"/>
                    <a:pt x="261" y="6830"/>
                    <a:pt x="469" y="7319"/>
                  </a:cubicBezTo>
                  <a:cubicBezTo>
                    <a:pt x="609" y="7646"/>
                    <a:pt x="712" y="7885"/>
                    <a:pt x="712" y="8212"/>
                  </a:cubicBezTo>
                  <a:cubicBezTo>
                    <a:pt x="712" y="8219"/>
                    <a:pt x="632" y="9035"/>
                    <a:pt x="632" y="9553"/>
                  </a:cubicBezTo>
                  <a:cubicBezTo>
                    <a:pt x="632" y="12302"/>
                    <a:pt x="2927" y="18423"/>
                    <a:pt x="9541" y="18423"/>
                  </a:cubicBezTo>
                  <a:cubicBezTo>
                    <a:pt x="10171" y="18423"/>
                    <a:pt x="10931" y="18343"/>
                    <a:pt x="10931" y="18343"/>
                  </a:cubicBezTo>
                  <a:cubicBezTo>
                    <a:pt x="11190" y="18343"/>
                    <a:pt x="11441" y="18446"/>
                    <a:pt x="11759" y="18577"/>
                  </a:cubicBezTo>
                  <a:cubicBezTo>
                    <a:pt x="12509" y="18886"/>
                    <a:pt x="13241" y="19028"/>
                    <a:pt x="13937" y="19028"/>
                  </a:cubicBezTo>
                  <a:cubicBezTo>
                    <a:pt x="15330" y="19028"/>
                    <a:pt x="16576" y="18458"/>
                    <a:pt x="17517" y="17520"/>
                  </a:cubicBezTo>
                  <a:cubicBezTo>
                    <a:pt x="18489" y="16555"/>
                    <a:pt x="19023" y="15260"/>
                    <a:pt x="19023" y="13878"/>
                  </a:cubicBezTo>
                  <a:cubicBezTo>
                    <a:pt x="19023" y="12804"/>
                    <a:pt x="18763" y="12198"/>
                    <a:pt x="18554" y="11708"/>
                  </a:cubicBezTo>
                  <a:cubicBezTo>
                    <a:pt x="18414" y="11380"/>
                    <a:pt x="18312" y="11141"/>
                    <a:pt x="18312" y="10814"/>
                  </a:cubicBezTo>
                  <a:cubicBezTo>
                    <a:pt x="18312" y="10804"/>
                    <a:pt x="18391" y="9993"/>
                    <a:pt x="18391" y="9473"/>
                  </a:cubicBezTo>
                  <a:cubicBezTo>
                    <a:pt x="18391" y="6724"/>
                    <a:pt x="16095" y="603"/>
                    <a:pt x="9483" y="603"/>
                  </a:cubicBezTo>
                  <a:cubicBezTo>
                    <a:pt x="8853" y="603"/>
                    <a:pt x="8092" y="683"/>
                    <a:pt x="8092" y="683"/>
                  </a:cubicBezTo>
                  <a:cubicBezTo>
                    <a:pt x="7832" y="683"/>
                    <a:pt x="7583" y="580"/>
                    <a:pt x="7264" y="450"/>
                  </a:cubicBezTo>
                  <a:cubicBezTo>
                    <a:pt x="6767" y="244"/>
                    <a:pt x="6150" y="0"/>
                    <a:pt x="5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9" name="Google Shape;2659;p84"/>
          <p:cNvGrpSpPr/>
          <p:nvPr/>
        </p:nvGrpSpPr>
        <p:grpSpPr>
          <a:xfrm>
            <a:off x="3213882" y="3987496"/>
            <a:ext cx="387681" cy="387681"/>
            <a:chOff x="4933458" y="1687279"/>
            <a:chExt cx="397907" cy="397907"/>
          </a:xfrm>
        </p:grpSpPr>
        <p:sp>
          <p:nvSpPr>
            <p:cNvPr id="2660" name="Google Shape;2660;p84"/>
            <p:cNvSpPr/>
            <p:nvPr/>
          </p:nvSpPr>
          <p:spPr>
            <a:xfrm>
              <a:off x="5071801" y="1766541"/>
              <a:ext cx="125867" cy="241215"/>
            </a:xfrm>
            <a:custGeom>
              <a:avLst/>
              <a:gdLst/>
              <a:ahLst/>
              <a:cxnLst/>
              <a:rect l="l" t="t" r="r" b="b"/>
              <a:pathLst>
                <a:path w="6031" h="11558" extrusionOk="0">
                  <a:moveTo>
                    <a:pt x="2415" y="1"/>
                  </a:moveTo>
                  <a:cubicBezTo>
                    <a:pt x="2233" y="993"/>
                    <a:pt x="1808" y="2415"/>
                    <a:pt x="0" y="2785"/>
                  </a:cubicBezTo>
                  <a:lnTo>
                    <a:pt x="0" y="4244"/>
                  </a:lnTo>
                  <a:lnTo>
                    <a:pt x="1228" y="4244"/>
                  </a:lnTo>
                  <a:cubicBezTo>
                    <a:pt x="1537" y="4244"/>
                    <a:pt x="1787" y="4496"/>
                    <a:pt x="1787" y="4803"/>
                  </a:cubicBezTo>
                  <a:lnTo>
                    <a:pt x="1787" y="9077"/>
                  </a:lnTo>
                  <a:cubicBezTo>
                    <a:pt x="1787" y="10222"/>
                    <a:pt x="2553" y="11558"/>
                    <a:pt x="4714" y="11558"/>
                  </a:cubicBezTo>
                  <a:cubicBezTo>
                    <a:pt x="5212" y="11558"/>
                    <a:pt x="5689" y="11535"/>
                    <a:pt x="6031" y="11512"/>
                  </a:cubicBezTo>
                  <a:lnTo>
                    <a:pt x="6031" y="9905"/>
                  </a:lnTo>
                  <a:lnTo>
                    <a:pt x="4891" y="9905"/>
                  </a:lnTo>
                  <a:cubicBezTo>
                    <a:pt x="3535" y="9905"/>
                    <a:pt x="3351" y="9125"/>
                    <a:pt x="3351" y="8363"/>
                  </a:cubicBezTo>
                  <a:lnTo>
                    <a:pt x="3351" y="4803"/>
                  </a:lnTo>
                  <a:cubicBezTo>
                    <a:pt x="3351" y="4496"/>
                    <a:pt x="3600" y="4244"/>
                    <a:pt x="3910" y="4244"/>
                  </a:cubicBezTo>
                  <a:lnTo>
                    <a:pt x="6031" y="4244"/>
                  </a:lnTo>
                  <a:lnTo>
                    <a:pt x="6031" y="2681"/>
                  </a:lnTo>
                  <a:lnTo>
                    <a:pt x="3910" y="2681"/>
                  </a:lnTo>
                  <a:cubicBezTo>
                    <a:pt x="3600" y="2681"/>
                    <a:pt x="3351" y="2431"/>
                    <a:pt x="3351" y="2122"/>
                  </a:cubicBezTo>
                  <a:lnTo>
                    <a:pt x="33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p84"/>
            <p:cNvSpPr/>
            <p:nvPr/>
          </p:nvSpPr>
          <p:spPr>
            <a:xfrm>
              <a:off x="4933458" y="1687279"/>
              <a:ext cx="397907" cy="397907"/>
            </a:xfrm>
            <a:custGeom>
              <a:avLst/>
              <a:gdLst/>
              <a:ahLst/>
              <a:cxnLst/>
              <a:rect l="l" t="t" r="r" b="b"/>
              <a:pathLst>
                <a:path w="19066" h="19066" extrusionOk="0">
                  <a:moveTo>
                    <a:pt x="10539" y="2681"/>
                  </a:moveTo>
                  <a:cubicBezTo>
                    <a:pt x="10846" y="2681"/>
                    <a:pt x="11059" y="2932"/>
                    <a:pt x="11059" y="3240"/>
                  </a:cubicBezTo>
                  <a:lnTo>
                    <a:pt x="11059" y="5362"/>
                  </a:lnTo>
                  <a:lnTo>
                    <a:pt x="13219" y="5362"/>
                  </a:lnTo>
                  <a:cubicBezTo>
                    <a:pt x="13528" y="5362"/>
                    <a:pt x="13778" y="5612"/>
                    <a:pt x="13778" y="5921"/>
                  </a:cubicBezTo>
                  <a:lnTo>
                    <a:pt x="13778" y="8601"/>
                  </a:lnTo>
                  <a:cubicBezTo>
                    <a:pt x="13778" y="8911"/>
                    <a:pt x="13528" y="9160"/>
                    <a:pt x="13219" y="9160"/>
                  </a:cubicBezTo>
                  <a:lnTo>
                    <a:pt x="11096" y="9160"/>
                  </a:lnTo>
                  <a:lnTo>
                    <a:pt x="11096" y="12161"/>
                  </a:lnTo>
                  <a:cubicBezTo>
                    <a:pt x="11096" y="12440"/>
                    <a:pt x="11121" y="12520"/>
                    <a:pt x="11133" y="12541"/>
                  </a:cubicBezTo>
                  <a:cubicBezTo>
                    <a:pt x="11140" y="12541"/>
                    <a:pt x="11234" y="12585"/>
                    <a:pt x="11520" y="12585"/>
                  </a:cubicBezTo>
                  <a:lnTo>
                    <a:pt x="13219" y="12585"/>
                  </a:lnTo>
                  <a:cubicBezTo>
                    <a:pt x="13528" y="12585"/>
                    <a:pt x="13741" y="12836"/>
                    <a:pt x="13741" y="13144"/>
                  </a:cubicBezTo>
                  <a:lnTo>
                    <a:pt x="13741" y="15826"/>
                  </a:lnTo>
                  <a:cubicBezTo>
                    <a:pt x="13741" y="16113"/>
                    <a:pt x="13560" y="16351"/>
                    <a:pt x="13273" y="16382"/>
                  </a:cubicBezTo>
                  <a:cubicBezTo>
                    <a:pt x="13236" y="16385"/>
                    <a:pt x="12341" y="16474"/>
                    <a:pt x="11342" y="16474"/>
                  </a:cubicBezTo>
                  <a:cubicBezTo>
                    <a:pt x="8564" y="16474"/>
                    <a:pt x="7298" y="14609"/>
                    <a:pt x="7298" y="12877"/>
                  </a:cubicBezTo>
                  <a:lnTo>
                    <a:pt x="7298" y="9160"/>
                  </a:lnTo>
                  <a:lnTo>
                    <a:pt x="6070" y="9160"/>
                  </a:lnTo>
                  <a:cubicBezTo>
                    <a:pt x="5760" y="9160"/>
                    <a:pt x="5511" y="8911"/>
                    <a:pt x="5511" y="8601"/>
                  </a:cubicBezTo>
                  <a:lnTo>
                    <a:pt x="5511" y="6100"/>
                  </a:lnTo>
                  <a:cubicBezTo>
                    <a:pt x="5511" y="5808"/>
                    <a:pt x="5734" y="5568"/>
                    <a:pt x="6024" y="5543"/>
                  </a:cubicBezTo>
                  <a:cubicBezTo>
                    <a:pt x="7535" y="5417"/>
                    <a:pt x="7797" y="4524"/>
                    <a:pt x="8000" y="3275"/>
                  </a:cubicBezTo>
                  <a:lnTo>
                    <a:pt x="8021" y="3148"/>
                  </a:lnTo>
                  <a:cubicBezTo>
                    <a:pt x="8066" y="2879"/>
                    <a:pt x="8299" y="2681"/>
                    <a:pt x="8571" y="2681"/>
                  </a:cubicBezTo>
                  <a:close/>
                  <a:moveTo>
                    <a:pt x="2794" y="1"/>
                  </a:moveTo>
                  <a:cubicBezTo>
                    <a:pt x="1253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3" y="19065"/>
                    <a:pt x="2794" y="19065"/>
                  </a:cubicBezTo>
                  <a:lnTo>
                    <a:pt x="16272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2" name="Google Shape;2662;p84"/>
          <p:cNvGrpSpPr/>
          <p:nvPr/>
        </p:nvGrpSpPr>
        <p:grpSpPr>
          <a:xfrm>
            <a:off x="5511791" y="3987519"/>
            <a:ext cx="387661" cy="387661"/>
            <a:chOff x="1379798" y="1723250"/>
            <a:chExt cx="397887" cy="397887"/>
          </a:xfrm>
        </p:grpSpPr>
        <p:sp>
          <p:nvSpPr>
            <p:cNvPr id="2663" name="Google Shape;2663;p84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p84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84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p84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7" name="Google Shape;2667;p84"/>
          <p:cNvGrpSpPr/>
          <p:nvPr/>
        </p:nvGrpSpPr>
        <p:grpSpPr>
          <a:xfrm>
            <a:off x="4320279" y="3987519"/>
            <a:ext cx="387681" cy="387661"/>
            <a:chOff x="266768" y="1721375"/>
            <a:chExt cx="397907" cy="397887"/>
          </a:xfrm>
        </p:grpSpPr>
        <p:sp>
          <p:nvSpPr>
            <p:cNvPr id="2668" name="Google Shape;2668;p84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9" name="Google Shape;2669;p84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0" name="Google Shape;2670;p84"/>
          <p:cNvGrpSpPr/>
          <p:nvPr/>
        </p:nvGrpSpPr>
        <p:grpSpPr>
          <a:xfrm>
            <a:off x="4919024" y="3987519"/>
            <a:ext cx="387641" cy="387661"/>
            <a:chOff x="864491" y="1723250"/>
            <a:chExt cx="397866" cy="397887"/>
          </a:xfrm>
        </p:grpSpPr>
        <p:sp>
          <p:nvSpPr>
            <p:cNvPr id="2671" name="Google Shape;2671;p84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p84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p84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4" name="Google Shape;2674;p84"/>
          <p:cNvSpPr/>
          <p:nvPr/>
        </p:nvSpPr>
        <p:spPr>
          <a:xfrm>
            <a:off x="6077509" y="4022771"/>
            <a:ext cx="388846" cy="317145"/>
          </a:xfrm>
          <a:custGeom>
            <a:avLst/>
            <a:gdLst/>
            <a:ahLst/>
            <a:cxnLst/>
            <a:rect l="l" t="t" r="r" b="b"/>
            <a:pathLst>
              <a:path w="19122" h="15596" extrusionOk="0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5" name="Google Shape;2675;p84"/>
          <p:cNvGrpSpPr/>
          <p:nvPr/>
        </p:nvGrpSpPr>
        <p:grpSpPr>
          <a:xfrm>
            <a:off x="6709416" y="3987896"/>
            <a:ext cx="387539" cy="386888"/>
            <a:chOff x="2408992" y="1722875"/>
            <a:chExt cx="397761" cy="397093"/>
          </a:xfrm>
        </p:grpSpPr>
        <p:sp>
          <p:nvSpPr>
            <p:cNvPr id="2676" name="Google Shape;2676;p84"/>
            <p:cNvSpPr/>
            <p:nvPr/>
          </p:nvSpPr>
          <p:spPr>
            <a:xfrm>
              <a:off x="2492135" y="1827639"/>
              <a:ext cx="213667" cy="185326"/>
            </a:xfrm>
            <a:custGeom>
              <a:avLst/>
              <a:gdLst/>
              <a:ahLst/>
              <a:cxnLst/>
              <a:rect l="l" t="t" r="r" b="b"/>
              <a:pathLst>
                <a:path w="10238" h="8880" extrusionOk="0">
                  <a:moveTo>
                    <a:pt x="2548" y="1"/>
                  </a:moveTo>
                  <a:cubicBezTo>
                    <a:pt x="2277" y="1"/>
                    <a:pt x="2002" y="169"/>
                    <a:pt x="1743" y="427"/>
                  </a:cubicBezTo>
                  <a:cubicBezTo>
                    <a:pt x="1" y="2171"/>
                    <a:pt x="2739" y="5655"/>
                    <a:pt x="3567" y="6491"/>
                  </a:cubicBezTo>
                  <a:cubicBezTo>
                    <a:pt x="4206" y="7123"/>
                    <a:pt x="6403" y="8880"/>
                    <a:pt x="8179" y="8880"/>
                  </a:cubicBezTo>
                  <a:cubicBezTo>
                    <a:pt x="8718" y="8880"/>
                    <a:pt x="9219" y="8718"/>
                    <a:pt x="9626" y="8312"/>
                  </a:cubicBezTo>
                  <a:cubicBezTo>
                    <a:pt x="10054" y="7884"/>
                    <a:pt x="10238" y="7401"/>
                    <a:pt x="9812" y="6981"/>
                  </a:cubicBezTo>
                  <a:cubicBezTo>
                    <a:pt x="9168" y="6339"/>
                    <a:pt x="8797" y="6140"/>
                    <a:pt x="8555" y="6140"/>
                  </a:cubicBezTo>
                  <a:cubicBezTo>
                    <a:pt x="8422" y="6140"/>
                    <a:pt x="8327" y="6200"/>
                    <a:pt x="8248" y="6279"/>
                  </a:cubicBezTo>
                  <a:cubicBezTo>
                    <a:pt x="8064" y="6461"/>
                    <a:pt x="7636" y="7077"/>
                    <a:pt x="7461" y="7252"/>
                  </a:cubicBezTo>
                  <a:cubicBezTo>
                    <a:pt x="7260" y="7452"/>
                    <a:pt x="7021" y="7534"/>
                    <a:pt x="6762" y="7534"/>
                  </a:cubicBezTo>
                  <a:cubicBezTo>
                    <a:pt x="5839" y="7534"/>
                    <a:pt x="4665" y="6485"/>
                    <a:pt x="4117" y="5939"/>
                  </a:cubicBezTo>
                  <a:lnTo>
                    <a:pt x="4115" y="5938"/>
                  </a:lnTo>
                  <a:cubicBezTo>
                    <a:pt x="3417" y="5235"/>
                    <a:pt x="1890" y="3505"/>
                    <a:pt x="2803" y="2592"/>
                  </a:cubicBezTo>
                  <a:cubicBezTo>
                    <a:pt x="2879" y="2516"/>
                    <a:pt x="3056" y="2378"/>
                    <a:pt x="3254" y="2228"/>
                  </a:cubicBezTo>
                  <a:cubicBezTo>
                    <a:pt x="3445" y="2083"/>
                    <a:pt x="3661" y="1922"/>
                    <a:pt x="3776" y="1807"/>
                  </a:cubicBezTo>
                  <a:cubicBezTo>
                    <a:pt x="3999" y="1584"/>
                    <a:pt x="4069" y="1241"/>
                    <a:pt x="3080" y="250"/>
                  </a:cubicBezTo>
                  <a:cubicBezTo>
                    <a:pt x="2909" y="76"/>
                    <a:pt x="2730" y="1"/>
                    <a:pt x="25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84"/>
            <p:cNvSpPr/>
            <p:nvPr/>
          </p:nvSpPr>
          <p:spPr>
            <a:xfrm>
              <a:off x="2408992" y="1722875"/>
              <a:ext cx="397761" cy="397093"/>
            </a:xfrm>
            <a:custGeom>
              <a:avLst/>
              <a:gdLst/>
              <a:ahLst/>
              <a:cxnLst/>
              <a:rect l="l" t="t" r="r" b="b"/>
              <a:pathLst>
                <a:path w="19059" h="19027" extrusionOk="0">
                  <a:moveTo>
                    <a:pt x="6538" y="3907"/>
                  </a:moveTo>
                  <a:cubicBezTo>
                    <a:pt x="7030" y="3907"/>
                    <a:pt x="7490" y="4114"/>
                    <a:pt x="7853" y="4483"/>
                  </a:cubicBezTo>
                  <a:cubicBezTo>
                    <a:pt x="8326" y="4955"/>
                    <a:pt x="9768" y="6397"/>
                    <a:pt x="8549" y="7616"/>
                  </a:cubicBezTo>
                  <a:cubicBezTo>
                    <a:pt x="8407" y="7756"/>
                    <a:pt x="8145" y="7957"/>
                    <a:pt x="7912" y="8136"/>
                  </a:cubicBezTo>
                  <a:cubicBezTo>
                    <a:pt x="7767" y="8246"/>
                    <a:pt x="7634" y="8343"/>
                    <a:pt x="7576" y="8400"/>
                  </a:cubicBezTo>
                  <a:cubicBezTo>
                    <a:pt x="7599" y="8585"/>
                    <a:pt x="8227" y="9504"/>
                    <a:pt x="8888" y="10169"/>
                  </a:cubicBezTo>
                  <a:cubicBezTo>
                    <a:pt x="9546" y="10823"/>
                    <a:pt x="10450" y="11437"/>
                    <a:pt x="10732" y="11437"/>
                  </a:cubicBezTo>
                  <a:cubicBezTo>
                    <a:pt x="10736" y="11437"/>
                    <a:pt x="10740" y="11437"/>
                    <a:pt x="10744" y="11437"/>
                  </a:cubicBezTo>
                  <a:cubicBezTo>
                    <a:pt x="10716" y="11423"/>
                    <a:pt x="10813" y="11292"/>
                    <a:pt x="10923" y="11147"/>
                  </a:cubicBezTo>
                  <a:cubicBezTo>
                    <a:pt x="11100" y="10913"/>
                    <a:pt x="11301" y="10650"/>
                    <a:pt x="11443" y="10510"/>
                  </a:cubicBezTo>
                  <a:cubicBezTo>
                    <a:pt x="11789" y="10163"/>
                    <a:pt x="12153" y="10031"/>
                    <a:pt x="12508" y="10031"/>
                  </a:cubicBezTo>
                  <a:cubicBezTo>
                    <a:pt x="13402" y="10031"/>
                    <a:pt x="14236" y="10866"/>
                    <a:pt x="14576" y="11205"/>
                  </a:cubicBezTo>
                  <a:cubicBezTo>
                    <a:pt x="15328" y="11943"/>
                    <a:pt x="15425" y="13093"/>
                    <a:pt x="14399" y="14119"/>
                  </a:cubicBezTo>
                  <a:cubicBezTo>
                    <a:pt x="13750" y="14770"/>
                    <a:pt x="12980" y="15023"/>
                    <a:pt x="12179" y="15023"/>
                  </a:cubicBezTo>
                  <a:cubicBezTo>
                    <a:pt x="10063" y="15023"/>
                    <a:pt x="7723" y="13248"/>
                    <a:pt x="6764" y="12299"/>
                  </a:cubicBezTo>
                  <a:cubicBezTo>
                    <a:pt x="5451" y="10974"/>
                    <a:pt x="2573" y="7025"/>
                    <a:pt x="4938" y="4660"/>
                  </a:cubicBezTo>
                  <a:cubicBezTo>
                    <a:pt x="5458" y="4140"/>
                    <a:pt x="6017" y="3907"/>
                    <a:pt x="6538" y="3907"/>
                  </a:cubicBezTo>
                  <a:close/>
                  <a:moveTo>
                    <a:pt x="9545" y="0"/>
                  </a:moveTo>
                  <a:cubicBezTo>
                    <a:pt x="4319" y="0"/>
                    <a:pt x="31" y="4288"/>
                    <a:pt x="31" y="9514"/>
                  </a:cubicBezTo>
                  <a:cubicBezTo>
                    <a:pt x="31" y="11064"/>
                    <a:pt x="448" y="12594"/>
                    <a:pt x="1172" y="13954"/>
                  </a:cubicBezTo>
                  <a:lnTo>
                    <a:pt x="49" y="18334"/>
                  </a:lnTo>
                  <a:cubicBezTo>
                    <a:pt x="1" y="18524"/>
                    <a:pt x="57" y="18725"/>
                    <a:pt x="195" y="18863"/>
                  </a:cubicBezTo>
                  <a:cubicBezTo>
                    <a:pt x="302" y="18971"/>
                    <a:pt x="445" y="19027"/>
                    <a:pt x="590" y="19027"/>
                  </a:cubicBezTo>
                  <a:cubicBezTo>
                    <a:pt x="635" y="19027"/>
                    <a:pt x="680" y="19021"/>
                    <a:pt x="724" y="19010"/>
                  </a:cubicBezTo>
                  <a:lnTo>
                    <a:pt x="5104" y="17887"/>
                  </a:lnTo>
                  <a:cubicBezTo>
                    <a:pt x="6465" y="18609"/>
                    <a:pt x="7995" y="19026"/>
                    <a:pt x="9545" y="19026"/>
                  </a:cubicBezTo>
                  <a:cubicBezTo>
                    <a:pt x="14770" y="19026"/>
                    <a:pt x="19058" y="14738"/>
                    <a:pt x="19058" y="9514"/>
                  </a:cubicBezTo>
                  <a:cubicBezTo>
                    <a:pt x="19058" y="4288"/>
                    <a:pt x="14770" y="0"/>
                    <a:pt x="95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8" name="Google Shape;2678;p84"/>
          <p:cNvSpPr txBox="1">
            <a:spLocks noGrp="1"/>
          </p:cNvSpPr>
          <p:nvPr>
            <p:ph type="title"/>
          </p:nvPr>
        </p:nvSpPr>
        <p:spPr>
          <a:xfrm>
            <a:off x="2830937" y="625700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600" b="1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Marketing</a:t>
            </a:r>
            <a:endParaRPr sz="2600" b="1" i="0" u="none" strike="noStrike" cap="non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679" name="Google Shape;2679;p84"/>
          <p:cNvGrpSpPr/>
          <p:nvPr/>
        </p:nvGrpSpPr>
        <p:grpSpPr>
          <a:xfrm>
            <a:off x="5475488" y="2172636"/>
            <a:ext cx="457983" cy="427759"/>
            <a:chOff x="-61351725" y="3372400"/>
            <a:chExt cx="310350" cy="310150"/>
          </a:xfrm>
        </p:grpSpPr>
        <p:sp>
          <p:nvSpPr>
            <p:cNvPr id="2680" name="Google Shape;2680;p84"/>
            <p:cNvSpPr/>
            <p:nvPr/>
          </p:nvSpPr>
          <p:spPr>
            <a:xfrm>
              <a:off x="-61165050" y="35588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84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84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3" name="Google Shape;2683;p84"/>
          <p:cNvSpPr/>
          <p:nvPr/>
        </p:nvSpPr>
        <p:spPr>
          <a:xfrm>
            <a:off x="4894297" y="2224536"/>
            <a:ext cx="434614" cy="395867"/>
          </a:xfrm>
          <a:custGeom>
            <a:avLst/>
            <a:gdLst/>
            <a:ahLst/>
            <a:cxnLst/>
            <a:rect l="l" t="t" r="r" b="b"/>
            <a:pathLst>
              <a:path w="20026" h="19273" extrusionOk="0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AngleLinesVTI">
  <a:themeElements>
    <a:clrScheme name="AnalogousFromRegularSeedLeftStep">
      <a:dk1>
        <a:srgbClr val="000000"/>
      </a:dk1>
      <a:lt1>
        <a:srgbClr val="FFFFFF"/>
      </a:lt1>
      <a:dk2>
        <a:srgbClr val="1B2B30"/>
      </a:dk2>
      <a:lt2>
        <a:srgbClr val="F1F3F0"/>
      </a:lt2>
      <a:accent1>
        <a:srgbClr val="D129E7"/>
      </a:accent1>
      <a:accent2>
        <a:srgbClr val="7620D6"/>
      </a:accent2>
      <a:accent3>
        <a:srgbClr val="3329E7"/>
      </a:accent3>
      <a:accent4>
        <a:srgbClr val="175CD5"/>
      </a:accent4>
      <a:accent5>
        <a:srgbClr val="27BAE3"/>
      </a:accent5>
      <a:accent6>
        <a:srgbClr val="15C2A0"/>
      </a:accent6>
      <a:hlink>
        <a:srgbClr val="409D3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1067</Words>
  <Application>Microsoft Office PowerPoint</Application>
  <PresentationFormat>On-screen Show (16:9)</PresentationFormat>
  <Paragraphs>116</Paragraphs>
  <Slides>19</Slides>
  <Notes>19</Notes>
  <HiddenSlides>7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42" baseType="lpstr">
      <vt:lpstr>Lato Light</vt:lpstr>
      <vt:lpstr>Play</vt:lpstr>
      <vt:lpstr>Cambria</vt:lpstr>
      <vt:lpstr>Roboto</vt:lpstr>
      <vt:lpstr>Barlow SemiBold</vt:lpstr>
      <vt:lpstr>Helvetica Neue</vt:lpstr>
      <vt:lpstr>Montserrat</vt:lpstr>
      <vt:lpstr>Open Sans ExtraBold</vt:lpstr>
      <vt:lpstr>Barlow</vt:lpstr>
      <vt:lpstr>Arial</vt:lpstr>
      <vt:lpstr>Source Sans Pro</vt:lpstr>
      <vt:lpstr>Open Sans Light</vt:lpstr>
      <vt:lpstr>DM Sans Black</vt:lpstr>
      <vt:lpstr>DM Sans</vt:lpstr>
      <vt:lpstr>Raleway</vt:lpstr>
      <vt:lpstr>Calibri</vt:lpstr>
      <vt:lpstr>Roboto Light</vt:lpstr>
      <vt:lpstr>DM Sans Medium</vt:lpstr>
      <vt:lpstr>DM Sans Light</vt:lpstr>
      <vt:lpstr>Simple Light</vt:lpstr>
      <vt:lpstr>Simple Light</vt:lpstr>
      <vt:lpstr>Plum</vt:lpstr>
      <vt:lpstr>AngleLinesVTI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Breno</cp:lastModifiedBy>
  <cp:revision>7</cp:revision>
  <dcterms:modified xsi:type="dcterms:W3CDTF">2026-09-17T16:25:24Z</dcterms:modified>
</cp:coreProperties>
</file>